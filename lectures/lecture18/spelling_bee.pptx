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266"/>
  </p:normalViewPr>
  <p:slideViewPr>
    <p:cSldViewPr snapToGrid="0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7A144-4ED2-2A98-CD52-DD05462C3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5E822-B396-29FA-54F7-B280980C1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827C2-298D-BD52-DE27-B4409CF60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DED67-8016-47B5-8F00-656C2354C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34198-96F0-F8CC-D831-81F1E078F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95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486CD-55CE-2264-7F04-055C4A42C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FE83A-9EFA-0C13-091E-1EF54BBCB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6AEDA-4565-8E2E-AFF0-B05FBBDDF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2635E-62D2-5D6B-F5F2-E3CBC8A30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C67CB-A07A-843F-98BF-DC3DE529B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26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EEB6B-1F2E-A67C-C21A-7636FE924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0B096-C52F-2B0D-7CC8-D42D4FB54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F1E6B-A6B7-C36D-C812-E078F48EA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81760-B28A-5305-C090-ACE7BE759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12E8F-31AF-2AD5-24E7-0E1E5A36F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95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67B17-5C4D-7123-FAAC-028FC7CA7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00352-AFFB-E5E7-40C7-9F633E423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A55DA-B16D-57AA-63BA-619CDA09D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1B742-D518-A58B-9AEE-A99AE3DA1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F776A-D59C-080C-78A0-F5D41373C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BC400-F8A7-34FD-D6B0-890253B00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46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017FB-7D8F-ABF5-A9F6-29F9ADEE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7434C-3FB3-94DE-E968-4957AB12A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6118D-88B3-180C-166B-2B6CDBC07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91BCAF-0525-4473-FEC2-5599A6725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893A71-5E47-7393-46ED-37EAB468D3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BF601C-CC6C-EEE2-0BC0-B7D8B42B5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22F59D-4A36-2E93-7E93-701CD5688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A9CB87-4683-0D73-2010-BDFAF416A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23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7E785-D238-0858-5763-F7EA6AFB6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D3B581-D8FE-157C-AC06-4086B5C19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BD23CE-3F78-F472-A588-1272E6DB7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B3F569-C957-7DFD-982C-CA7F7112E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87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002F9C-EA19-9673-8B91-BDBF2ECEC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760004-C280-7F2F-AE55-B7A5254D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F1061-FB67-8020-40D1-E89847A36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650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4858-3540-B51F-2C20-654274401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82EC8-A0EB-43CC-32A5-46B58F32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DCE790-DF86-0BEF-3E6B-0007D3918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16246-92DA-4788-068E-4E280B5C8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59E8B-4665-7EBD-BBA4-64B92D96C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9A38A-8FE2-BEAA-CD0B-320E705D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531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6BB1-7F35-F8C4-84B4-DEDD15886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6393CE-86F8-70BF-4317-6E41C9661AE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26BF8-5797-3637-6D15-63671CC94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EFD63-8D15-C50C-62CC-A9CF8A04E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66464-C29E-44E7-76FE-0B81F324E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F843B-6B35-793B-387C-C7D57B362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64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9A47D-C7D8-7C1D-F138-C29AC5289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8F2604-0D59-BC7B-33D2-068E0CE87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E27A7-2179-7B17-B45D-5C326822E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94138-D637-0005-D643-CA37A0A1D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9FA40-62E8-C318-C867-D62DE1341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963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CAB261-0AF6-3C87-A948-5BEC40B0D1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D40FB-D7A6-46DA-2F83-85545FFBF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086C1-B219-46D0-726B-E997E45A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478EC-EED0-2B24-7978-5C58222D7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D057A-BC6E-1FD5-3FC7-60481FE75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67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9A0945-9B93-FE2A-8B0E-F430873DC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39CD5-60BF-ED21-BAE7-AD20C1E1D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60F53-C1E1-27B8-4F07-B3E67FEAF6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4B2DA-CC75-B11D-F1BC-7B085E086C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5178C-727C-7FD0-0614-29061E7D2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535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A7C90-5DF9-0CC4-CDEB-D4F048380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" y="0"/>
            <a:ext cx="7879080" cy="1325563"/>
          </a:xfrm>
        </p:spPr>
        <p:txBody>
          <a:bodyPr/>
          <a:lstStyle/>
          <a:p>
            <a:r>
              <a:rPr lang="en-US" b="1" dirty="0"/>
              <a:t>Spelling Bee</a:t>
            </a:r>
            <a:r>
              <a:rPr lang="en-US" dirty="0"/>
              <a:t>: How Many Words  </a:t>
            </a:r>
            <a:br>
              <a:rPr lang="en-US" dirty="0"/>
            </a:br>
            <a:r>
              <a:rPr lang="en-US" dirty="0"/>
              <a:t>                             Can you Find?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E43CE-57A2-9FFA-8D6A-B84126A01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864" y="147767"/>
            <a:ext cx="2811496" cy="43016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590CE6-C951-71F2-D1F3-480C9DED2A1B}"/>
              </a:ext>
            </a:extLst>
          </p:cNvPr>
          <p:cNvSpPr txBox="1"/>
          <p:nvPr/>
        </p:nvSpPr>
        <p:spPr>
          <a:xfrm>
            <a:off x="802640" y="1072171"/>
            <a:ext cx="61191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Word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Must be 4 or more letters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Must include the yellow letter in the middle, e.g. 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Letters can be repeated, e.g. POOR is a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Letter do not need to be in sequence, e.g. DROP is a word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1EFE4B-1828-4408-663A-DFFBEE605469}"/>
              </a:ext>
            </a:extLst>
          </p:cNvPr>
          <p:cNvSpPr txBox="1"/>
          <p:nvPr/>
        </p:nvSpPr>
        <p:spPr>
          <a:xfrm>
            <a:off x="731520" y="2666598"/>
            <a:ext cx="67674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en-CA" sz="1800" b="1" i="0" dirty="0">
                <a:effectLst/>
                <a:latin typeface="+mn-lt"/>
              </a:rPr>
              <a:t>Scoring Rules</a:t>
            </a:r>
          </a:p>
          <a:p>
            <a:pPr lvl="0" algn="l"/>
            <a:r>
              <a:rPr lang="en-CA" sz="1800" b="0" i="0" dirty="0">
                <a:effectLst/>
                <a:latin typeface="+mn-lt"/>
              </a:rPr>
              <a:t>Words that </a:t>
            </a:r>
            <a:r>
              <a:rPr lang="en-CA" sz="1800" b="0" i="1" dirty="0">
                <a:effectLst/>
                <a:latin typeface="+mn-lt"/>
              </a:rPr>
              <a:t>don't</a:t>
            </a:r>
            <a:r>
              <a:rPr lang="en-CA" sz="1800" b="0" i="0" dirty="0">
                <a:effectLst/>
                <a:latin typeface="+mn-lt"/>
              </a:rPr>
              <a:t> contain the middle letter, or contain any letters not in the puzzle, score 0</a:t>
            </a:r>
          </a:p>
          <a:p>
            <a:pPr lvl="1"/>
            <a:r>
              <a:rPr lang="en-CA" dirty="0"/>
              <a:t>e.g. GOOD scores 0, ROPE scores 0</a:t>
            </a:r>
            <a:endParaRPr lang="en-CA" b="0" i="0" dirty="0">
              <a:effectLst/>
              <a:latin typeface="+mn-lt"/>
            </a:endParaRPr>
          </a:p>
          <a:p>
            <a:pPr lvl="0" algn="l"/>
            <a:r>
              <a:rPr lang="en-CA" sz="1800" b="0" i="0" dirty="0">
                <a:effectLst/>
                <a:latin typeface="+mn-lt"/>
              </a:rPr>
              <a:t>Words with 3 or fewer letters score 0</a:t>
            </a:r>
          </a:p>
          <a:p>
            <a:pPr lvl="1"/>
            <a:r>
              <a:rPr lang="en-CA" dirty="0"/>
              <a:t>e.g. RAP scores 0 points</a:t>
            </a:r>
            <a:endParaRPr lang="en-CA" b="0" i="0" dirty="0">
              <a:effectLst/>
              <a:latin typeface="+mn-lt"/>
            </a:endParaRPr>
          </a:p>
          <a:p>
            <a:pPr lvl="0" algn="l"/>
            <a:r>
              <a:rPr lang="en-CA" sz="1800" b="0" i="0" dirty="0">
                <a:effectLst/>
                <a:latin typeface="+mn-lt"/>
              </a:rPr>
              <a:t>Words with exactly 4 letters score 1 point</a:t>
            </a:r>
          </a:p>
          <a:p>
            <a:pPr lvl="1"/>
            <a:r>
              <a:rPr lang="en-CA" dirty="0"/>
              <a:t>e.g. POOR scores 1 point</a:t>
            </a:r>
            <a:endParaRPr lang="en-CA" b="0" i="0" dirty="0">
              <a:effectLst/>
              <a:latin typeface="+mn-lt"/>
            </a:endParaRPr>
          </a:p>
          <a:p>
            <a:pPr lvl="0" algn="l"/>
            <a:r>
              <a:rPr lang="en-CA" dirty="0"/>
              <a:t>Words with 5 or more</a:t>
            </a:r>
            <a:r>
              <a:rPr lang="en-CA" sz="1800" b="0" i="0" dirty="0">
                <a:effectLst/>
                <a:latin typeface="+mn-lt"/>
              </a:rPr>
              <a:t> letters score 1 point per letter</a:t>
            </a:r>
          </a:p>
          <a:p>
            <a:pPr lvl="1"/>
            <a:r>
              <a:rPr lang="en-CA" dirty="0"/>
              <a:t>e.g. DROOP scores 5 points</a:t>
            </a:r>
            <a:endParaRPr lang="en-CA" b="0" i="0" dirty="0">
              <a:effectLst/>
              <a:latin typeface="+mn-lt"/>
            </a:endParaRPr>
          </a:p>
          <a:p>
            <a:pPr lvl="0" algn="l"/>
            <a:r>
              <a:rPr lang="en-CA" sz="1800" b="0" i="0" dirty="0">
                <a:effectLst/>
                <a:latin typeface="+mn-lt"/>
              </a:rPr>
              <a:t>Words that uses all seven letters are </a:t>
            </a:r>
            <a:r>
              <a:rPr lang="en-CA" sz="1800" b="1" dirty="0">
                <a:effectLst/>
                <a:latin typeface="+mn-lt"/>
              </a:rPr>
              <a:t>pangrams</a:t>
            </a:r>
            <a:r>
              <a:rPr lang="en-CA" sz="1800" b="0" i="0" dirty="0">
                <a:effectLst/>
                <a:latin typeface="+mn-lt"/>
              </a:rPr>
              <a:t> and get an additional 7 bonus points</a:t>
            </a:r>
          </a:p>
          <a:p>
            <a:pPr lvl="1"/>
            <a:r>
              <a:rPr lang="en-CA" b="0" i="0" dirty="0">
                <a:effectLst/>
                <a:latin typeface="+mn-lt"/>
              </a:rPr>
              <a:t>e</a:t>
            </a:r>
            <a:r>
              <a:rPr lang="en-CA" dirty="0"/>
              <a:t>.g. PROPAGANDA gets 10 for the letters, and 7 for being a pangram, for a score of 10 + 7 = 17</a:t>
            </a:r>
            <a:endParaRPr lang="en-CA" sz="1050" b="0" i="0" dirty="0">
              <a:effectLst/>
              <a:latin typeface="system-u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896780-61E4-FC1E-356F-4F091115F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4819863"/>
            <a:ext cx="1695450" cy="17716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00B40D-A602-C2A1-BDB7-BD9A242CAE23}"/>
              </a:ext>
            </a:extLst>
          </p:cNvPr>
          <p:cNvSpPr txBox="1"/>
          <p:nvPr/>
        </p:nvSpPr>
        <p:spPr>
          <a:xfrm>
            <a:off x="8530216" y="5444078"/>
            <a:ext cx="1345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 your code with this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8AFB32-CF33-A4A1-C441-E993B35C1B66}"/>
              </a:ext>
            </a:extLst>
          </p:cNvPr>
          <p:cNvSpPr/>
          <p:nvPr/>
        </p:nvSpPr>
        <p:spPr>
          <a:xfrm>
            <a:off x="8530216" y="4682416"/>
            <a:ext cx="3661784" cy="21755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322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1167</TotalTime>
  <Words>194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system-ui</vt:lpstr>
      <vt:lpstr>Office Theme</vt:lpstr>
      <vt:lpstr>Spelling Bee: How Many Words                                Can you Find?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cp:lastPrinted>2026-10-30T16:03:08Z</cp:lastPrinted>
  <dcterms:created xsi:type="dcterms:W3CDTF">2026-10-29T20:35:59Z</dcterms:created>
  <dcterms:modified xsi:type="dcterms:W3CDTF">2026-10-30T16:03:48Z</dcterms:modified>
</cp:coreProperties>
</file>