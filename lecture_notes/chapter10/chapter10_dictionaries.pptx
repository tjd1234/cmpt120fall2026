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9" r:id="rId4"/>
    <p:sldId id="275" r:id="rId5"/>
    <p:sldId id="276" r:id="rId6"/>
    <p:sldId id="277" r:id="rId7"/>
    <p:sldId id="278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C71DF2-F709-6E4A-9138-DAE77A2E6212}">
          <p14:sldIdLst>
            <p14:sldId id="256"/>
            <p14:sldId id="257"/>
            <p14:sldId id="279"/>
            <p14:sldId id="275"/>
            <p14:sldId id="276"/>
            <p14:sldId id="277"/>
            <p14:sldId id="278"/>
          </p14:sldIdLst>
        </p14:section>
        <p14:section name="More Slides" id="{CAEF2919-5F3B-DE45-A569-8D282D1863C0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19B62D-2EBA-4548-AB41-0B7073EB4C29}" v="3" dt="2026-03-23T17:09:08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 addSection modSection">
      <pc:chgData name="Toby Donaldson" userId="2e6e5431-bb17-4c41-9985-d39c50d83c73" providerId="ADAL" clId="{F31BC264-820E-54C4-A6D1-F92AF9CC222E}" dt="2026-03-23T17:09:08.692" v="489"/>
      <pc:docMkLst>
        <pc:docMk/>
      </pc:docMkLst>
      <pc:sldChg chg="addSp delSp modSp mod">
        <pc:chgData name="Toby Donaldson" userId="2e6e5431-bb17-4c41-9985-d39c50d83c73" providerId="ADAL" clId="{F31BC264-820E-54C4-A6D1-F92AF9CC222E}" dt="2026-03-23T16:23:41.296" v="488" actId="21"/>
        <pc:sldMkLst>
          <pc:docMk/>
          <pc:sldMk cId="0" sldId="257"/>
        </pc:sldMkLst>
        <pc:spChg chg="mod">
          <ac:chgData name="Toby Donaldson" userId="2e6e5431-bb17-4c41-9985-d39c50d83c73" providerId="ADAL" clId="{F31BC264-820E-54C4-A6D1-F92AF9CC222E}" dt="2026-03-23T16:13:07.230" v="68" actId="113"/>
          <ac:spMkLst>
            <pc:docMk/>
            <pc:sldMk cId="0" sldId="257"/>
            <ac:spMk id="5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3:25.216" v="73" actId="21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Toby Donaldson" userId="2e6e5431-bb17-4c41-9985-d39c50d83c73" providerId="ADAL" clId="{F31BC264-820E-54C4-A6D1-F92AF9CC222E}" dt="2026-03-23T16:14:22.634" v="102" actId="1076"/>
          <ac:spMkLst>
            <pc:docMk/>
            <pc:sldMk cId="0" sldId="257"/>
            <ac:spMk id="7" creationId="{E3A706C3-08B5-2C56-FDEC-189A611CC3F6}"/>
          </ac:spMkLst>
        </pc:spChg>
        <pc:spChg chg="add del mod">
          <ac:chgData name="Toby Donaldson" userId="2e6e5431-bb17-4c41-9985-d39c50d83c73" providerId="ADAL" clId="{F31BC264-820E-54C4-A6D1-F92AF9CC222E}" dt="2026-03-23T16:23:41.296" v="488" actId="21"/>
          <ac:spMkLst>
            <pc:docMk/>
            <pc:sldMk cId="0" sldId="257"/>
            <ac:spMk id="8" creationId="{CFF2CD47-FED1-6290-EECF-705F493C4220}"/>
          </ac:spMkLst>
        </pc:spChg>
        <pc:spChg chg="del">
          <ac:chgData name="Toby Donaldson" userId="2e6e5431-bb17-4c41-9985-d39c50d83c73" providerId="ADAL" clId="{F31BC264-820E-54C4-A6D1-F92AF9CC222E}" dt="2026-03-23T16:11:34.959" v="7" actId="21"/>
          <ac:spMkLst>
            <pc:docMk/>
            <pc:sldMk cId="0" sldId="257"/>
            <ac:spMk id="19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1:42.017" v="9" actId="21"/>
          <ac:spMkLst>
            <pc:docMk/>
            <pc:sldMk cId="0" sldId="257"/>
            <ac:spMk id="20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1:40.143" v="8" actId="21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23T16:18:37.669" v="320" actId="313"/>
          <ac:spMkLst>
            <pc:docMk/>
            <pc:sldMk cId="0" sldId="257"/>
            <ac:spMk id="22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3.471" v="2" actId="21"/>
          <ac:spMkLst>
            <pc:docMk/>
            <pc:sldMk cId="0" sldId="257"/>
            <ac:spMk id="23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24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26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8.072" v="3" actId="21"/>
          <ac:spMkLst>
            <pc:docMk/>
            <pc:sldMk cId="0" sldId="257"/>
            <ac:spMk id="27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28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29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30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8.072" v="3" actId="21"/>
          <ac:spMkLst>
            <pc:docMk/>
            <pc:sldMk cId="0" sldId="257"/>
            <ac:spMk id="31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33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34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8.072" v="3" actId="21"/>
          <ac:spMkLst>
            <pc:docMk/>
            <pc:sldMk cId="0" sldId="257"/>
            <ac:spMk id="35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36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37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0:50.779" v="1" actId="21"/>
          <ac:spMkLst>
            <pc:docMk/>
            <pc:sldMk cId="0" sldId="257"/>
            <ac:spMk id="38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23T16:11:31.825" v="6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23T16:11:31.825" v="6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23T16:11:31.825" v="6" actId="107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23T16:11:31.825" v="6" actId="107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23T16:11:31.825" v="6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23T16:11:31.825" v="6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23T16:13:18.006" v="72" actId="20577"/>
          <ac:spMkLst>
            <pc:docMk/>
            <pc:sldMk cId="0" sldId="257"/>
            <ac:spMk id="45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23T16:11:54.703" v="10" actId="21"/>
          <ac:spMkLst>
            <pc:docMk/>
            <pc:sldMk cId="0" sldId="257"/>
            <ac:spMk id="46" creationId="{901CB583-383F-67DD-44D9-D73E6A401E4B}"/>
          </ac:spMkLst>
        </pc:spChg>
      </pc:sldChg>
      <pc:sldChg chg="addSp">
        <pc:chgData name="Toby Donaldson" userId="2e6e5431-bb17-4c41-9985-d39c50d83c73" providerId="ADAL" clId="{F31BC264-820E-54C4-A6D1-F92AF9CC222E}" dt="2026-03-23T17:09:08.692" v="489"/>
        <pc:sldMkLst>
          <pc:docMk/>
          <pc:sldMk cId="0" sldId="263"/>
        </pc:sldMkLst>
        <pc:inkChg chg="add">
          <ac:chgData name="Toby Donaldson" userId="2e6e5431-bb17-4c41-9985-d39c50d83c73" providerId="ADAL" clId="{F31BC264-820E-54C4-A6D1-F92AF9CC222E}" dt="2026-03-23T17:09:08.692" v="489"/>
          <ac:inkMkLst>
            <pc:docMk/>
            <pc:sldMk cId="0" sldId="263"/>
            <ac:inkMk id="62" creationId="{3A88C6CA-9D3C-57CD-E2F2-E2FE11A544F0}"/>
          </ac:inkMkLst>
        </pc:inkChg>
      </pc:sldChg>
      <pc:sldChg chg="add del">
        <pc:chgData name="Toby Donaldson" userId="2e6e5431-bb17-4c41-9985-d39c50d83c73" providerId="ADAL" clId="{F31BC264-820E-54C4-A6D1-F92AF9CC222E}" dt="2026-03-23T16:22:58.187" v="484" actId="2696"/>
        <pc:sldMkLst>
          <pc:docMk/>
          <pc:sldMk cId="1957305312" sldId="274"/>
        </pc:sldMkLst>
      </pc:sldChg>
      <pc:sldChg chg="delSp modSp add mod">
        <pc:chgData name="Toby Donaldson" userId="2e6e5431-bb17-4c41-9985-d39c50d83c73" providerId="ADAL" clId="{F31BC264-820E-54C4-A6D1-F92AF9CC222E}" dt="2026-03-23T16:19:48.757" v="377" actId="20577"/>
        <pc:sldMkLst>
          <pc:docMk/>
          <pc:sldMk cId="3489061562" sldId="275"/>
        </pc:sldMkLst>
        <pc:spChg chg="del">
          <ac:chgData name="Toby Donaldson" userId="2e6e5431-bb17-4c41-9985-d39c50d83c73" providerId="ADAL" clId="{F31BC264-820E-54C4-A6D1-F92AF9CC222E}" dt="2026-03-23T16:18:49.288" v="325" actId="21"/>
          <ac:spMkLst>
            <pc:docMk/>
            <pc:sldMk cId="3489061562" sldId="275"/>
            <ac:spMk id="7" creationId="{6A865A5F-61B0-19B9-EF6F-F1993F7D6AA8}"/>
          </ac:spMkLst>
        </pc:spChg>
        <pc:spChg chg="mod">
          <ac:chgData name="Toby Donaldson" userId="2e6e5431-bb17-4c41-9985-d39c50d83c73" providerId="ADAL" clId="{F31BC264-820E-54C4-A6D1-F92AF9CC222E}" dt="2026-03-23T16:19:48.757" v="377" actId="20577"/>
          <ac:spMkLst>
            <pc:docMk/>
            <pc:sldMk cId="3489061562" sldId="275"/>
            <ac:spMk id="8" creationId="{53E22D65-404F-A9C7-BCA8-E7E7670FD3C2}"/>
          </ac:spMkLst>
        </pc:spChg>
        <pc:spChg chg="mod">
          <ac:chgData name="Toby Donaldson" userId="2e6e5431-bb17-4c41-9985-d39c50d83c73" providerId="ADAL" clId="{F31BC264-820E-54C4-A6D1-F92AF9CC222E}" dt="2026-03-23T16:19:40.636" v="361" actId="207"/>
          <ac:spMkLst>
            <pc:docMk/>
            <pc:sldMk cId="3489061562" sldId="275"/>
            <ac:spMk id="22" creationId="{624F2D43-1DF6-1FF8-242F-56CA20D18216}"/>
          </ac:spMkLst>
        </pc:spChg>
      </pc:sldChg>
      <pc:sldChg chg="modSp add mod">
        <pc:chgData name="Toby Donaldson" userId="2e6e5431-bb17-4c41-9985-d39c50d83c73" providerId="ADAL" clId="{F31BC264-820E-54C4-A6D1-F92AF9CC222E}" dt="2026-03-23T16:21:46.251" v="450" actId="20577"/>
        <pc:sldMkLst>
          <pc:docMk/>
          <pc:sldMk cId="4022263178" sldId="276"/>
        </pc:sldMkLst>
        <pc:spChg chg="mod">
          <ac:chgData name="Toby Donaldson" userId="2e6e5431-bb17-4c41-9985-d39c50d83c73" providerId="ADAL" clId="{F31BC264-820E-54C4-A6D1-F92AF9CC222E}" dt="2026-03-23T16:20:53.918" v="447" actId="207"/>
          <ac:spMkLst>
            <pc:docMk/>
            <pc:sldMk cId="4022263178" sldId="276"/>
            <ac:spMk id="8" creationId="{57973516-2145-AF6E-5920-43C7B9E7380E}"/>
          </ac:spMkLst>
        </pc:spChg>
        <pc:spChg chg="mod">
          <ac:chgData name="Toby Donaldson" userId="2e6e5431-bb17-4c41-9985-d39c50d83c73" providerId="ADAL" clId="{F31BC264-820E-54C4-A6D1-F92AF9CC222E}" dt="2026-03-23T16:21:46.251" v="450" actId="20577"/>
          <ac:spMkLst>
            <pc:docMk/>
            <pc:sldMk cId="4022263178" sldId="276"/>
            <ac:spMk id="22" creationId="{9E0DB6B0-C700-B066-1CE7-968B0C2E0522}"/>
          </ac:spMkLst>
        </pc:spChg>
      </pc:sldChg>
      <pc:sldChg chg="add ord">
        <pc:chgData name="Toby Donaldson" userId="2e6e5431-bb17-4c41-9985-d39c50d83c73" providerId="ADAL" clId="{F31BC264-820E-54C4-A6D1-F92AF9CC222E}" dt="2026-03-23T16:22:45.540" v="483" actId="20578"/>
        <pc:sldMkLst>
          <pc:docMk/>
          <pc:sldMk cId="1421185718" sldId="277"/>
        </pc:sldMkLst>
      </pc:sldChg>
      <pc:sldChg chg="modSp add mod">
        <pc:chgData name="Toby Donaldson" userId="2e6e5431-bb17-4c41-9985-d39c50d83c73" providerId="ADAL" clId="{F31BC264-820E-54C4-A6D1-F92AF9CC222E}" dt="2026-03-23T16:22:28.131" v="482" actId="207"/>
        <pc:sldMkLst>
          <pc:docMk/>
          <pc:sldMk cId="3775851567" sldId="278"/>
        </pc:sldMkLst>
        <pc:spChg chg="mod">
          <ac:chgData name="Toby Donaldson" userId="2e6e5431-bb17-4c41-9985-d39c50d83c73" providerId="ADAL" clId="{F31BC264-820E-54C4-A6D1-F92AF9CC222E}" dt="2026-03-23T16:22:28.131" v="482" actId="207"/>
          <ac:spMkLst>
            <pc:docMk/>
            <pc:sldMk cId="3775851567" sldId="278"/>
            <ac:spMk id="8" creationId="{9B118F23-1A39-661F-7823-6AA1EAE6AD72}"/>
          </ac:spMkLst>
        </pc:spChg>
        <pc:spChg chg="mod">
          <ac:chgData name="Toby Donaldson" userId="2e6e5431-bb17-4c41-9985-d39c50d83c73" providerId="ADAL" clId="{F31BC264-820E-54C4-A6D1-F92AF9CC222E}" dt="2026-03-23T16:22:05.638" v="453" actId="207"/>
          <ac:spMkLst>
            <pc:docMk/>
            <pc:sldMk cId="3775851567" sldId="278"/>
            <ac:spMk id="22" creationId="{CC90ADFF-69C3-BED9-BB57-AF4FF3460F76}"/>
          </ac:spMkLst>
        </pc:spChg>
      </pc:sldChg>
      <pc:sldChg chg="add">
        <pc:chgData name="Toby Donaldson" userId="2e6e5431-bb17-4c41-9985-d39c50d83c73" providerId="ADAL" clId="{F31BC264-820E-54C4-A6D1-F92AF9CC222E}" dt="2026-03-23T16:23:36.279" v="487" actId="2890"/>
        <pc:sldMkLst>
          <pc:docMk/>
          <pc:sldMk cId="1877289333" sldId="27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6:44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1826 4789 24575,'32'0'0,"-4"0"0,-3 0 0,0 0 0,6 0 0,-1 0 0,1 0 0,-6 0 0,-1 0 0,9 0 0,0 0 0,-3 0 0,0 0 0,2 0 0,1 0 0,3 0 0,0 0-369,-10 0 0,1 0 0,1 0 369,8 0 0,1 0 0,0 0 0,-4 0 0,-1 0 0,0 0 0,5 0 0,0 0 0,-1 0 0,-4 0 0,-1 0 0,-1 0-179,-3 0 0,0 0 1,0 0 178,3 0 0,0 0 0,0 0 0,5 1 0,-1-2 0,-4-8 0,0 0 0,2 8 0,-2-2 0,1-15 0,-7 17 0,1 2 1076,3-1-1076,-8 0 0,-1 0 567,9 0-567,4 0 0,-17 0 0,14 0 0,-1 0 0,-7 0 0,-1 0 0,8 0 0,1 0 0,-26 0 0,9 0 0</inkml:trace>
  <inkml:trace contextRef="#ctx0" brushRef="#br0" timeOffset="1835">6773 4842 24575,'15'0'0,"9"0"0,5 0 0,-4 0 0,1 0 0,0 0 0,1 0 0,1 0-654,2 0 1,0 0-1,0 0 654,2 0 0,1 0 0,0 0 0,3 0 0,1 0 0,-1 0 0,-8 0 0,1 0 0,-1 0 0,0 0 0,8 0 0,-1 0 0,-1 0 0,-7 0 0,0 0 0,0 0 146,-1 0 0,0 1 0,-1-2-146,8-5 0,1 0 0,-5 5 0,1 1 0,0-2-250,-2-5 1,-1-2 0,2 2 249,0 4 0,2 3 0,0 1 0,0-2 0,6-2 0,-1-1 0,0-1 0,-1-1 0,-1-1 0,-2 2 0,6 4 0,-4-2 0,-7-6 0,-4 0 940,5 9-940,-9 0 0,0 0 146,9 0-146,5 0 1185,-19 0-1185,-2 18 0,-12-14 0,0 14 0</inkml:trace>
  <inkml:trace contextRef="#ctx0" brushRef="#br0" timeOffset="7701">11483 4749 24575,'26'0'0,"-1"0"0,-1 0 0,2 0 0,2 0 0,1 0 0,2 0 0,1 0 0,1 0-656,-2 0 1,1 0-1,0 0 1,1 0 0,1 0 185,2 0 0,2 0 0,0 0 0,-1 0 0,1 0 470,-2 0 0,0 0 0,0 0 0,0 0 0,-1 0-153,-4 0 1,0 0 0,-1 0 0,0 0 0,1 0 152,0 0 0,0 0 0,0 0 0,0 0 0,-1 0 0,3 0 0,-1 0 0,0 0 0,0 0-2,3 0 0,0 0 1,-1 0-1,1 0 2,-2 0 0,0 0 0,-1 0 0,0 0 0,-1 0 0,-2 0 0,1 0 0,1 0 0,4 0 0,1 0 0,0 0 0,0 0 0,-4 0 0,1 0 0,-1 0 0,0 0 0,0 0 0,0 0 0,0 0 0,-2 0-83,5 0 1,-2 0 0,-2 0 82,6 0 0,-2 0 1205,-7 0 1,-3 0-1206,3 0 0,-11 0 0,-17 0 0</inkml:trace>
  <inkml:trace contextRef="#ctx0" brushRef="#br0" timeOffset="34499">16589 4564 24575,'0'15'0,"12"-3"0,20-12 0,-3 0 0,3 0 0,1-1 0,3 2-188,-7 4 1,2 2 0,-2-2 187,7-4 0,-2 3 69,-4 10 1,0 1-70,1-13 0,0-1 0,-8 11 0,2-1 0,0-8 0,1-4 0,1 2-248,0 8 1,-1 2 0,2-1 247,2-5 0,1 0 0,0 1 0,0 5 0,0 3 0,0-1 0,0-3 0,0 0 0,0-2 0,-3-1 0,-1-1 0,-2 2 0,1 4 0,-3-1 0,-1-9 0,-3-1 408,2 11-408,1-11 0,1-2 0,14 1 0,-5 0 757,-8 0-757,-21 0 0,26 0 0,-24 0 0,24 0 0,-8 0 0,7 0 0,-8 0 0,4 0 0,-4 0 0,-4 0 0,2 0 0,-18 0 0,-18 0 0,14 0 0,-14 0 0,18 0 0,0 0 0</inkml:trace>
  <inkml:trace contextRef="#ctx0" brushRef="#br0" timeOffset="47116">21934 4882 24575,'34'0'0,"-2"0"0,0 0 0,-4 0 0,-9 0 0,1 0 0,-1 0 0,1 0 0,1 0 0,-1 0 0,1 0 0,-2 0 0,13 0 0,-17 0 0,15 0 0,-26 0 0,14 0 0</inkml:trace>
  <inkml:trace contextRef="#ctx0" brushRef="#br0" timeOffset="49982">18600 9287 24575,'15'0'0,"12"0"0,5 0 0,-1 0 0,2 0-768,-5 0 1,2 0-1,1 0 1,-1 0 767,1 0 0,-1 0 0,0 0 0,0 0 0,-2 0 0,1 0 0,-1 0 0,0 0 0,3 0 0,-1 0 0,1 0 0,-1 0 0,7 0 0,-2 0 0,2 0 0,-5 0 0,1 0 0,0 0 0,0 0 0,-3 0 0,0 1 0,0-1 0,0-1 0,0-3 0,0-1 0,0 0 0,-1 1 0,8 3 0,-2 0 0,-1-1 205,-6-4 1,-1-1 0,-1 2-206,0 4 0,0 2 0,-2-1 292,1 0 0,-1 0-292,-1 0 0,0 0 0,9 0 0,0 0 1575,-16 0-1575,2 0 294,-18 0-294,12 0 0,2 0 0,19 0 0,-11 0 0,1 0 0,1 0 0,1 0 0,7 0 0,1 0 0,-12 0 0,0 0 0,12 0 0,-4 0 0,-10 0 0,6 0 0,-3 0 0,-18 0 0,14 0 0</inkml:trace>
  <inkml:trace contextRef="#ctx0" brushRef="#br0" timeOffset="53517">7329 5292 24575,'26'0'0,"0"0"0,0 0 0,6 0 0,1 0 0,0 0 0,0 0 0,-1 0 0,0 0-486,5 0 1,1 0 0,-2 0 485,-8 0 0,-1 0 0,-2 0 0,7 0 0,-3 0 118,3 0 0,-20 0 1,-12 0-1</inkml:trace>
  <inkml:trace contextRef="#ctx0" brushRef="#br0" timeOffset="54933">16206 5199 24575,'23'0'0,"-1"0"0,4 0 0,2 0 0,1 0 0,0 0 0,1 0 0,2 0-820,-1 0 1,1 0 0,2 0 0,0 0 679,0 0 1,1 0 0,-1 0-1,1 0 140,-3 0 0,1 0 0,-1 0 0,0 0 0,1 0 0,0 0 0,0 0 0,-1 0 155,5 0 0,-2 0 0,-1 0-155,-6 0 0,-1 0 0,-1 0 393,7 0 1,-2 0-394,-9 0 0,-4 0 0,3 0 0,-10 0 0</inkml:trace>
  <inkml:trace contextRef="#ctx0" brushRef="#br0" timeOffset="64233">6826 4974 24575,'32'0'0,"-1"0"0,-5 0 0,1 0 0,1 0 0,1 0 0,3 0 0,0 0 0,0 0-820,3 0 1,0 0 0,1 0 0,-1 0 615,2 0 1,0 0 0,0 0 0,-1 0 203,0 0 0,-1 0 0,-1 0 0,0 0 63,-5 0 1,0 0 0,-2 0 0,1 0-64,4 0 0,-2 0 0,0 0 243,-3 0 0,-1 0 1,-1 0-244,9 0 0,-2 0 0,-1 0 0,-1 0 0,-3 0 0,-1 0 2047,1 0-2047,-9 0 0,-18 0 0,0 0 0</inkml:trace>
  <inkml:trace contextRef="#ctx0" brushRef="#br0" timeOffset="65967">16431 4882 24575,'30'0'0,"1"0"0,-1 0 0,1 0 0,1 0 0,1 0 0,1 0 0,1 0 0,1 0 0,-2 0 0,0 0 0,2 0 0,-1 0 0,1 0 0,-1 0-547,2 0 1,0 0 0,0 0 0,0 0 0,0 0 0,0 0-1,0 0 1,1 0 0,-1 0 0,0 0 0,0 0 0,-2 0 477,0 0 1,-1 0 0,-1 0 0,1 0 0,-1 0 98,0 0 0,0 0 0,1 0 0,-2 0 1,-1 0-31,1 0 0,-2 0 0,0 0 0,-1 0 454,5 0 1,-1 0-1,-2 0-454,0 0 0,-2 0 0,-2 0 0,-4 0 0,-7 0 0,2 0 0,-18 0 0</inkml:trace>
  <inkml:trace contextRef="#ctx0" brushRef="#br0" timeOffset="96015">17912 10478 24575,'22'0'0,"0"0"0,13 0 0,2 0 0,-4 0 0,1 0 0,1 0-820,-6-1 1,1 0 0,1 1 0,-1 2 807,3 1 0,0 2 0,0 0 0,-1-1 12,5-2 0,-2-1 0,2 1 0,-6 1 0,2 3 0,-1-1 0,0-2 0,4-2 0,0-1 0,1-1 0,-5 1 0,1 0 0,0 0 0,-1 0 0,5 0 0,-1 0 0,0 0 82,2 0 0,-1 0 0,-2 0-82,-6 0 0,-3 0 0,0 0 0,11 0 0,-2 0 340,-2 0 1,-1 0-341,-2 0 0,0 0 0,3 0 0,0 0 0,-2 0 0,-1 0 0,2 0 0,0 0 0,-2 0 0,1 0 0,-6 0 0,2 0 0,-1 0 0,8 0 0,1 0 0,-9 0 0,0 0 0,0 0 0,4 0 0,0 0 837,2 0 0,0 0-837,-2 0 0,1 0 0,-6 0 0,2 0 0,-1 0 0,8 0 0,1 0 0,-10 0 0,1 0 0,1 0 0,-1 0 0,0 0 0,0 0 0,5 0 0,1 0 0,-1 0 0,1 0 0,-1 0 0,-2 0 0,1 0 0,-4 0 0,3 0 0,-2 0 0,5 0 0,-4 0 676,9 0-676,-16 2 0,-1-4 48,1-15-48,7 12 0,4-12 0,-11 10 0,2 2 0,6 4 0,2-1-436,0-7 1,3-3 0,0 3 435,1 7 0,1 2 0,2-2-409,-6-4 0,1-3 0,0 1 0,-1 2 409,-1 4 0,-1 2 0,0 0 0,0-1 0,-1-4 0,-1-2 0,0 0 0,0 2-188,10 3 0,-1 2 0,-2-1 188,-8-3 0,-2 0 0,0 0 0,11 4 0,-2 0 0,-12 0 0,-4 0 1156,3 0-1156,8 0 1692,-25 0-1692,14 0 658,-6 0-658,3 0 0,5 0 0,4 0 0,-1 6 0,2 0 0,8-5 0,0 1 0,-2 10 0,-1 0 0,-3-11 0,-2 1 0,3 9 0,2-11 0,-27 0 0,8 0 0</inkml:trace>
  <inkml:trace contextRef="#ctx0" brushRef="#br0" timeOffset="107099">20055 7329 24575,'0'-26'0,"0"4"0,0-1 0,0-13 0,5 13 0,2 0 0,8-9 0,0-1 0,-1 20 0,1-2 0,-7-4 0,0 0 0,8 5 0,0 0 0,1-10 0,-1-2 0,-3 11 0,2-1 0,5-5 0,-2-2 0,-2-9 0,-1 18 0,0 0 0,-1-6 0,1-10 0,-3 26 0,5-26 0,-12 27 0,12-8 0,-17 11 0,0 0 0,12 0 0,3-12 0,17 9 0,-10-6 0,2-3 0,-1 4 0,1 5 0,1 1 0,10-7 0,-1 1 0,-14 7 0,-2 2 0,10-1 0,-7 0 0,2 0 0,-2 0 0,7 0 0,-4 8 0,2 1 0,4-4 0,-4 9 0,-2 1 0,4-12 0,-11 9 0,-1-1 0,-2-8 0,2 12 0,-2 0 0,-10-11 0,26 14 0,-27-6 0,8-10 0,1 10 0,-9 6 0,26-14 0,-12 26 0,1-28 0,2-1 0,8 22 0,-11-12 0,-2-1 0,0 6 0,0 0 0,-1-3 0,-9-10 0,10 9 0,-1 0 0,-11-9 0,9 8 0,-12 7 0,11-13 0,-8 24 0,27-26 0,-14 26 0,4-24 0,-8 24 0,6-26 0,-14 21 0,14-22 0,-18 28 0,0-26 0,0 26 0,0-27 0,12 26 0,-9-13 0,8 0 0,1 1 0,-9 15 0,9-16 0,-12 13 0,0-26 0,0 9 0,-12-12 0,9 0 0,-20 0 0,20 0 0,-27-12 0,14 9 0,-4-26 0,-10 25 0,14-26 0,-5 16 0,-2-1 0,2 3 0,5-6 0,-1 14 0,17-14 0,-12 18 0,9 0 0,-9 0 0,0 0 0,9-11 0,-8 8 0,-7-9 0,14 12 0,4 0 0,4 0 0,14 0 0,-7 0 0,4 0 0,0 0 0,14 12 0,-24-9 0,24 8 0,-26-11 0,20 18 0,-20-14 0,27 14 0,-26-18 0,26 12 0,-10-9 0,8 20 0,4-20 0,1 9 0,-17-12 0,2 0 0,-18 18 0,0-14 0,11 14 0,-8-18 0,9 0 0,-12 0 0,0-18 0,0 14 0,0-14 0,0 6 0,0 9 0,0-8 0,0-1 0,0 9 0,12-9 0,-9-6 0,26 2 0,-21-8 0,0-2 0,11 11 0,0-1 0,-5-10 0,0 2 0,19 8 0,-19-13 0,-2 26 0,-12-9 0,0 12 0,0 0 0,18-17 0,-14 12 0,14-24 0,-18 26 0,0-9 0,0 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815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6A71E-361A-4DA3-5855-8B5EE63D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E13A1-DB39-47D8-E29C-9429880FE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F893D-FFBD-139B-0EA7-2D7478043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A0196-9D81-7EEA-A702-9D035C7B4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7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0285-CA00-8AE8-2D95-2250E290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75D3A-FFE1-9951-9F6F-71EB4C4C8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1AFB9-2BAB-1586-33BB-A6F897D0D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A5E3F-2400-4980-A3F1-69860676D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75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89D6-D23B-23BC-5D3E-17A1519A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B0218-9946-3828-AEAB-9878347FE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8B8DF-F514-BC80-2BAA-915721998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D4CD7-043D-2566-5257-DDD272C28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42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CD88-6CF4-AE34-E19E-874ADBE9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B9337-6D36-DAAD-2D06-B8F31BA7E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9F0B9-C161-B5BA-D7A0-3466061E4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35EE7-F430-C0E0-8649-9A11ECE21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80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6C74-B716-FF7E-87E3-1ADFD4A17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D05E5-6C62-2F44-E9F1-3C6F66D42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1852C-6D71-644B-4C40-F73B7F8B1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1140E-40AB-F5A8-191C-A2A4EAD0AE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27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20840" y="502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7208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'spring':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72084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'summer':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2084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'fall':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2084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1920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463040"/>
            <a:ext cx="6217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Dictionaries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20040" y="37033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Pairs  ·  Hashing  ·  Fast Lookup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2004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CMPT 120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Dictionary?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a collection of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where each key is unique.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90145" y="1188720"/>
            <a:ext cx="4206240" cy="2728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'spring' : 1,  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'summer' : 4,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'fall'   : 7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04088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63440" y="414825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properties: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 lookup</a:t>
            </a:r>
            <a:endParaRPr lang="en-US" sz="11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706C3-08B5-2C56-FDEC-189A611CC3F6}"/>
              </a:ext>
            </a:extLst>
          </p:cNvPr>
          <p:cNvSpPr txBox="1"/>
          <p:nvPr/>
        </p:nvSpPr>
        <p:spPr>
          <a:xfrm>
            <a:off x="5670073" y="3478581"/>
            <a:ext cx="21929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Has 3 </a:t>
            </a:r>
            <a:r>
              <a:rPr lang="en-US" dirty="0" err="1"/>
              <a:t>key:value</a:t>
            </a:r>
            <a:r>
              <a:rPr lang="en-US" dirty="0"/>
              <a:t> pairs.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C9C4A-BFD9-8DAA-E28B-08DD3DEB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8445D0-17C2-B81B-FC00-8B19D044F5E1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A94664-3845-E427-C065-005A1DA1FDB4}"/>
              </a:ext>
            </a:extLst>
          </p:cNvPr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CE25C6-B159-C33C-B750-AF91E21B65B8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Dictionary?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443731-6141-95AF-2DD6-23F4CE3E66E0}"/>
              </a:ext>
            </a:extLst>
          </p:cNvPr>
          <p:cNvSpPr/>
          <p:nvPr/>
        </p:nvSpPr>
        <p:spPr>
          <a:xfrm>
            <a:off x="274320" y="777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a collection of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where each key is unique.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33896CA-8742-5AB2-8E49-FED8B46EBC6B}"/>
              </a:ext>
            </a:extLst>
          </p:cNvPr>
          <p:cNvSpPr/>
          <p:nvPr/>
        </p:nvSpPr>
        <p:spPr>
          <a:xfrm>
            <a:off x="4190145" y="1188720"/>
            <a:ext cx="4206240" cy="2728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'spring' : 1,  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'summer' : 4,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'fall'   : 7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735A583-3F1B-190E-B782-9C213D73ADDD}"/>
              </a:ext>
            </a:extLst>
          </p:cNvPr>
          <p:cNvSpPr/>
          <p:nvPr/>
        </p:nvSpPr>
        <p:spPr>
          <a:xfrm>
            <a:off x="704088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0108C6C-3041-378E-0E7E-4ABD2A3520E0}"/>
              </a:ext>
            </a:extLst>
          </p:cNvPr>
          <p:cNvSpPr/>
          <p:nvPr/>
        </p:nvSpPr>
        <p:spPr>
          <a:xfrm>
            <a:off x="4663440" y="414825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properties:</a:t>
            </a:r>
            <a:endParaRPr lang="en-US" sz="12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0617743-196C-8BD6-48B5-9849275F868C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9113DB1-D2C8-F35C-2151-2D0CA136A5EA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</a:t>
            </a:r>
            <a:endParaRPr lang="en-US" sz="11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1939CB3-7526-B351-BE33-A42D1582166A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0DE4839-AFFB-F3A1-5BE4-922B81276B48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9E0F938-4FA0-942D-A6EF-5DCECDD43CD9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EFEE242-9BDE-8738-F5F3-4333103019F4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 lookup</a:t>
            </a:r>
            <a:endParaRPr lang="en-US" sz="11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DFF2F-7603-CF43-239F-DAA3327D2F77}"/>
              </a:ext>
            </a:extLst>
          </p:cNvPr>
          <p:cNvSpPr txBox="1"/>
          <p:nvPr/>
        </p:nvSpPr>
        <p:spPr>
          <a:xfrm>
            <a:off x="5670073" y="3478581"/>
            <a:ext cx="21929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Has 3 </a:t>
            </a:r>
            <a:r>
              <a:rPr lang="en-US" dirty="0" err="1"/>
              <a:t>key:value</a:t>
            </a:r>
            <a:r>
              <a:rPr lang="en-US" dirty="0"/>
              <a:t> pairs.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6D909-6B10-C5AA-FAFA-3A7D7864748E}"/>
              </a:ext>
            </a:extLst>
          </p:cNvPr>
          <p:cNvSpPr txBox="1"/>
          <p:nvPr/>
        </p:nvSpPr>
        <p:spPr>
          <a:xfrm>
            <a:off x="18288" y="1937181"/>
            <a:ext cx="47436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['fall'])   # 7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['spring']) #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['sum'])    #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KeyError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28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3DE2A-74B9-AA37-E261-4D8B2B1A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7E9C6B-3E03-A4ED-1C51-B6B811F6D13B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364B154-63A3-0310-30FD-BCDDAB8B2ED2}"/>
              </a:ext>
            </a:extLst>
          </p:cNvPr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C01CEE-CF86-9BA0-342F-2EE42B0C6F3F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Dictionary?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19ED3D-ABEC-F933-1B2A-326272AF2831}"/>
              </a:ext>
            </a:extLst>
          </p:cNvPr>
          <p:cNvSpPr/>
          <p:nvPr/>
        </p:nvSpPr>
        <p:spPr>
          <a:xfrm>
            <a:off x="274320" y="777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a collection of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where each key is unique.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24F2D43-1DF6-1FF8-242F-56CA20D18216}"/>
              </a:ext>
            </a:extLst>
          </p:cNvPr>
          <p:cNvSpPr/>
          <p:nvPr/>
        </p:nvSpPr>
        <p:spPr>
          <a:xfrm>
            <a:off x="4663440" y="883920"/>
            <a:ext cx="4206240" cy="2728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'spring' : 1,</a:t>
            </a:r>
            <a:b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'sum'    : 4,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'summer' : 4,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'fall'   : 7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68FBB4A-ADF9-FDA7-5C04-BD636226A02B}"/>
              </a:ext>
            </a:extLst>
          </p:cNvPr>
          <p:cNvSpPr/>
          <p:nvPr/>
        </p:nvSpPr>
        <p:spPr>
          <a:xfrm>
            <a:off x="704088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1D86986-3BBF-8ABE-6241-5AE64774177C}"/>
              </a:ext>
            </a:extLst>
          </p:cNvPr>
          <p:cNvSpPr/>
          <p:nvPr/>
        </p:nvSpPr>
        <p:spPr>
          <a:xfrm>
            <a:off x="4663440" y="414825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properties:</a:t>
            </a:r>
            <a:endParaRPr lang="en-US" sz="12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D8A9003-2FDD-3682-5F5C-48D9F8F9C26F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367BFE1-36A8-519C-CAD1-D754DDF2A8D1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</a:t>
            </a:r>
            <a:endParaRPr lang="en-US" sz="11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C292866-60F2-5F7E-C8E0-1E9CB4FEBECA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1CBA001-15F7-764A-6658-1A0C206843EB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C0F5D8E-6075-4CBF-7594-2040FB100FDA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825093E-2F75-3D88-C4F9-093F10406327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 lookup</a:t>
            </a:r>
            <a:endParaRPr lang="en-US" sz="11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22D65-404F-A9C7-BCA8-E7E7670FD3C2}"/>
              </a:ext>
            </a:extLst>
          </p:cNvPr>
          <p:cNvSpPr txBox="1"/>
          <p:nvPr/>
        </p:nvSpPr>
        <p:spPr>
          <a:xfrm>
            <a:off x="18288" y="1937181"/>
            <a:ext cx="47436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['fall'])   # 7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['spring']) #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['sum'])    #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KeyError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['sum'] = 4  # add new pair</a:t>
            </a:r>
          </a:p>
        </p:txBody>
      </p:sp>
    </p:spTree>
    <p:extLst>
      <p:ext uri="{BB962C8B-B14F-4D97-AF65-F5344CB8AC3E}">
        <p14:creationId xmlns:p14="http://schemas.microsoft.com/office/powerpoint/2010/main" val="348906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D927E-F4AA-A86C-D495-2EE17BF1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B2649F-3F2B-C04E-7C00-B7981F3F87F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613FD3-204A-0526-73A1-64C79FD633F4}"/>
              </a:ext>
            </a:extLst>
          </p:cNvPr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32B2B0-27BD-816D-61EA-0E22F59F635C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Dictionary?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393D45-A1B4-9EDA-AFF6-576768360237}"/>
              </a:ext>
            </a:extLst>
          </p:cNvPr>
          <p:cNvSpPr/>
          <p:nvPr/>
        </p:nvSpPr>
        <p:spPr>
          <a:xfrm>
            <a:off x="274320" y="777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a collection of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where each key is unique.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E0DB6B0-C700-B066-1CE7-968B0C2E0522}"/>
              </a:ext>
            </a:extLst>
          </p:cNvPr>
          <p:cNvSpPr/>
          <p:nvPr/>
        </p:nvSpPr>
        <p:spPr>
          <a:xfrm>
            <a:off x="4663440" y="883920"/>
            <a:ext cx="4206240" cy="2728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'spring' : 1,</a:t>
            </a:r>
            <a:b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3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'sum'    : 4,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'summer' : 4,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'fall'   : 8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E04A354-BFC4-088A-898C-B936064E0820}"/>
              </a:ext>
            </a:extLst>
          </p:cNvPr>
          <p:cNvSpPr/>
          <p:nvPr/>
        </p:nvSpPr>
        <p:spPr>
          <a:xfrm>
            <a:off x="704088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840FF1F-544C-E749-7E7B-62A869BACA61}"/>
              </a:ext>
            </a:extLst>
          </p:cNvPr>
          <p:cNvSpPr/>
          <p:nvPr/>
        </p:nvSpPr>
        <p:spPr>
          <a:xfrm>
            <a:off x="4663440" y="414825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properties:</a:t>
            </a:r>
            <a:endParaRPr lang="en-US" sz="12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66B0756-7C5D-87CB-30CA-6AB02384F9FB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7A19B85-19C2-5D28-467C-013CDEF77633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</a:t>
            </a:r>
            <a:endParaRPr lang="en-US" sz="11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0F7E672-D1EC-59ED-1FD3-09B6AE50A530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509339DB-9461-B4DF-C0C0-A3B753EB9176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80B0770-A60B-521E-8C9A-A0BC0A7EA2C3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7E774E4-EDF5-507C-210C-965D1FDA4EE0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 lookup</a:t>
            </a:r>
            <a:endParaRPr lang="en-US" sz="11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973516-2145-AF6E-5920-43C7B9E7380E}"/>
              </a:ext>
            </a:extLst>
          </p:cNvPr>
          <p:cNvSpPr txBox="1"/>
          <p:nvPr/>
        </p:nvSpPr>
        <p:spPr>
          <a:xfrm>
            <a:off x="18288" y="1937181"/>
            <a:ext cx="47436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['fall'])   # 7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['spring']) #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['sum'])    #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KeyError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['sum'] = 4  # add new pair</a:t>
            </a: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['fall'] = 8 # change pair</a:t>
            </a:r>
          </a:p>
        </p:txBody>
      </p:sp>
    </p:spTree>
    <p:extLst>
      <p:ext uri="{BB962C8B-B14F-4D97-AF65-F5344CB8AC3E}">
        <p14:creationId xmlns:p14="http://schemas.microsoft.com/office/powerpoint/2010/main" val="402226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F119C-2EA5-0F81-1ED6-704CFAA95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F60172-061E-D074-15B3-7A4C51FBDD0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0A713B-BFA6-F970-1D21-ACB59DECF439}"/>
              </a:ext>
            </a:extLst>
          </p:cNvPr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B8813F-94DF-219A-1894-E9B1FBE05B0B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Dictionary?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FE0479-33EA-09BF-2637-8E779A8289E0}"/>
              </a:ext>
            </a:extLst>
          </p:cNvPr>
          <p:cNvSpPr/>
          <p:nvPr/>
        </p:nvSpPr>
        <p:spPr>
          <a:xfrm>
            <a:off x="274320" y="777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a collection of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where each key is unique.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1E97700-4044-A658-BA71-0E74BB34194A}"/>
              </a:ext>
            </a:extLst>
          </p:cNvPr>
          <p:cNvSpPr/>
          <p:nvPr/>
        </p:nvSpPr>
        <p:spPr>
          <a:xfrm>
            <a:off x="4663440" y="883920"/>
            <a:ext cx="4206240" cy="2728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'spring' : 1,</a:t>
            </a:r>
            <a:b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3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'sum'    : 4,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'summer' : 4,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'fall'   : 7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31B2F43-1CF7-D4B2-D8D9-6C593F2BBA8E}"/>
              </a:ext>
            </a:extLst>
          </p:cNvPr>
          <p:cNvSpPr/>
          <p:nvPr/>
        </p:nvSpPr>
        <p:spPr>
          <a:xfrm>
            <a:off x="704088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5C55FDD-B8AA-B6BF-4FF1-45C91039ADD8}"/>
              </a:ext>
            </a:extLst>
          </p:cNvPr>
          <p:cNvSpPr/>
          <p:nvPr/>
        </p:nvSpPr>
        <p:spPr>
          <a:xfrm>
            <a:off x="4663440" y="414825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properties:</a:t>
            </a:r>
            <a:endParaRPr lang="en-US" sz="12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ADF9AE2-CDD5-EF79-02F2-356E9C039AE1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765F7A3-EB0A-4BE3-DEE7-F013E8932761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</a:t>
            </a:r>
            <a:endParaRPr lang="en-US" sz="11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B888D5E-3122-3C81-736A-96B7453954C7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D8571C5-20C6-BDF7-B9DD-C84589C307EE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84CB0E6-FA0D-8786-5908-AA19F36FF7CE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A00EB97-3C17-887C-8004-44B0D5A36084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 lookup</a:t>
            </a:r>
            <a:endParaRPr lang="en-US" sz="11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89E0EF-D32E-1977-0BEA-42F7D2860813}"/>
              </a:ext>
            </a:extLst>
          </p:cNvPr>
          <p:cNvSpPr txBox="1"/>
          <p:nvPr/>
        </p:nvSpPr>
        <p:spPr>
          <a:xfrm>
            <a:off x="18288" y="1937181"/>
            <a:ext cx="47436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['fall'])   # 7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['spring']) #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['sum'])    #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KeyError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['sum'] = 4  # add new pair</a:t>
            </a: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['fall'] = 8 # change pair</a:t>
            </a:r>
          </a:p>
        </p:txBody>
      </p:sp>
    </p:spTree>
    <p:extLst>
      <p:ext uri="{BB962C8B-B14F-4D97-AF65-F5344CB8AC3E}">
        <p14:creationId xmlns:p14="http://schemas.microsoft.com/office/powerpoint/2010/main" val="1421185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88961-08A1-7474-96C1-07E2C9B1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B9E2CD-5103-8A5A-CA11-6F5353273C2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DD4DC3-C043-0D97-D53A-68CBD147FDBF}"/>
              </a:ext>
            </a:extLst>
          </p:cNvPr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CBF909-656B-5A5B-945F-E116E22835E6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Dictionary?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5DED27-3282-05AC-190F-0D595BFABBCD}"/>
              </a:ext>
            </a:extLst>
          </p:cNvPr>
          <p:cNvSpPr/>
          <p:nvPr/>
        </p:nvSpPr>
        <p:spPr>
          <a:xfrm>
            <a:off x="274320" y="777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a collection of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where each key is unique.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C90ADFF-69C3-BED9-BB57-AF4FF3460F76}"/>
              </a:ext>
            </a:extLst>
          </p:cNvPr>
          <p:cNvSpPr/>
          <p:nvPr/>
        </p:nvSpPr>
        <p:spPr>
          <a:xfrm>
            <a:off x="4663440" y="883920"/>
            <a:ext cx="4206240" cy="2728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'spring' : 1,</a:t>
            </a:r>
            <a:b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3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'sum'    : 4,</a:t>
            </a: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'summer' : 4,   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3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'fall'   : 8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8DE7DF0-1015-D196-2018-BDF8A07E17E8}"/>
              </a:ext>
            </a:extLst>
          </p:cNvPr>
          <p:cNvSpPr/>
          <p:nvPr/>
        </p:nvSpPr>
        <p:spPr>
          <a:xfrm>
            <a:off x="704088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C584017-FDE2-B895-CD36-CC651A6C9C3A}"/>
              </a:ext>
            </a:extLst>
          </p:cNvPr>
          <p:cNvSpPr/>
          <p:nvPr/>
        </p:nvSpPr>
        <p:spPr>
          <a:xfrm>
            <a:off x="4663440" y="414825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properties:</a:t>
            </a:r>
            <a:endParaRPr lang="en-US" sz="12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9EE19E6-FA74-7F23-8A14-98F5495ABBAA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5AE7B76-4825-B878-0A8D-AFC95F0782AE}"/>
              </a:ext>
            </a:extLst>
          </p:cNvPr>
          <p:cNvSpPr/>
          <p:nvPr/>
        </p:nvSpPr>
        <p:spPr>
          <a:xfrm>
            <a:off x="466344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</a:t>
            </a:r>
            <a:endParaRPr lang="en-US" sz="11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626D43D-21EE-8AF5-95B8-6CDE440088A1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C6235F7-2E89-2699-E83D-74270F081876}"/>
              </a:ext>
            </a:extLst>
          </p:cNvPr>
          <p:cNvSpPr/>
          <p:nvPr/>
        </p:nvSpPr>
        <p:spPr>
          <a:xfrm>
            <a:off x="608076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F8FAD851-14BE-0077-95D1-5DC9860EF487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FD5E35C-3E08-F726-18B0-1293DB6DDED8}"/>
              </a:ext>
            </a:extLst>
          </p:cNvPr>
          <p:cNvSpPr/>
          <p:nvPr/>
        </p:nvSpPr>
        <p:spPr>
          <a:xfrm>
            <a:off x="7498080" y="453230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 lookup</a:t>
            </a:r>
            <a:endParaRPr lang="en-US" sz="11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118F23-1A39-661F-7823-6AA1EAE6AD72}"/>
              </a:ext>
            </a:extLst>
          </p:cNvPr>
          <p:cNvSpPr txBox="1"/>
          <p:nvPr/>
        </p:nvSpPr>
        <p:spPr>
          <a:xfrm>
            <a:off x="18288" y="1937181"/>
            <a:ext cx="474360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['fall'])   # 7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['spring']) #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['sum'])    #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KeyError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['sum'] = 4  # add new pair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['fall'] = 8 # change pair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sem_code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# 4</a:t>
            </a:r>
          </a:p>
        </p:txBody>
      </p:sp>
    </p:spTree>
    <p:extLst>
      <p:ext uri="{BB962C8B-B14F-4D97-AF65-F5344CB8AC3E}">
        <p14:creationId xmlns:p14="http://schemas.microsoft.com/office/powerpoint/2010/main" val="377585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and Using Dictionaries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48056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4805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909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79095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79095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50976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Dictionary literal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{'spring': 1, 'summer': 4, 'fall': 7}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Empty dictionary, then add pairs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sem_code['spring'] = 1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sem_code['summer'] = 4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sem_code['fall']   = 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448056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999232"/>
            <a:ext cx="44805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4038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1208" y="30403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" y="304038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420624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print(sem_code) </a:t>
            </a:r>
            <a:b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{'spring':1, 'summer':4, 'fall':7}</a:t>
            </a:r>
            <a:endParaRPr lang="en-US" sz="1100" dirty="0">
              <a:solidFill>
                <a:srgbClr val="00B050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print(sem_code.keys())    </a:t>
            </a:r>
            <a:b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dict_keys(['spring','summer','fall'])</a:t>
            </a:r>
            <a:endParaRPr lang="en-US" sz="1100" dirty="0">
              <a:solidFill>
                <a:srgbClr val="00B050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print(sem_code.values())  </a:t>
            </a:r>
            <a:b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dict_values([1, 4, 7])</a:t>
            </a:r>
            <a:endParaRPr lang="en-US" sz="1100" dirty="0">
              <a:solidFill>
                <a:srgbClr val="00B050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print(len(sem_code))      </a:t>
            </a:r>
            <a:b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83480" y="7772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Dictionary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83480" y="1234440"/>
            <a:ext cx="3977640" cy="96012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2344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'spring'  :  1  }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18989" y="1915668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84649" y="22174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44818" y="1915668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33338" y="223570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(string)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5817" y="1915668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56299" y="21488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87815" y="1933956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75220" y="2188576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(integer)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926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Methods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3337560"/>
            <a:ext cx="39776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333756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d.keys()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333756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keys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3675888"/>
            <a:ext cx="3977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3675888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d.values()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values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4014216"/>
            <a:ext cx="39776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74920" y="4014216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len(d)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401421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pairs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4352544"/>
            <a:ext cx="3977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74920" y="4352544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d[key]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435254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value by key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83480" y="4690872"/>
            <a:ext cx="39776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74920" y="4690872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d[key] = v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0" y="469087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update pair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Values — and KeyError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d[key] to get the value associated with a key.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0624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20624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127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4127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14127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572768"/>
            <a:ext cx="3977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{'spring':1, 'summer':4, 'fall':7}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print(sem_code['fall'])    # 7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print(sem_code['summer'])  # 4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print(sem_code['spring'])  # 1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 not in dictionary: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print(sem_code['autumn'])  # KeyError!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4206240" cy="8686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886200"/>
            <a:ext cx="9144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KeyError: 'autumn'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key that doesn't exist raises a KeyError.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4069080" cy="73152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298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sem_code['fall']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1728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76288" y="201168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21945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4069080" cy="731520"/>
          </a:xfrm>
          <a:prstGeom prst="rect">
            <a:avLst/>
          </a:prstGeom>
          <a:solidFill>
            <a:srgbClr val="EFF6FF"/>
          </a:solidFill>
          <a:ln w="25400">
            <a:solidFill>
              <a:srgbClr val="2D52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3042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key 'fall'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2734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searches the dict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76288" y="301752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0840" y="32004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291840"/>
            <a:ext cx="4069080" cy="73152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33101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0" y="3739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associated value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4114800"/>
            <a:ext cx="4069080" cy="6400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sem_code['autumn']  →  </a:t>
            </a:r>
            <a:r>
              <a:rPr lang="en-US" sz="1250" b="1" dirty="0" err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(key not found)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and Modifying Pairs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846320" cy="2697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84632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909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79095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79095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50976"/>
            <a:ext cx="46437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{}             # empty dictionary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new pairs: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d['spring'] = 1 # {'spring': 1}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d['summer'] = 4 # {'spring': 1, 'summer': 4}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d['fall']   = 7 # {'spring': 1, 'summer': 4, 'fall': 7}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an existing key: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d['fall'] = 8    </a:t>
            </a:r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{'spring': 1, 'summer': 4, 'fall': 8}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          ^^^^^^^^^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4846320" cy="64008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d[key] = value  adds the pair if key is new, or replaces the value if key already exists.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749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Dictionary state at each step: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1207008"/>
            <a:ext cx="3566160" cy="594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0680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1490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865376"/>
            <a:ext cx="35661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4068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d['spring']=1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{spring:1}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2523744"/>
            <a:ext cx="35661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40680" y="2532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d['summer']=4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{spring:1, summer:4}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3182112"/>
            <a:ext cx="356616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40680" y="3191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d['fall']=7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3465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{spring:1, summer:4, fall:7}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9240" y="3840480"/>
            <a:ext cx="356616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0680" y="3849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d['fall']=8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{spring:1, summer:4, fall:8}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49640" y="3849624"/>
            <a:ext cx="32004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49640" y="384962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and Explore a Dictionary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91440" cy="3127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dictionary called capital that maps these countries to their capital cities: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"USA"  →  "Washington D.C."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"France"  →  "Paris"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"Japan"  →  "Tokyo"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Print the capital of France.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Add "Canada" → "Ottawa" to the dictionary.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Print all the keys, then all the values.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What happens when you try capital["Germany"]?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352544"/>
            <a:ext cx="8321040" cy="53035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5254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Use {} for a literal or start with {} and use d[key]=value to add pairs.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with the in Operator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846320" cy="2651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84632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909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79095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79095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50976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{'spring':1, 'summer':4, 'fall':7}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Searching KEYS (fast!):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print('fall'   in sem_code)  # True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print('autumn' in sem_code)  # False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        in sem_code)  # False  (not a key!)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Searching VALUES (slow):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 in sem_code.values())  # True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in sem_code.values())  # False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print(7 in sem_code.values())  # True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4846320" cy="73152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91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 a dict checks KEYS — not values.</a:t>
            </a:r>
            <a:endParaRPr lang="en-US" sz="13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search values, use in d.values() (but it is much slower).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749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lookup vs Value lookup: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1207008"/>
            <a:ext cx="3566160" cy="137160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12070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5910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"key" in 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19933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hashing — nearly instant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 millions of keys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2724912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49240" y="3017520"/>
            <a:ext cx="3566160" cy="13716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3017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401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in d.values()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8039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each value one-by-one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(like searching a list)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Hood: Hashing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Python find a key so fast? It uses a hash function.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371600" cy="73152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'spring'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29968" y="1325880"/>
            <a:ext cx="1371600" cy="73152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9968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29968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7288" y="1508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85616" y="1325880"/>
            <a:ext cx="1371600" cy="731520"/>
          </a:xfrm>
          <a:prstGeom prst="rect">
            <a:avLst/>
          </a:prstGeom>
          <a:solidFill>
            <a:srgbClr val="EFF6FF"/>
          </a:solidFill>
          <a:ln w="25400">
            <a:solidFill>
              <a:srgbClr val="2D52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85616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2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367364809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85616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02936" y="1508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1264" y="1325880"/>
            <a:ext cx="1371600" cy="73152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41264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41264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58584" y="1508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96912" y="1325880"/>
            <a:ext cx="1371600" cy="73152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96912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96912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index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240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store 'spring' in slot 9 of an internal list: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74320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87552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7552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00784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00784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14016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14016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27248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27248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0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0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53712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53712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66944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66944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0176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80176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93408" y="2697480"/>
            <a:ext cx="658368" cy="56692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93408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93408" y="29260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'spring'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06640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06640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119872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19872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02552" y="2697480"/>
            <a:ext cx="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6364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index 9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429000"/>
            <a:ext cx="2880360" cy="109728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34655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key, same slot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65760" y="377647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hash('spring') always gives the same number, so 'spring' is always at slot 9.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246120" y="3429000"/>
            <a:ext cx="2880360" cy="109728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337560" y="34655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lookup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3337560" y="377647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 key, compute its hash and go directly to that slot. No searching needed!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17920" y="3429000"/>
            <a:ext cx="288036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09360" y="34655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Collision handling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309360" y="377647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keys can hash to the same slot. Python has a tie-breaking rule to handle this.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A88C6CA-9D3C-57CD-E2F2-E2FE11A544F0}"/>
                  </a:ext>
                </a:extLst>
              </p14:cNvPr>
              <p14:cNvContentPartPr/>
              <p14:nvPr/>
            </p14:nvContentPartPr>
            <p14:xfrm>
              <a:off x="657360" y="1643040"/>
              <a:ext cx="7377480" cy="21441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A88C6CA-9D3C-57CD-E2F2-E2FE11A544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000" y="1633680"/>
                <a:ext cx="7396200" cy="216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 Dictionary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91440" cy="3127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this dictionary: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scores = {"Alice": 88, "Bob": 92, "Carol": 75}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Check if "Alice" is a key in scores.  (What operator?)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Check if "Dave" is a key.  What is the result?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Check if the score 92 is in the values.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Why is checking for a key faster than checking for a value?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Explain in one sentence.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352544"/>
            <a:ext cx="8321040" cy="53035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5254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Key search uses hashing. Value search scans every value one-by-one.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Finding Reverse Words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English words are the reverse of another English word?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"stressed" → reverses to "desserts" 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Attempt 1: Use a list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20624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20624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8699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8699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" y="18699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029968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open('words.txt').read().split('\n')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word in words: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word[::-1] in words:  # searches list!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1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print(count)   # correct, but...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224528"/>
            <a:ext cx="4206240" cy="5486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914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22452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over a minute!  113,784 words × 113,784 searches = 12.9 billion checks.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it so slow?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799"/>
            <a:ext cx="4160520" cy="3018263"/>
          </a:xfrm>
          <a:prstGeom prst="rect">
            <a:avLst/>
          </a:prstGeom>
          <a:solidFill>
            <a:srgbClr val="FEF9E7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915668"/>
            <a:ext cx="38404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words.txt has n = 113,784 words.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n words, we search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 of n words for its reverse.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n × n = n² comparisons.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113,784² ≈ 12,900,000,000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 billion checks!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4A9220-A5F1-4D82-61FB-70736B195F15}"/>
                  </a:ext>
                </a:extLst>
              </p:cNvPr>
              <p:cNvSpPr txBox="1"/>
              <p:nvPr/>
            </p:nvSpPr>
            <p:spPr>
              <a:xfrm>
                <a:off x="7227663" y="3264408"/>
                <a:ext cx="1619157" cy="52322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Thus we  say this algorithm is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4A9220-A5F1-4D82-61FB-70736B19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663" y="3264408"/>
                <a:ext cx="1619157" cy="523220"/>
              </a:xfrm>
              <a:prstGeom prst="rect">
                <a:avLst/>
              </a:prstGeom>
              <a:blipFill>
                <a:blip r:embed="rId3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Fast Solution with a Dictionary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Attempt 2: Use a dictionary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0624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1158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115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121158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open('words.txt').read().split('\n')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all words into a dictionary: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word_dict = {}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words: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word_dict[w] = 1      # just need the keys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word in words: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word[::-1] in word_dict:  # hash lookup!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1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print(count)   # same answer, much faster!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206240"/>
            <a:ext cx="4206240" cy="566928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9144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20624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under 0.1 seconds! Dictionary lookup is nearly instant.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7498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Comparison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234440"/>
            <a:ext cx="1280160" cy="26060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234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(n²)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611880"/>
            <a:ext cx="1280160" cy="22860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840480"/>
            <a:ext cx="3200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238887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4434840"/>
            <a:ext cx="4069080" cy="530352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4434840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dictionary version is over 1,000x faster!</a:t>
            </a:r>
            <a:endParaRPr lang="en-US" sz="13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12C4403-FB56-5937-FE19-6B7268DBD50B}"/>
              </a:ext>
            </a:extLst>
          </p:cNvPr>
          <p:cNvSpPr/>
          <p:nvPr/>
        </p:nvSpPr>
        <p:spPr>
          <a:xfrm>
            <a:off x="6675120" y="30861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~114</a:t>
            </a:r>
            <a:br>
              <a:rPr lang="en-US" sz="1200" b="1" dirty="0">
                <a:solidFill>
                  <a:srgbClr val="00B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200" b="1" dirty="0">
                <a:solidFill>
                  <a:srgbClr val="00B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</a:t>
            </a:r>
            <a:endParaRPr lang="en-US" sz="12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Word Challenge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91440" cy="3127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finds all English words in words.txt that are the reverse of another word.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1: Read words.txt and store all words in a dictionary (as keys).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2: For each word, check if its reverse is also a key in the dictionary.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3: Print how many such words you find.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Bonus: Print a few examples (like "stressed" / "desserts").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352544"/>
            <a:ext cx="8321040" cy="53035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5254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Use d[w] = 1 to build the dictionary, then check reverse(w) in 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Counting Characters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perfect for counting — keys are items, values are counts.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38912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38912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755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7558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127558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'applesauce'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letters = {}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 in letters: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letters[c] += 1  # key exists: increment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letters[c] = 1   # new key: start at 1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print(letters)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{'a':2, 'p':2, 'l':1, 'e':2, 's':1, 'u':1, 'c':1}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749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Tracing through "applesauce":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4023360" cy="4572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173736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'p'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{'a':1,'p':1}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2240280"/>
            <a:ext cx="40233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'p'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{'a':1,'p':2}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already exists → +1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74320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{'a':1,'p':2,'l':1}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3246120"/>
            <a:ext cx="4023360" cy="4572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'e'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{'a':1,'p':2,'l':1,'e':1}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74904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 Dictionary Results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have no fixed order. To display results sorted, convert to a list.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389120" cy="3108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38912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755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7558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127558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letter_count = count_letters('applesauce')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{'a':2, 'p':2, 'l':1, 'e':2, 's':1, 'u':1, 'c':1}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 list of [count, letter] pairs: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letter_list = []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letter_count: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 = [letter_count[c], c]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letter_list.append(pair)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count: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letter_list.sort()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letter_list.reverse()    # biggest first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pair in letter_list: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print(f'{pair[1]}: {pair[0]}')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9535" y="1142927"/>
            <a:ext cx="3529584" cy="583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[[2, 'a'], [2, 'p'], [1, 'l'], [2, 'e'], [1,'s'], [1, 'u'], [1, 'c']]</a:t>
            </a:r>
            <a:endParaRPr lang="en-US" sz="115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028870-810E-609D-A98B-8F182C9E9DB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706029" y="1434717"/>
            <a:ext cx="2313506" cy="13368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6C988C-0A80-A980-775D-F93161E4636F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1918010" y="2062790"/>
            <a:ext cx="3101525" cy="11784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F16D73-EC54-B1F4-D25C-5D72B1179F58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2103863" y="2717645"/>
            <a:ext cx="2915672" cy="681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12">
            <a:extLst>
              <a:ext uri="{FF2B5EF4-FFF2-40B4-BE49-F238E27FC236}">
                <a16:creationId xmlns:a16="http://schemas.microsoft.com/office/drawing/2014/main" id="{642C2253-D3C7-4ABF-9DC4-7D321EB855C6}"/>
              </a:ext>
            </a:extLst>
          </p:cNvPr>
          <p:cNvSpPr/>
          <p:nvPr/>
        </p:nvSpPr>
        <p:spPr>
          <a:xfrm>
            <a:off x="5226576" y="3080710"/>
            <a:ext cx="943394" cy="1700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 2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 2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2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u: 1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s: 1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l: 1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 1 </a:t>
            </a:r>
            <a:endParaRPr lang="en-US" sz="115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D55E1D18-CB62-19F2-3642-72912A15B811}"/>
              </a:ext>
            </a:extLst>
          </p:cNvPr>
          <p:cNvSpPr/>
          <p:nvPr/>
        </p:nvSpPr>
        <p:spPr>
          <a:xfrm>
            <a:off x="5019535" y="1771000"/>
            <a:ext cx="3529584" cy="583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 'c'], [1, 'l'], [1, 's'], [1, 'u'], [2, 'a'], [2, 'e'], [2, 'p']]</a:t>
            </a:r>
            <a:endParaRPr lang="en-US" sz="1150" dirty="0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F7296D91-2FD4-637E-F7B9-109072E38846}"/>
              </a:ext>
            </a:extLst>
          </p:cNvPr>
          <p:cNvSpPr/>
          <p:nvPr/>
        </p:nvSpPr>
        <p:spPr>
          <a:xfrm>
            <a:off x="5019535" y="2425855"/>
            <a:ext cx="3529584" cy="583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[[2, 'p'], [2, 'e'], [2, 'a'], [1, 'u'], [1, 's'], [1, 'l'], [1, 'c']</a:t>
            </a:r>
            <a:endParaRPr lang="en-US" sz="115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79728FC-DF6A-EA7E-CF71-346F37C231CD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3181815" y="3930785"/>
            <a:ext cx="20447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Letter Frequency Counter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91440" cy="3127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count_letters(s) that returns a dictionary of character frequencies.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 count_letters("hello")  should return  {"h":1, "e":1, "l":2, "o":1}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your function to find the most common letters across all words in words.txt.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top 5 letters (most frequent first).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results:  e, s, i, a, r  are the most common letters in English.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352544"/>
            <a:ext cx="8321040" cy="53035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5254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Build a [count, letter] list from the dict, sort it, and reverse it to get the top 5.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Dictionaries in the Real World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are one of the most-used data structures in all of programming.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80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&amp; Tallying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645920"/>
            <a:ext cx="2880360" cy="132588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67335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votes, word frequencies, user actions. Any time you need to aggregate by category.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2971800"/>
            <a:ext cx="28803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971800"/>
            <a:ext cx="28803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30129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" y="30129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30129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17296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 = {}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 in ballots: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name in votes: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votes[name] += 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votes[name] =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261872"/>
            <a:ext cx="2880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12618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Membership Test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1645920"/>
            <a:ext cx="2880360" cy="132588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67335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 username exists, if a word is spelled correctly, or if an item is in a set — instantly.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8803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8803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30129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47288" y="30129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02736" y="30129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317296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word_set = {}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dictionary: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word_set[w] = 1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word in word_set: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print('Valid word!')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1261872"/>
            <a:ext cx="28803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72200" y="12618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 Tables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1645920"/>
            <a:ext cx="2880360" cy="13258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167335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codes to descriptions, country codes to names, or student IDs to records without any searching.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28803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2971800"/>
            <a:ext cx="28803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30129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19088" y="30129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74536" y="30129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17296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= {'US':'United States',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'FR':'France',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'JP':'Japan'}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print(country['FR'])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4572000"/>
            <a:ext cx="8686800" cy="34747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572000"/>
            <a:ext cx="8458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voting example in votes.txt is a great exercise — try counting the votes using a dictionary!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80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77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777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Key:Value Pairs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161288"/>
            <a:ext cx="28803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161288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maps unique keys to values. Use d = {} or d = {k:v, ...} to create 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880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777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777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&amp; Modify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1161288"/>
            <a:ext cx="28803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1161288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d[key] returns the value. d[key]=val adds or updates a pair. Missing keys raise KeyError.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777240"/>
            <a:ext cx="28803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7772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777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777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Hashing = Speed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161288"/>
            <a:ext cx="28803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161288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'key' in d is nearly instant (O(1)) thanks to hashing. Searching a list is O(n) — much slower.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2834640"/>
            <a:ext cx="42519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28346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2834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Pattern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8600" y="3218688"/>
            <a:ext cx="42519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218688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dict to count: if k in d: d[k]+=1  else: d[k]=1. This is extremely common in practice.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2834640"/>
            <a:ext cx="4251960" cy="384048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2D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2834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via List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3218688"/>
            <a:ext cx="42519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2D52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218688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sort dict results, convert to [value, key] pairs, sort the list, and print in order.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Questions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8595360" cy="7315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9552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79552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dictionary keys be unique?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61848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61848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write d['x'] and 'x' is not in dictionary 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441448"/>
            <a:ext cx="8595360" cy="7315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44144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44144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44144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print?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 = {'a':3, 'b':4}   →   d['a']=4   →   d['a']=5   →   print(d['a'])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26440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26440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26440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26440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 is a dictionary, how do you get all its keys? All its values?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087368"/>
            <a:ext cx="8595360" cy="7315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08736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08736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08736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searching for a key much faster than searching for a value?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3153</Words>
  <Application>Microsoft Macintosh PowerPoint</Application>
  <PresentationFormat>On-screen Show (16:9)</PresentationFormat>
  <Paragraphs>484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Python Dictionaries</dc:title>
  <dc:subject>PptxGenJS Presentation</dc:subject>
  <dc:creator>CMPT 120</dc:creator>
  <cp:lastModifiedBy>Toby Donaldson</cp:lastModifiedBy>
  <cp:revision>2</cp:revision>
  <dcterms:created xsi:type="dcterms:W3CDTF">2026-03-20T03:46:44Z</dcterms:created>
  <dcterms:modified xsi:type="dcterms:W3CDTF">2026-03-23T17:09:09Z</dcterms:modified>
</cp:coreProperties>
</file>