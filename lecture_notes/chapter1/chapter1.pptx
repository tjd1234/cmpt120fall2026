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1" r:id="rId3"/>
    <p:sldId id="272" r:id="rId4"/>
    <p:sldId id="258" r:id="rId5"/>
    <p:sldId id="259" r:id="rId6"/>
    <p:sldId id="26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C9AC8B6-497D-884B-B7E7-DEFDABF4F9C3}" v="19" dt="2026-01-14T18:09:16.9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6327"/>
  </p:normalViewPr>
  <p:slideViewPr>
    <p:cSldViewPr snapToGrid="0">
      <p:cViewPr varScale="1">
        <p:scale>
          <a:sx n="128" d="100"/>
          <a:sy n="128" d="100"/>
        </p:scale>
        <p:origin x="4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by Donaldson" userId="2e6e5431-bb17-4c41-9985-d39c50d83c73" providerId="ADAL" clId="{F31BC264-820E-54C4-A6D1-F92AF9CC222E}"/>
    <pc:docChg chg="undo custSel addSld delSld modSld">
      <pc:chgData name="Toby Donaldson" userId="2e6e5431-bb17-4c41-9985-d39c50d83c73" providerId="ADAL" clId="{F31BC264-820E-54C4-A6D1-F92AF9CC222E}" dt="2026-01-14T18:09:16.917" v="1329"/>
      <pc:docMkLst>
        <pc:docMk/>
      </pc:docMkLst>
      <pc:sldChg chg="del">
        <pc:chgData name="Toby Donaldson" userId="2e6e5431-bb17-4c41-9985-d39c50d83c73" providerId="ADAL" clId="{F31BC264-820E-54C4-A6D1-F92AF9CC222E}" dt="2026-01-14T16:44:19.426" v="1193" actId="2696"/>
        <pc:sldMkLst>
          <pc:docMk/>
          <pc:sldMk cId="1433169316" sldId="257"/>
        </pc:sldMkLst>
      </pc:sldChg>
      <pc:sldChg chg="addSp delSp modSp mod">
        <pc:chgData name="Toby Donaldson" userId="2e6e5431-bb17-4c41-9985-d39c50d83c73" providerId="ADAL" clId="{F31BC264-820E-54C4-A6D1-F92AF9CC222E}" dt="2026-01-14T18:09:16.917" v="1329"/>
        <pc:sldMkLst>
          <pc:docMk/>
          <pc:sldMk cId="2692445676" sldId="258"/>
        </pc:sldMkLst>
        <pc:spChg chg="mod">
          <ac:chgData name="Toby Donaldson" userId="2e6e5431-bb17-4c41-9985-d39c50d83c73" providerId="ADAL" clId="{F31BC264-820E-54C4-A6D1-F92AF9CC222E}" dt="2026-01-14T16:45:46.568" v="1210" actId="14100"/>
          <ac:spMkLst>
            <pc:docMk/>
            <pc:sldMk cId="2692445676" sldId="258"/>
            <ac:spMk id="3" creationId="{98A8E8F5-CA50-08D5-90EF-A6B808F7483C}"/>
          </ac:spMkLst>
        </pc:spChg>
        <pc:spChg chg="add mod">
          <ac:chgData name="Toby Donaldson" userId="2e6e5431-bb17-4c41-9985-d39c50d83c73" providerId="ADAL" clId="{F31BC264-820E-54C4-A6D1-F92AF9CC222E}" dt="2026-01-14T16:45:49.567" v="1211" actId="1076"/>
          <ac:spMkLst>
            <pc:docMk/>
            <pc:sldMk cId="2692445676" sldId="258"/>
            <ac:spMk id="4" creationId="{5DFBE68E-B66D-DF70-BE0C-0D344C69B577}"/>
          </ac:spMkLst>
        </pc:spChg>
        <pc:spChg chg="add">
          <ac:chgData name="Toby Donaldson" userId="2e6e5431-bb17-4c41-9985-d39c50d83c73" providerId="ADAL" clId="{F31BC264-820E-54C4-A6D1-F92AF9CC222E}" dt="2026-01-09T19:29:56.022" v="220"/>
          <ac:spMkLst>
            <pc:docMk/>
            <pc:sldMk cId="2692445676" sldId="258"/>
            <ac:spMk id="5" creationId="{7F3C8405-E919-D699-2FA1-CE3D508AE1DE}"/>
          </ac:spMkLst>
        </pc:spChg>
        <pc:spChg chg="add mod">
          <ac:chgData name="Toby Donaldson" userId="2e6e5431-bb17-4c41-9985-d39c50d83c73" providerId="ADAL" clId="{F31BC264-820E-54C4-A6D1-F92AF9CC222E}" dt="2026-01-09T19:30:36.012" v="224" actId="21"/>
          <ac:spMkLst>
            <pc:docMk/>
            <pc:sldMk cId="2692445676" sldId="258"/>
            <ac:spMk id="8" creationId="{7C515269-F96E-7B14-5510-BB6368747DFA}"/>
          </ac:spMkLst>
        </pc:spChg>
        <pc:inkChg chg="add">
          <ac:chgData name="Toby Donaldson" userId="2e6e5431-bb17-4c41-9985-d39c50d83c73" providerId="ADAL" clId="{F31BC264-820E-54C4-A6D1-F92AF9CC222E}" dt="2026-01-14T18:09:16.917" v="1329"/>
          <ac:inkMkLst>
            <pc:docMk/>
            <pc:sldMk cId="2692445676" sldId="258"/>
            <ac:inkMk id="6" creationId="{CD4D6B4F-9BA3-CBFB-6FFB-2AAEA78E5584}"/>
          </ac:inkMkLst>
        </pc:inkChg>
      </pc:sldChg>
      <pc:sldChg chg="addSp delSp modSp mod">
        <pc:chgData name="Toby Donaldson" userId="2e6e5431-bb17-4c41-9985-d39c50d83c73" providerId="ADAL" clId="{F31BC264-820E-54C4-A6D1-F92AF9CC222E}" dt="2026-01-14T18:09:16.917" v="1329"/>
        <pc:sldMkLst>
          <pc:docMk/>
          <pc:sldMk cId="2756254005" sldId="259"/>
        </pc:sldMkLst>
        <pc:spChg chg="del">
          <ac:chgData name="Toby Donaldson" userId="2e6e5431-bb17-4c41-9985-d39c50d83c73" providerId="ADAL" clId="{F31BC264-820E-54C4-A6D1-F92AF9CC222E}" dt="2026-01-14T16:46:55.639" v="1213" actId="21"/>
          <ac:spMkLst>
            <pc:docMk/>
            <pc:sldMk cId="2756254005" sldId="259"/>
            <ac:spMk id="4" creationId="{C4A18D26-0A05-1E77-DB1B-5DD5F78809C6}"/>
          </ac:spMkLst>
        </pc:spChg>
        <pc:spChg chg="add mod">
          <ac:chgData name="Toby Donaldson" userId="2e6e5431-bb17-4c41-9985-d39c50d83c73" providerId="ADAL" clId="{F31BC264-820E-54C4-A6D1-F92AF9CC222E}" dt="2026-01-14T16:46:51.290" v="1212"/>
          <ac:spMkLst>
            <pc:docMk/>
            <pc:sldMk cId="2756254005" sldId="259"/>
            <ac:spMk id="5" creationId="{8466BBDF-1AEA-BEC5-44E6-AABDF1B93FA4}"/>
          </ac:spMkLst>
        </pc:spChg>
        <pc:inkChg chg="add">
          <ac:chgData name="Toby Donaldson" userId="2e6e5431-bb17-4c41-9985-d39c50d83c73" providerId="ADAL" clId="{F31BC264-820E-54C4-A6D1-F92AF9CC222E}" dt="2026-01-14T18:09:16.917" v="1329"/>
          <ac:inkMkLst>
            <pc:docMk/>
            <pc:sldMk cId="2756254005" sldId="259"/>
            <ac:inkMk id="6" creationId="{3A48DABB-A4F6-2788-2F45-FA425288B302}"/>
          </ac:inkMkLst>
        </pc:inkChg>
      </pc:sldChg>
      <pc:sldChg chg="addSp modSp mod">
        <pc:chgData name="Toby Donaldson" userId="2e6e5431-bb17-4c41-9985-d39c50d83c73" providerId="ADAL" clId="{F31BC264-820E-54C4-A6D1-F92AF9CC222E}" dt="2026-01-14T18:09:16.917" v="1329"/>
        <pc:sldMkLst>
          <pc:docMk/>
          <pc:sldMk cId="4281630409" sldId="262"/>
        </pc:sldMkLst>
        <pc:spChg chg="mod">
          <ac:chgData name="Toby Donaldson" userId="2e6e5431-bb17-4c41-9985-d39c50d83c73" providerId="ADAL" clId="{F31BC264-820E-54C4-A6D1-F92AF9CC222E}" dt="2026-01-12T01:59:42.455" v="274" actId="20577"/>
          <ac:spMkLst>
            <pc:docMk/>
            <pc:sldMk cId="4281630409" sldId="262"/>
            <ac:spMk id="4" creationId="{B0FB5CCC-97E9-CCC8-53AA-6EBA19E865D1}"/>
          </ac:spMkLst>
        </pc:spChg>
        <pc:inkChg chg="add">
          <ac:chgData name="Toby Donaldson" userId="2e6e5431-bb17-4c41-9985-d39c50d83c73" providerId="ADAL" clId="{F31BC264-820E-54C4-A6D1-F92AF9CC222E}" dt="2026-01-14T18:09:16.917" v="1329"/>
          <ac:inkMkLst>
            <pc:docMk/>
            <pc:sldMk cId="4281630409" sldId="262"/>
            <ac:inkMk id="5" creationId="{4E203BF1-98CF-14F9-9B8C-BE7C585D56CC}"/>
          </ac:inkMkLst>
        </pc:inkChg>
      </pc:sldChg>
      <pc:sldChg chg="addSp modSp mod">
        <pc:chgData name="Toby Donaldson" userId="2e6e5431-bb17-4c41-9985-d39c50d83c73" providerId="ADAL" clId="{F31BC264-820E-54C4-A6D1-F92AF9CC222E}" dt="2026-01-14T18:09:16.917" v="1329"/>
        <pc:sldMkLst>
          <pc:docMk/>
          <pc:sldMk cId="1617268802" sldId="263"/>
        </pc:sldMkLst>
        <pc:spChg chg="mod">
          <ac:chgData name="Toby Donaldson" userId="2e6e5431-bb17-4c41-9985-d39c50d83c73" providerId="ADAL" clId="{F31BC264-820E-54C4-A6D1-F92AF9CC222E}" dt="2026-01-13T20:17:09.433" v="1180" actId="20577"/>
          <ac:spMkLst>
            <pc:docMk/>
            <pc:sldMk cId="1617268802" sldId="263"/>
            <ac:spMk id="4" creationId="{B0FB5CCC-97E9-CCC8-53AA-6EBA19E865D1}"/>
          </ac:spMkLst>
        </pc:spChg>
        <pc:spChg chg="add mod">
          <ac:chgData name="Toby Donaldson" userId="2e6e5431-bb17-4c41-9985-d39c50d83c73" providerId="ADAL" clId="{F31BC264-820E-54C4-A6D1-F92AF9CC222E}" dt="2026-01-14T17:16:03.589" v="1328" actId="207"/>
          <ac:spMkLst>
            <pc:docMk/>
            <pc:sldMk cId="1617268802" sldId="263"/>
            <ac:spMk id="5" creationId="{3F1B6F5E-FEB0-1593-B9CB-10388E7D832C}"/>
          </ac:spMkLst>
        </pc:spChg>
        <pc:inkChg chg="add">
          <ac:chgData name="Toby Donaldson" userId="2e6e5431-bb17-4c41-9985-d39c50d83c73" providerId="ADAL" clId="{F31BC264-820E-54C4-A6D1-F92AF9CC222E}" dt="2026-01-14T18:09:16.917" v="1329"/>
          <ac:inkMkLst>
            <pc:docMk/>
            <pc:sldMk cId="1617268802" sldId="263"/>
            <ac:inkMk id="6" creationId="{73DB3399-A43F-5534-6E5A-A0E6032C9AC0}"/>
          </ac:inkMkLst>
        </pc:inkChg>
      </pc:sldChg>
      <pc:sldChg chg="modSp mod">
        <pc:chgData name="Toby Donaldson" userId="2e6e5431-bb17-4c41-9985-d39c50d83c73" providerId="ADAL" clId="{F31BC264-820E-54C4-A6D1-F92AF9CC222E}" dt="2026-01-14T16:47:40.048" v="1222" actId="20577"/>
        <pc:sldMkLst>
          <pc:docMk/>
          <pc:sldMk cId="3937816594" sldId="264"/>
        </pc:sldMkLst>
        <pc:spChg chg="mod">
          <ac:chgData name="Toby Donaldson" userId="2e6e5431-bb17-4c41-9985-d39c50d83c73" providerId="ADAL" clId="{F31BC264-820E-54C4-A6D1-F92AF9CC222E}" dt="2026-01-14T16:47:40.048" v="1222" actId="20577"/>
          <ac:spMkLst>
            <pc:docMk/>
            <pc:sldMk cId="3937816594" sldId="264"/>
            <ac:spMk id="4" creationId="{B0FB5CCC-97E9-CCC8-53AA-6EBA19E865D1}"/>
          </ac:spMkLst>
        </pc:spChg>
      </pc:sldChg>
      <pc:sldChg chg="modSp mod">
        <pc:chgData name="Toby Donaldson" userId="2e6e5431-bb17-4c41-9985-d39c50d83c73" providerId="ADAL" clId="{F31BC264-820E-54C4-A6D1-F92AF9CC222E}" dt="2026-01-14T00:32:06.657" v="1186" actId="5793"/>
        <pc:sldMkLst>
          <pc:docMk/>
          <pc:sldMk cId="3853224143" sldId="265"/>
        </pc:sldMkLst>
        <pc:spChg chg="mod">
          <ac:chgData name="Toby Donaldson" userId="2e6e5431-bb17-4c41-9985-d39c50d83c73" providerId="ADAL" clId="{F31BC264-820E-54C4-A6D1-F92AF9CC222E}" dt="2026-01-13T20:11:33.797" v="1177" actId="1076"/>
          <ac:spMkLst>
            <pc:docMk/>
            <pc:sldMk cId="3853224143" sldId="265"/>
            <ac:spMk id="2" creationId="{2FDF9A17-767A-E12B-BC3E-F74482A661A8}"/>
          </ac:spMkLst>
        </pc:spChg>
        <pc:spChg chg="mod">
          <ac:chgData name="Toby Donaldson" userId="2e6e5431-bb17-4c41-9985-d39c50d83c73" providerId="ADAL" clId="{F31BC264-820E-54C4-A6D1-F92AF9CC222E}" dt="2026-01-13T20:11:33.797" v="1177" actId="1076"/>
          <ac:spMkLst>
            <pc:docMk/>
            <pc:sldMk cId="3853224143" sldId="265"/>
            <ac:spMk id="3" creationId="{50798CC9-C622-B878-F83F-05F196ABC0AF}"/>
          </ac:spMkLst>
        </pc:spChg>
        <pc:spChg chg="mod">
          <ac:chgData name="Toby Donaldson" userId="2e6e5431-bb17-4c41-9985-d39c50d83c73" providerId="ADAL" clId="{F31BC264-820E-54C4-A6D1-F92AF9CC222E}" dt="2026-01-14T00:32:06.657" v="1186" actId="5793"/>
          <ac:spMkLst>
            <pc:docMk/>
            <pc:sldMk cId="3853224143" sldId="265"/>
            <ac:spMk id="4" creationId="{B0FB5CCC-97E9-CCC8-53AA-6EBA19E865D1}"/>
          </ac:spMkLst>
        </pc:spChg>
      </pc:sldChg>
      <pc:sldChg chg="modSp mod">
        <pc:chgData name="Toby Donaldson" userId="2e6e5431-bb17-4c41-9985-d39c50d83c73" providerId="ADAL" clId="{F31BC264-820E-54C4-A6D1-F92AF9CC222E}" dt="2026-01-13T19:44:44.255" v="982" actId="1076"/>
        <pc:sldMkLst>
          <pc:docMk/>
          <pc:sldMk cId="2910585830" sldId="266"/>
        </pc:sldMkLst>
        <pc:spChg chg="mod">
          <ac:chgData name="Toby Donaldson" userId="2e6e5431-bb17-4c41-9985-d39c50d83c73" providerId="ADAL" clId="{F31BC264-820E-54C4-A6D1-F92AF9CC222E}" dt="2026-01-12T02:01:38.442" v="287" actId="1076"/>
          <ac:spMkLst>
            <pc:docMk/>
            <pc:sldMk cId="2910585830" sldId="266"/>
            <ac:spMk id="3" creationId="{50798CC9-C622-B878-F83F-05F196ABC0AF}"/>
          </ac:spMkLst>
        </pc:spChg>
        <pc:spChg chg="mod">
          <ac:chgData name="Toby Donaldson" userId="2e6e5431-bb17-4c41-9985-d39c50d83c73" providerId="ADAL" clId="{F31BC264-820E-54C4-A6D1-F92AF9CC222E}" dt="2026-01-13T19:44:44.255" v="982" actId="1076"/>
          <ac:spMkLst>
            <pc:docMk/>
            <pc:sldMk cId="2910585830" sldId="266"/>
            <ac:spMk id="4" creationId="{B0FB5CCC-97E9-CCC8-53AA-6EBA19E865D1}"/>
          </ac:spMkLst>
        </pc:spChg>
      </pc:sldChg>
      <pc:sldChg chg="modSp mod">
        <pc:chgData name="Toby Donaldson" userId="2e6e5431-bb17-4c41-9985-d39c50d83c73" providerId="ADAL" clId="{F31BC264-820E-54C4-A6D1-F92AF9CC222E}" dt="2026-01-14T00:33:22.231" v="1191" actId="20577"/>
        <pc:sldMkLst>
          <pc:docMk/>
          <pc:sldMk cId="598370551" sldId="267"/>
        </pc:sldMkLst>
        <pc:spChg chg="mod">
          <ac:chgData name="Toby Donaldson" userId="2e6e5431-bb17-4c41-9985-d39c50d83c73" providerId="ADAL" clId="{F31BC264-820E-54C4-A6D1-F92AF9CC222E}" dt="2026-01-14T00:33:22.231" v="1191" actId="20577"/>
          <ac:spMkLst>
            <pc:docMk/>
            <pc:sldMk cId="598370551" sldId="267"/>
            <ac:spMk id="4" creationId="{B0FB5CCC-97E9-CCC8-53AA-6EBA19E865D1}"/>
          </ac:spMkLst>
        </pc:spChg>
      </pc:sldChg>
      <pc:sldChg chg="modSp mod">
        <pc:chgData name="Toby Donaldson" userId="2e6e5431-bb17-4c41-9985-d39c50d83c73" providerId="ADAL" clId="{F31BC264-820E-54C4-A6D1-F92AF9CC222E}" dt="2026-01-13T19:43:22.539" v="981"/>
        <pc:sldMkLst>
          <pc:docMk/>
          <pc:sldMk cId="299047572" sldId="268"/>
        </pc:sldMkLst>
        <pc:spChg chg="mod">
          <ac:chgData name="Toby Donaldson" userId="2e6e5431-bb17-4c41-9985-d39c50d83c73" providerId="ADAL" clId="{F31BC264-820E-54C4-A6D1-F92AF9CC222E}" dt="2026-01-13T19:43:22.539" v="981"/>
          <ac:spMkLst>
            <pc:docMk/>
            <pc:sldMk cId="299047572" sldId="268"/>
            <ac:spMk id="4" creationId="{B0FB5CCC-97E9-CCC8-53AA-6EBA19E865D1}"/>
          </ac:spMkLst>
        </pc:spChg>
      </pc:sldChg>
      <pc:sldChg chg="addSp delSp modSp mod">
        <pc:chgData name="Toby Donaldson" userId="2e6e5431-bb17-4c41-9985-d39c50d83c73" providerId="ADAL" clId="{F31BC264-820E-54C4-A6D1-F92AF9CC222E}" dt="2026-01-14T18:09:16.917" v="1329"/>
        <pc:sldMkLst>
          <pc:docMk/>
          <pc:sldMk cId="63370177" sldId="271"/>
        </pc:sldMkLst>
        <pc:spChg chg="mod">
          <ac:chgData name="Toby Donaldson" userId="2e6e5431-bb17-4c41-9985-d39c50d83c73" providerId="ADAL" clId="{F31BC264-820E-54C4-A6D1-F92AF9CC222E}" dt="2026-01-12T01:57:55.881" v="257" actId="20577"/>
          <ac:spMkLst>
            <pc:docMk/>
            <pc:sldMk cId="63370177" sldId="271"/>
            <ac:spMk id="3" creationId="{4E4BB0CF-233F-86C4-3F23-CFED9C9AA152}"/>
          </ac:spMkLst>
        </pc:spChg>
        <pc:spChg chg="del mod">
          <ac:chgData name="Toby Donaldson" userId="2e6e5431-bb17-4c41-9985-d39c50d83c73" providerId="ADAL" clId="{F31BC264-820E-54C4-A6D1-F92AF9CC222E}" dt="2026-01-14T16:44:23.584" v="1194" actId="21"/>
          <ac:spMkLst>
            <pc:docMk/>
            <pc:sldMk cId="63370177" sldId="271"/>
            <ac:spMk id="4" creationId="{ED0B9EDC-F6B3-EAF2-75AF-CEACDB15C3C2}"/>
          </ac:spMkLst>
        </pc:spChg>
        <pc:inkChg chg="add">
          <ac:chgData name="Toby Donaldson" userId="2e6e5431-bb17-4c41-9985-d39c50d83c73" providerId="ADAL" clId="{F31BC264-820E-54C4-A6D1-F92AF9CC222E}" dt="2026-01-14T18:09:16.917" v="1329"/>
          <ac:inkMkLst>
            <pc:docMk/>
            <pc:sldMk cId="63370177" sldId="271"/>
            <ac:inkMk id="5" creationId="{9374D4D4-9555-0414-F83E-B8FB413840FB}"/>
          </ac:inkMkLst>
        </pc:inkChg>
      </pc:sldChg>
      <pc:sldChg chg="add">
        <pc:chgData name="Toby Donaldson" userId="2e6e5431-bb17-4c41-9985-d39c50d83c73" providerId="ADAL" clId="{F31BC264-820E-54C4-A6D1-F92AF9CC222E}" dt="2026-01-14T16:44:14.608" v="1192" actId="2890"/>
        <pc:sldMkLst>
          <pc:docMk/>
          <pc:sldMk cId="2928249129" sldId="272"/>
        </pc:sldMkLst>
      </pc:sldChg>
    </pc:docChg>
  </pc:docChgLst>
  <pc:docChgLst>
    <pc:chgData name="Toby Donaldson" userId="2e6e5431-bb17-4c41-9985-d39c50d83c73" providerId="ADAL" clId="{7F9681A8-EEE2-56F4-9B39-ECCBEE0471AC}"/>
    <pc:docChg chg="undo custSel addSld modSld">
      <pc:chgData name="Toby Donaldson" userId="2e6e5431-bb17-4c41-9985-d39c50d83c73" providerId="ADAL" clId="{7F9681A8-EEE2-56F4-9B39-ECCBEE0471AC}" dt="2026-01-09T04:44:02.738" v="1313" actId="20577"/>
      <pc:docMkLst>
        <pc:docMk/>
      </pc:docMkLst>
      <pc:sldChg chg="modSp mod">
        <pc:chgData name="Toby Donaldson" userId="2e6e5431-bb17-4c41-9985-d39c50d83c73" providerId="ADAL" clId="{7F9681A8-EEE2-56F4-9B39-ECCBEE0471AC}" dt="2026-01-09T04:44:02.738" v="1313" actId="20577"/>
        <pc:sldMkLst>
          <pc:docMk/>
          <pc:sldMk cId="2692445676" sldId="258"/>
        </pc:sldMkLst>
        <pc:spChg chg="mod">
          <ac:chgData name="Toby Donaldson" userId="2e6e5431-bb17-4c41-9985-d39c50d83c73" providerId="ADAL" clId="{7F9681A8-EEE2-56F4-9B39-ECCBEE0471AC}" dt="2026-01-09T04:44:02.738" v="1313" actId="20577"/>
          <ac:spMkLst>
            <pc:docMk/>
            <pc:sldMk cId="2692445676" sldId="258"/>
            <ac:spMk id="3" creationId="{98A8E8F5-CA50-08D5-90EF-A6B808F7483C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4T17:53:27.50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4780 14587 24575,'26'0'0,"-1"0"0,16 0 0,4 0 0,-8 1 0,2-1 0,3-1-820,-1-1 1,3-2 0,0-1 0,1 1 615,2-1 0,-1 1 0,2-1 1,0-1 203,-7 0 0,1 0 0,0-2 0,1 1 0,0-1 0,-2 0 0,2-1 0,0 0 0,0-1 0,-1 2 0,-3 1 0,7 0 0,-3 1 0,0 1 0,-1-1 0,4-1 0,1-2 0,-3 1 0,-4 1 632,5-2 0,-4 2-632,3 6 0,-2-2 334,-13-5 0,1 1-334,18 5 0,2 4 0,-13-2 0,1 0 0,4 0 0,6 0 0,-1 0 0,-4 1 0,-1 0 0,2-3 540,-4-4 0,2-2 0,0-1 0,-1 0-540,8 2 0,-1 0 0,-2-2 0,-10-3 0,-3-1 0,0 3 0,9 0 0,-2 4 0,-7 5 0,1 2 0,9-1 0,4 0 0,-11 0 0,1 0 0,0 0 0,-1 0 0,0 0 0,-3 0 0,3 0 0,-1 0 0,7 0 0,-2 0 0,-14 0 0,-1 0 0,10 0 0,-1 0 0,9 0 0,-11 0 0,3 0 0,8 0 0,4 0 0,-7 0 0,2 0 0,1 0 0,4 0 0,1 0 0,-2 0 0,-3 0 0,-1 0 0,-1 0 0,-5 0 0,-1 0 0,0 0 0,10 0 0,-4 0 0,-2 0 0,-8 0 0</inkml:trace>
  <inkml:trace contextRef="#ctx0" brushRef="#br0" timeOffset="1401">8872 14270 24575,'43'0'0,"-17"0"0,1 0 0,4 0 0,1 0 0,3 0 0,1 0 0,6 0 0,2 0 0,0 0 0,2 0 0,-11 0 0,0 0 0,1 0-187,-1-1 1,0 1 0,1 1 186,-1 3 0,1 3 0,-1-2 0,11-4 0,-2 1 69,-8 7 0,-2-2-69,0-6 0,-1-2 0,-1 1 0,-1 0 0,-3 0 0,0 0 0,10 0 0,-1 0 0,-10 0 0,1 0 210,14 0 1,2 0-211,0 0 0,2 0 0,-3 0 0,3 0 0,2 0 0,-2 0 0,1 0 0,3 0 0,-1 0-434,-4 0 0,1 0 1,1 0-1,-2 0 1,0 0 433,3 0 0,-2-1 0,0 1 0,0 1-202,3 2 1,1 2 0,-2-1-1,-7 0 202,0-3 0,-3 2 0,5 4 0,0 1 0,-7 1 0,-6-2 0,-6-3 0,23 12 2073,-43-1-2073,27 5 450,0-3 1,5 1-451,-4-5 0,2-2 0,2 1 0,6 0 0,1 0 0,-1-1 0,10-1 0,-6-1 0,-19 0 0,-3-2 0,7-7 0,-27 0 0,43 0 0,-7 0 0,-13 0 0,1 0 0,7 0 0,-20 0 0</inkml:trace>
  <inkml:trace contextRef="#ctx0" brushRef="#br0" timeOffset="46683">4815 15381 24575,'20'0'0,"27"0"0,-8 0 0,2 0 0,4 0 0,-4 0 0,1 0 0,-9 0 0,2 0 0,1 0-371,1 1 0,1-1 0,0-1 371,3-3 0,0-3 0,3 2 0,1 4 0,3 2 0,1-1 0,-3-3 0,1-7 0,-3-2 0,2 2 0,-4 7 0,3 3 0,-2 1 0,-4-3 0,7-6 0,-2 1 136,2 6 1,2 2-137,-13-6 0,0-1 0,-1 1 0,9 3 0,0 0 0,-9-3 0,0-1 0,0 1 0,10 4 0,-2 2 0,-11-1 0,-3 0 0,-1 0 0,-3 0 0,-8 0 840,-1 0-840,-11 0 0,28 0 0,-8 0 0,2 0 0,3 0 0,1 0 0,3 0 0,2 0 0,-1 0 0,4 0 0,-1 0 0,3 0 0,-2 0 0,-12 1 0,1-2 0,18-6 0,0-1 0,2 4 0,3-5 0,-2 2 0,-9 7 0,-13 0 0,-1 0 0,11 0 0,-1 0 0,-10 0 0,1 0 0,13 0 0,1 0 0,2 0 0,-12 0 0,-1 0 0,8 0 0,-3 0 0,1 0 0,-19 0 0,-1 0 0,9 0 0,3 0 0,5 0 0,3 0 0,8 0 0,2 0 0,-9 0 0,1 0 0,0 0 0,-1 0 0,1 0 0,0 0 0,4 0 0,1 0 0,0 0 0,3 0 0,1 0 0,0 0 0,1 0 0,0 0 0,0 0 0,-9 0 0,0-1 0,0 1 0,1 1 0,4 2 0,1 2 0,1-1 0,-2 0 0,-4-3 0,0-1 0,-1 1 0,-1 1 0,1 3 0,-1 1 0,-3-2 0,9-3 0,-3-2 0,-14 1 0,-1 0 0,14 0 0,1 0 0,2 0 0,-13 0 0,1 0 0,7 0 0,4 0 0,-2 0 0,5 0 0,-1 0 0,-9 0 0,0 0 0,2 0 0,1 0 0,0 0 0,-2 0 0,5 0 0,-1 0 0,4 0 0,0 0 0,-9-1 0,-1 2 0,-6 6 0,0 2 0,16 0 0,1 2 0,-14-2 0,-1 1 0,6 7 0,-4-2 0,-11-12 0,-5 13 0,-15-16 0,0 0 0,0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4T17:55:30.74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3316 8767 24575,'35'0'0,"-2"0"0,1 0 0,-5 0 0,1 0 0,11 0 0,4 0 0,-11 0 0,1 0 0,-2 0 0,6 0 0,0 0 0,-4 0 0,0 0 0,-3 0 0,-4 0 0,-1 0 0,6 0 0,1 0 0,-7 0 0,1 0 0,7 0 0,0 0 0,-7 0 0,-1 0 0,9 0 0,3 0 0,4 0 0,2 0 0,-12 0 0,1 0 0,1 0 0,0 0 0,1 0 0,-1 0 0,8 0 0,0 0 0,0 0 0,0 0 0,0 0 0,4 0 0,-11 0 0,2 0 0,2 0 0,-1 0 0,8 0 0,-1 0 0,2 0 0,-5 0 0,2 0 0,0 0 0,-3 0 0,-2 0 0,-2 0 0,1 0 0,11 0 0,2 0 0,-5 0 0,-6 0 0,0 0 0,7 0 0,5 0 0,-5 0 0,1 0 0,-4 0 0,1 0 0,-1 0 0,-2 0 0,-4 0 0,0 0 0,4 0 0,-12 0 0,3 0 0,6 0 0,2 0 0,-6 0 0,2 0 0,-2 0 0,10 0 0,-2 0 0,-3-1 0,0 2 0,1 5 0,3 3 0,-5-2 0,2-1 0,1 1 0,0-1 0,0 0 0,0 1 0,7 4 0,0 1 0,-5-3 0,-6-7 0,-1 0 0,2 3 0,3 1 0,-5-2 0,-6-3 0,-1-2 0,6 1 0,4 0 0,-1 0 0,6 0 0,-2 0 0,-7 0 0,0 0 0,12 0 0,0 0 0,-11 0 0,-1 0 0,7 0 0,2 0 0,-3 0 0,0 0 0,3 0 0,2 0 0,-8 0 0,1 0 0,2 0 0,-6 0 0,1 0 0,1 0 0,0 0 0,9 0 0,1 0 0,-1 0 0,-1 0 0,-1 0 0,-2 0 0,2 0 0,-2 0 0,-11 0 0,1 0 0,1 0 0,2 0 0,2 0 0,-1 0 0,-1 0 0,0 0 0,0 0 0,1 0 0,0 0 0,0 0 0,2 0 0,0 0 0,-2 0 0,1 0 0,0 0 0,-6 0 0,1 0 0,1 0 0,-1 0 0,0 0 0,0 0 0,12 0 0,2 0 0,-8 0 0,2 0 0,-3 0 0,7 0 0,-1 0 0,1 0 0,2 0 0,-9 0 0,1 0 0,0 0 0,-5 0 0,0 0 0,1 0 0,9 0 0,1 0 0,0 0 0,-5 0 0,-2 0 0,3 0 0,-4 0 0,2 0 0,0 0 0,-2 0 0,7 0 0,-1 0 0,1 0 0,-6 0 0,1 0 0,1 0 0,-1 0 0,2 0 0,0 0 0,1 0 0,1 0 0,-4 0 0,2 0 0,0 0 0,0 0 0,0 0-396,-1 0 0,-1 0 1,1 0-1,0 0 1,0 0 395,0 0 0,0 0 0,0 0 0,-1 0 0,0 0 0,6 0 0,0 0 0,-2 0 0,1 0-290,-3 0 1,0-1 0,-1 1-1,0 1 290,-2 2 0,0 2 0,-1 0 0,-1-2 0,8-1 0,-2-2 0,2 2 0,-4 1 0,2 2 0,0 0 0,-1-2 0,7-2 0,-1-2 0,4 1-364,-10 0 0,3 0 1,1 0-1,-1 0 1,-2 0 363,1 0 0,-3 0 0,1 0 0,0 0 0,4 0 0,1 0 0,1 0 0,3 0 0,-5-1 0,4 1 0,1-1 0,1 1 0,-2 1 0,-1 0 0,0 1 0,-3 1 0,1 1 0,-1 0 0,3-2 0,-1 0 0,2-2 0,0 0 0,1 0 0,-1 1 0,-1 0 0,-5 1 0,0 1 0,0 0 0,-2 1 0,0-2 0,-3 0 0,5-2 0,-3 0 0,-1-1 0,3 2 0,0 1 0,1 2 0,1-1 0,0 1 0,-4-1 0,11-2 0,-4 0 0,1 1 540,-2 2 1,1 2 0,2-1-541,-11-1 0,3-1 0,0 1 0,0-1 0,-3-1 0,8-1 0,-2 0 0,0 1 0,3 3 0,0 1 0,-7-2 572,-12-3 0,-7-2-572,-6 1 0,-1 0 0,13 0 1071,20 0 1,4 0-1072,-23 0 0,1 0 15,6 0 0,5 0 0,-5 0-15,-7 0 0,-3 0 0,13 0 0,8 0 0,-11 0 0,-11 0 0,4 0 0,13 4 0,5 2 0,-2 0 0,-2 0 0,0 0 0,1-1 0,4 0 0,-7 3 0,-8 4 0,-3-1 0,11-9 0,2 0 0,-1 14 0,-1-1 0,-4-12 0,0-2 0,-3 7 0,-1 0 0,-7-7 0,-1-2 0,14 1 0,-14-8 0,1 0 0,9 4 0,0-11 0,1-1 0,-12 10 0,3 0 0,6-2 0,4-1 0,-3 1 0,1 0 0,2 0 0,2 2 0,1 0 0,-1-2 0,-2-3 0,-1-1 0,-2 0 0,8 2 0,-5 1 0,-2-7 0,-4 16 0,5-16 0,4 7 0,6-1 0,-15-2 0,1 0 0,-1 0 0,14 1 0,0 3 0,0 1 0,-8-2 0,-13-7 0,23 12 0,-27-11 0,-1 15 0,13 0 0,3 0 0,4 0 0,-4 0 0,-19 0 0</inkml:trace>
  <inkml:trace contextRef="#ctx0" brushRef="#br0" timeOffset="34081">21643 7585 24575,'33'0'0,"1"0"0,-2 0 0,4 0 0,1 0 0,-1 0 0,2 0 0,2 0 0,-1 0-803,5 0 0,1 0 0,0 0 0,0 0 803,-3 0 0,1 0 0,-1 0 0,-1 0 0,-1-1 0,1 0 0,-2 1 0,-2 2 261,1 2 1,-2 3 0,0-3-262,-1-3 0,-1-1 0,-1 3 289,3 13 0,-2 0-289,-6-14 0,-1 0 0,6 6 0,1-1 0,-7-6 0,1-2 829,-2 1 1,2 0-830,9 0 0,1 0 95,-2 0 0,0 0-95,-3 0 0,1 0 0,7 0 0,0 0 0,-5 0 0,-1 0 0,-6 0 0,1 0 0,17 8 0,4 0 0,-17-6 0,1-2 0,2 2 0,9 3 0,4 1 0,-1-1 0,-3-5 0,0-1 0,-1 2 0,-5 3 0,0 2 0,-1-1 0,-1-3 0,-1-2 0,-2 2 0,4 6 0,0 0 0,-6-7 0,1-1 0,1-1 0,4 1 0,1 0 0,-1 0 0,9 0 0,2 0-240,-14 0 0,4 0 1,0 0-1,-3 0 240,1 0 0,-2 0 0,0 0 0,2 0 0,0 0 0,-1 0-113,-2 0 0,0 0 1,-1 0 112,14 0 0,2 0 0,-6 0 0,2 0 0,1 0 0,1 0 0,0 0 0,1 0 0,-5 0 0,2 0 0,-1 0 0,-3 0 0,-2 0 0,-3 0 0,-1 0 0,19 0 0,-12 0 0,-23 0 0,-4 0 0,-16 0 0</inkml:trace>
  <inkml:trace contextRef="#ctx0" brushRef="#br0" timeOffset="52166">21784 9843 24575,'44'0'0,"1"0"0,-1 0 0,-6-2 0,1 0 0,1-1 0,3-1 0,1-1 0,-2-1 0,1 0 0,2-1 0,2-1 0,0 0 0,1 0 0,0 0-410,-1 1 0,0 0 1,2 0-1,0 0 1,0 0-1,1-1 0,0 0 1,1 0 250,-3-1 0,1 0 0,1-1 0,0 0 0,0 0 1,0 0-1,-1 0 0,-1 0 0,-1 2-248,4-1 0,-1 1 1,-2 1-1,1-1 0,-1 1 1,-1-1-1,1 0 407,-2-1 0,0-1 0,1-1 0,-1 1 0,-2 0 0,-1 1 0,-2 1 0,11 1 0,-3 2 0,-2 0 0,-1-1 394,-6-2 0,-2 0 0,-1-1 0,1 2-394,2 2 0,1 1 0,-3 1 0,-4 0 0,-1 1 0,-3 0 0,15-7 0,-12 2 0,-29 7 2023,12 16-2023,-16-12 3276,0 27-2597,-16-11-679,12-1 0,-12 13 0,16-28 0,0 27 0,-15-27 0,11 12 0,-12-16 0,16 0 0,0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4T17:57:33.62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2558 7691 24575,'19'0'0,"12"0"0,1 0 0,-5 0 0,-1 0 0,-1 0 0,7 0 0,-28 0 0,27 0 0,-27 0 0,12 0 0,-1 0 0,-11 0 0,12 15 0,-16-11 0,0 12 0,0-16 0,0 16 0,0-13 0,0 13 0,0-16 0</inkml:trace>
  <inkml:trace contextRef="#ctx0" brushRef="#br0" timeOffset="13935">5927 8731 24575,'33'0'0,"0"0"0,-7 0 0,-1 0 0,3 0 0,-3 0 0,-1 0 0</inkml:trace>
  <inkml:trace contextRef="#ctx0" brushRef="#br0" timeOffset="16569">7973 8802 24575,'10'0'0,"13"0"0,-19 0 0,27 0 0,-27 0 0,12 0 0,0 0 0,-12 0 0,11 0 0,1 0 0,19 0 0,-8-1 0,1 2 0,7 6 0,1 1 0,-8-6 0,-1 0 0,0 5 0,-4 2 0,-3 7 0,-4-12 0,-16 11 0,0-15 0,0 0 0</inkml:trace>
  <inkml:trace contextRef="#ctx0" brushRef="#br0" timeOffset="34435">2258 10601 24575,'43'0'0,"-10"0"0,2 0 0,-1 0 0,-1 0 0,4 0 0,-3 0 0,1 0 0,-4 0 0,-27 0 0,12 0 0,15 0 0,8 0 0,3 0 0,3 0 0,-8 0 0,0 0 0,-1 0 0,-1 0 0,-8 0 0,-3 0 0,-5 0 0,13 0 0,3 0 0,4 0 0,-13 0 0,-1 0 0,10 0 0,-15 0 0,-20 0 0,-20 16 0,1-12 0,3 11 0</inkml:trace>
  <inkml:trace contextRef="#ctx0" brushRef="#br0" timeOffset="104367">2558 9172 24575,'49'0'0,"0"0"0,-9 0 0,3 0 0,3 0 0,-5 0 0,4 0 0,2 0 0,1 0 0,-2 0-656,-1 0 1,0 1-1,0-1 1,1 0 0,1-1 152,-4 0 0,1-1 1,1 0-1,1-1 0,2 0 1,2-1 502,-9-1 0,3 0 0,1 0 0,2-1 0,0-1 0,1 1 0,-1-1 0,0 1 0,-2 0 0,-1 0 0,7-1 0,-1 1 0,-2 0 0,-1 0 0,2 0 0,1-1 0,2 0-267,-7 0 1,3-1 0,2 0 0,0 0 0,1-1 0,0 1 0,-2 0 0,0 1-1,-3 1 1,-3 0 266,7 1 0,-4 1 0,-1 1 0,-2 1 0,1-1 0,2 1 0,-2-1 0,1 0 0,1 1 0,0-1 0,-1 1 0,-3 0 0,-2 1 445,6 0 1,-4 1-1,0 1 1,0-1-446,10 0 0,3 0 0,-4 0 0,-13 0 0,1 0 0,-8 0 0,1 0 0,-5 0 0,1 0 0,6-4 0,4-1 0,4-2 0,-2 1 0,4 0 0,2-2 0,1 1 0,-3-1 266,4-1 1,-2-1 0,1 0-1,0 0-266,-2 0 0,2-1 0,-1 0 0,-1 0 0,-4 3 0,3 0 0,-4 2 0,-3 0 1638,8-3 0,-3 3-1257,-6 5 0,-2 2-381,5-1 0,-7 0 0,-17 0 0,-3 0 2069,37 0-2069,-19-1 0,3 2 0,-1 3 0,4 2 0,2-1 0,6-3 0,3-2 0,3 2 0,-11 3 0,2 1 0,2 1 0,0 0 0,-2-1 0,9 0 0,0-1 0,-1-1 0,-2 1-108,-4 0 1,-1 0 0,-2 0 0,-2 0 107,2 1 0,-2 0 0,-10-3 0,-8-3 0,-5 0 0,-15 0 0</inkml:trace>
  <inkml:trace contextRef="#ctx0" brushRef="#br0" timeOffset="115884">2452 10566 24575,'19'0'0,"13"0"0,-13 0 0,17 0 0,-13 0 0,5 0 0,7 0 0,6 0 0,0 0 0,3 0 0,0 0 0,1 0 0,4 0 0,1 0 0,-4 0 0,-8 0 0,-3 0 0,-6 0 0,7 0 0,-5 0 0,-27 0 0,12 0 0,-32 0 0,-4 0 0,-15 0 0,0 0 0,9-8 0,1 0 0,-14 4 0,7-4 0,-3 0 0,-7 7 0,-2 2 0,8-1 0,-1 0 0,0 0 0,0 0 0,1-1 0,-1 2 0,2 4 0,1 1 0,1-1 0,-3-3 0,2 0 0,6 6 0,1 0 0,-16-8 0,25 0 0,18 0 0,18 15 0,9-11 0,9 12 0,-1-16 0,0 0 0,-15 0 0,-5 0 0,1 0 0,-12 16 0,12-12 0,-16 11 0,0-15 0,0 0 0,0 16 0,0-12 0,0 12 0,0-16 0,0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4T18:01:49.57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13811 5856 24575,'36'0'0,"-1"0"0,0 0 0,-15 0 0,-5 0 0</inkml:trace>
  <inkml:trace contextRef="#ctx0" brushRef="#br0" timeOffset="1332">14199 6615 24575,'0'0'0</inkml:trace>
  <inkml:trace contextRef="#ctx0" brushRef="#br0" timeOffset="2832">13547 7479 24575,'19'0'0,"13"0"0,-5 0 0,6 0 0,3 0 0,-10 0 0,-1 0 0,1 0 0,-1 0 0,6 0 0,-27 0 0,27 0 0,-27 0 0,12 0 0,-16 0 0</inkml:trace>
  <inkml:trace contextRef="#ctx0" brushRef="#br0" timeOffset="16300">3157 7902 24575,'0'43'0,"0"0"0,0 5 0,0 2 0,0-5 0,0 2 0,0 1-820,0-11 1,0 0 0,0 2 0,0 0 704,0 8 1,0 1 0,0 0 0,0 2 114,0-10 0,0 1 0,0 0 0,0 2 0,0 3 0,0-3 0,0 3 0,0 2 0,0 2 0,0 0 0,0 0 0,0-2 0,0-3 0,0 5 0,0-4 0,0 0 0,0 0 0,0 1 0,0 3-343,0-8 1,0 3-1,0 1 1,0 1-1,0 1 1,0-2-1,0 0 1,0-3-1,0-3 343,0 10 0,0-4 0,0-2 0,0 1 0,0 4 0,0-3 0,0 3 0,0 1 0,0 1 0,0 0 0,0-1 0,0-2 0,0-4 0,1-2 0,-1 0 0,0-1 0,0 4 0,-1 3 0,1-7 0,-1 2 0,0 3 0,-1 1 0,1 1 0,-1 2 0,1-1 0,-1 1 0,0-2 0,0 0 0,1-2-70,-1 3 1,0-1 0,-1 0 0,1-1 0,0 0 0,0 0 0,-1 0 0,1 1 0,0 2 69,0-5 0,0 2 0,1 1 0,-1 0 0,0 1 0,0-1 0,0 0 0,1 0 0,-1-2 0,0-1 0,0-2 0,0 11 0,-1-1 0,1-2 0,-1-1 0,1-2 0,0-1 0,1-1 0,0 4 0,1-1 0,0-3 0,1-1 0,-1 0 0,0 5 0,0-1 0,0-1 0,0-3-328,0 2 1,0-2-1,0 2 328,0 1 0,0 3 0,0 0 0,0-5 0,0-1 0,0-4 0,0-1 425,-1-4 1,1-1 0,1 0-426,3 0 0,3 0 0,-3-3 1500,-3-2 0,2-2-1500,13 7 0,0-3 2601,-12 3-2601,8 5 0,7 10 0,-3-2 0,-8-13 0,-1 0 0,1 2 386,4 6 0,2 3 0,-1 1 0,-1-2-386,-2 4 0,-3-2 0,4-6 0,6-9 0,-1-1 0,-12 12 0,4-8 0,23-31 0,4 12 0,-7-15 0,6-2 0,6 1-469,-3 2 1,6 2 0,4 1 0,2 1 0,2-1 0,-1 0 0,-1-1 147,-2-2 0,-1-1 0,1-1 0,0 1 0,1-1 0,1 1 0,2 2 321,-7 0 0,3 1 0,1 1 0,1 1 0,0 0 0,1-1 0,-1 1 0,0-1 0,-2-1 0,-1-1 0,3-1 0,-1-1 0,0-1 0,-2 0 0,0 0 0,1 0 0,-1 0 0,0 1 0,0 0 0,0 1 0,0 0 0,0 1 0,0-1 0,0 0 0,-1 0 0,1-1 0,-2 0 0,1-1 0,-1 0 0,0 0 0,1 0 0,-1 0 0,1-1 0,0 1 0,3 0 0,0 0 0,1 0 0,0 0 0,0 0 0,-1 0 0,0 0 0,0 0-469,2 0 1,1 0 0,-2 0 0,1 0 0,0 0 0,-1 0 0,0 0 454,1 0 0,-1 0 0,0 0 0,0 0 0,0 0 0,-1 0 0,-1 0 14,5 0 0,-2 0 0,0 0 0,-1 0 0,1 0 0,-1 0-373,0 0 0,-1 0 0,1 0 1,-1 0-1,0 0 0,0 0 373,1 0 0,-1 0 0,1 0 0,-1 0 0,0 0 0,0 0 0,-1 1 0,0 0 0,-1 0 0,0-1 0,3-1 0,1-1 0,-9-1 0,3-1 0,2 0 0,0-2 0,0 0 0,0 0 0,0 0 0,-3 0 0,-2 0 0,7 0 0,-2-1 0,-2 1 0,-1-1 0,1-1 0,2-1 0,-1-1 0,2-1 0,1 0 0,0-2 0,-1 0 0,-3-1 0,-4 0-234,10-6 0,-4-1 0,-3-1 0,-1-1 234,-5 1 0,-1 1 0,0-2 0,0-1 0,3-5 0,0-1 0,0-1 0,0-1 195,-4 4 0,-1 0 1,1-2-1,0 0 0,-1-3-195,-3 1 0,1-1 0,-1-2 0,0-1 0,0-1 0,1 0-54,-2 2 0,1 0 0,0-1 0,0-1 0,0 0 0,-1-2 1,0 0 53,-3 1 0,-1-1 0,1-1 0,-2 0 0,1-1 0,-1-1 0,-1-1 0,0 0-162,-3 3 0,0-2 0,0 0 0,-1 0 0,-1-1 0,1-1 0,-2 0 1,0 0-1,0-1 162,-2 3 0,0-1 0,-1 0 0,0-1 0,0 0 0,-1-1 0,-1 0 0,0 0 0,-1-1 0,0 0-177,-1 2 1,-1-2 0,-1 0 0,0 0 0,-1-1-1,0 0 1,0 0 0,-1-1 0,0 1 0,0 0-1,-1 1 177,0 0 0,0 1 0,0-1 0,-1 1 0,0-1 0,-1 1 0,1-1 0,-1 1 0,0-1 0,-1 0 0,0 0-92,0-1 0,-1-1 1,0 1-1,0-1 1,0 0-1,-1 0 1,0 0-1,0 0 1,-1 1-1,1 0 1,0 0 91,0-2 0,-1 2 0,1-1 0,-1 1 0,0 0 0,0 0 0,0 0 0,0-1 0,-1-1 0,0 0-39,-1 1 1,0 0-1,0-2 1,0 0 0,-1 0-1,0-1 1,0 0-1,0 1 1,0 1 0,0 1-1,0 1 1,0 3 38,1-9 0,-1 2 0,1 3 0,0 0 0,-1 0 0,0 1 0,0-1 0,-2-1 144,0 1 1,-1 0-1,0-1 1,0 0-1,-1 0 1,-1 0-1,-1 1 1,0 1-1,-2 0-144,-1 0 0,-1-1 0,-1 1 0,-2 1 0,1 1 0,-1 1 0,0 1 0,1 3 0,-5-8 0,0 5 0,0 1 0,-1-2 0,0-3 0,3 7 0,0-3 0,0-1 0,-1-2 0,-1 0 0,1 2 0,-1 1 0,-1 3 0,-4-4 0,-1 3 0,-1 2 0,1 0 0,0 2 0,3 1 549,-2-6 1,2 2 0,0 1 0,0 0-550,-2-6 0,0-1 0,0 4 0,0 10 1638,-2 10 0,-1 9-1384,2 3 1,-3 4-255,-7 4 0,-6 3 0,-1 0 819,5-1 0,-2 0 0,-1 0 0,-1 0-733,2 0 0,-3 0 0,0 0 0,0 0 1,0 0-87,2 0 0,-1 0 0,1 0 0,-1 0 0,1 0 0,-1 0 0,1-1 0,0 0 0,-1 2 0,-2 0 192,-2 2 0,-1 2 0,-1 1 1,-2 0-1,-1 0 0,-1-1-192,10-1 0,-1-2 0,-2 1 0,0-1 0,-1 0 0,0 0 0,1 1 0,0 0 0,2 0 0,-6 1 0,2 1 0,1 0 0,-1 0 0,0 1 0,-1-1 0,-3 0-321,5 0 0,-3 0 0,-2-1 1,-1 1-1,0 0 0,0 0 1,1 0-1,2 0 0,3-1 1,4 0 320,-10 1 0,5 0 0,3-1 0,-1 1 0,-4 0 0,9-1 0,-2 0 0,-2 1 0,0-1 0,0 1 0,-2-1 0,2 1 0,-1-1 0,-1 0 0,0 1 0,0-1 0,-1 1 0,0-1 0,1 0 0,1-1 0,0-1 0,-2 0 0,1-1 0,0-1 0,1 0 0,0 0 0,-2 0 0,-1 1 0,5 1 0,-2-1 0,0 1 0,-2 0 0,1 1 0,0-1 0,1-1 0,1 1 0,1-1-370,-8 0 0,0 0 1,3-1-1,0 0 1,0-1-1,0 0 370,3-1 0,1 0 0,-1-1 0,1 1 0,1-2 0,0 1 11,-6 0 1,1-1 0,1 0 0,0 0 0,3 0-12,-3-1 0,1 0 0,2 0 0,0 0 29,4 1 0,-1-1 0,2 1 1,3 1-30,-2 3 0,3 0 0,2 0 1638,-11 0 0,2 0-1476,3 0 1,-1 0-163,7 5 0,-2 1 0,-1-1 0,-1-4 0,-1-1 0,-4 3 0,1 4 0,-4 3 0,-2 2 0,2-1 0,3-4 809,-3-3 0,4-3 0,-2 2-809,1 4 0,-3 3 0,2-1 0,8-4 1050,8-4 0,3-2-1050,-1 1 0,-1 0 330,-4 0 1,-2 0-331,-11 0 0,-3 0 0,9 0 0,-1 0 0,0 0 0,1 0 0,0-1 0,1 2 0,-11 7 0,4 0 0,6-7 0,7 2 0,11 13 0,3-16 0,16 0 0</inkml:trace>
  <inkml:trace contextRef="#ctx0" brushRef="#br0" timeOffset="21684">7832 16492 24575,'35'0'0,"-7"0"0,3 0 0,-4 0 0,3 0 0,16 0 0,2 0 0,-11 0 0,0 0 0,6 0 0,0 0 0,-7 0 0,-1 0 0,0 0 0,0 0 0,7 0 0,3 0 0,-11 0 0,1 0 0,2 0 0,2 0 0,2 0 0,4 0 0,-4 0 0,4 0 0,2 0 0,1 0 0,-2 0-597,-1 0 0,0 0 1,-1 0-1,2 0 1,0 0 596,-4 0 0,2 0 0,0 0 0,0 0 0,-1 0 0,-2 0 0,2 0 0,-1 0 0,-2 0 0,1 0 0,1 0-92,3 0 1,1 0-1,0 0 1,0 0-1,-1 0 92,-4 0 0,0 0 0,0 0 0,0 0 0,0 0 0,4 0 0,0 0 0,1 0 0,-1 0 0,-2 0 0,2 0 0,-2 0 0,-1 0 0,0 0 0,-3 0 0,0 0 0,-1 0 0,-1 0 0,9 0 0,-1 0 0,1 0 0,-7 0 0,2 0 0,-1 0 0,-1 0 0,6 0 0,-2 0 0,2 0 0,-4 0 0,2 0 0,0 0 0,-1 0 0,9 0 0,-2 0 0,0 0 0,-4 0 0,-2 0 0,-2 0 1453,4 0 0,-8 0-1453,-5 0 535,-28 0-535,11 0 0,-15 0 0,32 0 0,-9 0 0,3 0 0,-1 0 0,3 0 0,5 0 0,-21 0 0,3-15 0,-15 11 0,0-12 0,0 16 0,0 0 0,0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4T18:05:44.73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2522 6403 24575,'34'0'0,"-1"0"0,4 0 0,4 0 0,3 0 0,-3 0 0,4 0 0,1 0 0,2 0-656,-3 0 1,3 0-1,0 0 1,1 0 0,0 0 132,0 0 1,1 0 0,0 0-1,0 0 1,0 0 522,-8 0 0,0 0 0,0 0 0,1 0 0,-1 0 0,2 0 0,1 0 0,2 1 0,0-1 0,0 0 0,-1 0 0,0-1 0,3-1 0,-1-1 0,0 0 0,2-1 0,2 0 0,-9 1 0,3-1 0,2-1 0,1 0 0,-1 1 0,0-1 0,-2 0 0,-4 1 0,8-1 0,-4 1 0,-2 0 0,1-1 0,2-1 0,-2-1 0,3-1 0,1-2 0,-1 1 0,-2 2 0,-4 1 312,-1 4 0,-4 2 0,0 0 1,3-2-313,3-2 0,2-3 0,2-1 0,0 1 0,-2 2 0,4 3 0,-1 1 0,0 1 0,3-1-217,-7-1 1,2-1 0,1 0 0,0 0 0,-1 0 0,-2 2 216,-1 0 0,-1 1 0,-2 0 0,0 0 0,-1 1 0,7-1 0,-1 0 0,-1 0 0,0 0-239,-3 0 0,1 1 0,-1-1 1,-1-1 238,8-4 0,-1-1 0,-1 1 836,-4 3 1,-1 2 0,2-2-837,-2-2 0,3 0 0,-1-1 0,-3 2 0,-3 2 0,-2 2 0,3-1 0,9 0 0,4 0 0,1 0 0,-4 0 0,-6 0 0,-3 1 0,5-2 0,-6 0 0,5 0 0,2 0 0,0-1 0,-3 0 0,-4 1 0,8 1 0,-5-1 0,2 0 0,2 0 0,4-2 0,-2 1 0,-8 1 0,-9 0 0,-5 2 377,18-1-377,-25 0 2660,5 0-2660,-3 0 0,10 2 0,6 3 0,7 4 0,4 0-81,-2-5 0,3-1 0,1 2 81,-10 2 0,1 1 0,1 1 0,-1-2 0,1-1 0,-1-1 0,1-1 0,-2 1 0,9 1 0,0 0 0,-3 1-153,-6 4 1,-1 1 0,-1-3 152,-2-7 0,0-2 0,-1 2 0,7 5 0,0 1 0,-7-3 0,1 0 0,-2 1 0,4 4 0,0 0 0,1-4 0,3 0 0,-2 1 0,7 9 0,2 0 0,-5-10 0,6-1 0,0-2 0,-6 2 0,7 5 0,-2 0 0,-4-4 0,2 0 0,-4-3 0,-3-3 0,-4 0 0,-7 8 0,3 0 0,10-5 0,6-4 0,-2 3 0,4 6 0,0 0-215,-4-7 0,2-2 0,-2 1 215,-8 0 0,-3 0 0,1 0 0,1 0 0,-1 0 0,0 0 726,10 0 0,0 0-726,2 0 0,0 0 0,-3 0 0,0 0-135,-7 0 1,1 1 0,1-2 134,2-4 0,0-1 0,3 1 0,-7 3 0,1 2 0,2-1 0,1 0 0,3-1 0,3-2 0,1 0 0,-1 1 0,-1 0 0,-1 3 0,-1 0 0,-1 0 0,3 0-282,-1 0 1,2 0 0,1 0-1,-2 0 1,-5 0 281,4 0 0,-5 0 0,1 0 0,0 0 0,-1 0 0,0 0 82,-4 0 0,-1 0 0,0 0-82,0 0 0,1 0 0,-1 0 0,0 0 0,0 0 0,1 0 0,-1 0 0,-1 0 0,3 0 0,6 0 0,2 0 0,-4 0 0,0 0 0,-2 0 19,10 0 1,-8 0-20,-21 0 828,-4 0-828,-16 0 0,0 0 0,0 0 0</inkml:trace>
  <inkml:trace contextRef="#ctx0" brushRef="#br0" timeOffset="43166">2328 10742 24575,'26'0'0,"17"0"0,-4 0 0,-6 0 0,1 0 0,5 0 0,-12 0 0,-3 0 0,-4 0 0,-5 0 0,1 0 0,-12 0 0,11 16 0,-15-12 0,0 11 0,16-15 0,-12 0 0,12 0 0,-1 0 0,5 0 0,15 0 0,1 0 0,-1 0 0,-16 0 0,13 16 0,-28-12 0,11 12 0,-15-16 0</inkml:trace>
  <inkml:trace contextRef="#ctx0" brushRef="#br0" timeOffset="45166">2487 15064 24575,'35'0'0,"1"0"0,-1 0 0,0 0 0,-9 0 0,-1 0 0,14 0 0,-6 0 0,1 0 0,-7 0 0,1 0 0,7 0 0,0 0 0,-7 0 0,-1 0 0,7 0 0,-1 0 0,6 0 0,-13 0 0,-1 0 0,10 0 0,1 0 0,-17 0 0,13 0 0,-28 0 0,11 0 0,-15 0 0</inkml:trace>
  <inkml:trace contextRef="#ctx0" brushRef="#br0" timeOffset="57347">2452 12294 24575,'41'0'0,"0"0"0,-10 0 0,1 0 0,10 0 0,5 0 0,-3 0 0,-4 0 0,-1 0 0,-5 0 0,1 0 0,-3 0 0,-3 0 0,-3 0 0,8 0 0,-1 0 0,6 0 0,-14 0 0,1 0 0,0 0 0,-1 0 0,14 0 0,-9 0 0,-1 0 0,8 0 0,-9 0 0,3 0 0,3 1 0,3-2 0,8-6 0,0-1 0,-7 6 0,-2 0 0,-1-7 0,-3 2 0,3 7 0,-15 0 0,27 0 0,-24 0 0,2 0 0,1 0 0,10 0 0,-17 0 0,-3 0 0</inkml:trace>
  <inkml:trace contextRef="#ctx0" brushRef="#br0" timeOffset="59151">2558 13229 24575,'35'0'0,"-4"0"0,5 0 0,2 0 0,4 0 0,-1 0 0,-7 0 0,-1 0 0,2 0-278,14 0 0,4 0 0,-6 0 278,-9 0 0,-2 0 137,8 0 0,-1 0-137,-12 0 0,0 0 69,3 0 0,1 0-69,12 0 0,0 0 0,-8 0 0,0 0 0,6 0 0,-3 0 0,-15 0 0,-3 0 422,-5 0-422,13 0 0,-13 0 0,16 0 0,1 0 0,-1 0 0,0 0 0,-15 0 0,-4 0 0,-16 0 0,0 0 0</inkml:trace>
  <inkml:trace contextRef="#ctx0" brushRef="#br0" timeOffset="69987">18380 12153 24575,'35'0'0,"-10"0"0,1 0 0,1 0 0,1 0 0,7 0 0,0 0 0,-7 0 0,-1 0 0,0 0 0,-3 0 0,-4 0 0,11 0 0,-27 0 0,27 0 0,-27 0 0,12 0 0,-16 0 0,0 0 0,0 0 0</inkml:trace>
  <inkml:trace contextRef="#ctx0" brushRef="#br0" timeOffset="72571">9066 13617 24575,'28'0'0,"-1"0"0,7 0 0,-1 0 0,6 0 0,-4 0 0,-3 0 0,-28 0 0,27 0 0,-27 0 0,12 0 0,-1 0 0,-11 0 0,12 0 0,0 0 0,-13 0 0,13 0 0,-16 0 0</inkml:trace>
  <inkml:trace contextRef="#ctx0" brushRef="#br0" timeOffset="101486">2522 9013 24575,'36'0'0,"-1"0"0,7 0 0,2 0 0,-5 0 0,2 0 0,1 0-621,0 0 0,1 0 0,1 0 621,3 0 0,0 0 0,0 0 0,2 0 0,1 0 0,-4 0 0,3 0 0,-2 0 200,-9 0 1,0 0-1,-4 0-200,-6 0 0,-1 0 154,7 0 0,-2 0-154,8 0 0,-5 0 0,-4 0 954,-27 0-954,12 0 0,0 0 0,-13 0 0,13 0 0,31 0 0,-4 0 0,-8 0 0,1 0 0,-9 0 0,-3 0 0,-5 0 0,-3 0 0</inkml:trace>
  <inkml:trace contextRef="#ctx0" brushRef="#br0" timeOffset="103220">4957 9208 24575,'25'0'0,"0"0"0,20 0 0,5 0 0,-6 0 0,4 0 0,3 0-820,-6 0 1,1 0 0,2-1 0,1 2 563,-7-1 1,0 0 0,1 0 0,0 0-1,-2 0 256,6 0 0,-2 0 0,0 0 0,-1 0 124,-4 0 1,0 0 0,-1 0 0,-1 0-125,1 0 0,-2 0 0,0 0 0,-2 0 0,0 0 0,-1 0 465,14 1 1,2-2-466,-5-8 0,2-4 0,-2 3 0,-7 7 0,-1 3 0,2-5 0,2-7 0,2-6 0,1-1 0,-4 6 0,0 6 0,-3 3 0,0-1 0,5-6 0,0-2 0,-4 4 0,-6 3 0,-2 4 1163,5 1 0,-5 2-1163,-14-1 798,31 0-798,-28 0 0,5 0 0,3 0 0,7 0 0,3 0 0,1 0 0,3 0 0,1 0-321,1 0 0,0 0 0,1 0 321,3 0 0,0 0 0,0 0 0,-5 0 0,-1 0 0,-3 0 0,1 0 0,-3 0 0,0 0 0,-5 0 0,-12 0 0,-3 0 0,-16 0 0,0 0 0</inkml:trace>
  <inkml:trace contextRef="#ctx0" brushRef="#br0" timeOffset="110352">8414 13370 8191,'25'0'0,"1"0"0,7 0 0,4 0 1092,1 0 0,4 0 0,0 0-497,-4 0 1,0 0 0,-1 0 343,0 0 0,0 0 1,-5 0-940,-3 0 0,-7 0 429,-6 0 1,-16 0 0,0 0 0</inkml:trace>
  <inkml:trace contextRef="#ctx0" brushRef="#br0" timeOffset="116722">16245 12083 24575,'36'0'0,"-1"0"0,8 0 0,4 0 0,-15 0 0,1 0 0,15 0 0,-2 0 0,-19 0 0,-3 0 0,11 0 0,-15 0 0,11 0 0,-11 0 0,15 0 0,-1-8 0,-1 0 0,-6 4 0,20-12 0,-47 16 0,0 16 0,0-12 0,16 12 0,3-1 0,5-12 0,3-2 0,0 7 0,1 0 0,14 1 0,2-2 0,-5-6 0,-3 2 0,-7 5 0,-3-1 0,5-7 0,-31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66539-D176-AA8F-62EA-6BF520981F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DD2B30-B4DF-1CC1-B36C-1FD7425E86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FBC570-FF23-9BBA-4C85-B60EB2DBA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DF564-AA16-4F8A-8361-C9076F43B828}" type="datetimeFigureOut">
              <a:rPr lang="en-CA" smtClean="0"/>
              <a:t>2026-01-14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E47D85-E246-E16B-5B0E-E29AF9F30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638D09-E406-F1DD-A1E1-595007F9A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E815A-C749-4C79-B2CB-E40AFC1DF11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931333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3CD82-E189-B5BA-345F-D6C954B18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3C942D-4F47-891A-C24C-7C3A578565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07D658-51B7-6112-43AC-3AFBB59D2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DF564-AA16-4F8A-8361-C9076F43B828}" type="datetimeFigureOut">
              <a:rPr lang="en-CA" smtClean="0"/>
              <a:t>2026-01-14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9A2B32-C84F-F27A-6AA6-D42274DD7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19B94-1BCF-FDDD-53AE-753FA3B55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E815A-C749-4C79-B2CB-E40AFC1DF11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858305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B73D4-4560-2E9B-B579-81BE1393D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4D2915-951F-E27B-053B-E64AFCB645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567CA0-BD03-D4F8-36B4-BC1180B9D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DF564-AA16-4F8A-8361-C9076F43B828}" type="datetimeFigureOut">
              <a:rPr lang="en-CA" smtClean="0"/>
              <a:t>2026-01-14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ADE013-4F1D-3C4A-89B8-64A72B8DC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978DE5-AFD8-FDED-E901-02A49A251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E815A-C749-4C79-B2CB-E40AFC1DF11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971910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79225-8A5B-63F2-603F-1EFD44F679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ADD784-61C5-EDDC-FA36-E5285E0A42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C485B4-1DB6-9864-1128-239A030FEC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62815E-648E-DB7C-E74C-65CC61F62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DF564-AA16-4F8A-8361-C9076F43B828}" type="datetimeFigureOut">
              <a:rPr lang="en-CA" smtClean="0"/>
              <a:t>2026-01-14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83868E-DD3F-24B1-0A1D-334A92FDD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EA6E47-323B-AE8A-8528-DFFEF0EC2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E815A-C749-4C79-B2CB-E40AFC1DF11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89173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D1DC9-DA8E-8FD5-C985-18EC378894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1D3026-F805-2C06-B1D9-7F3F8D1EDF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878ED6-AD89-D961-03F7-D789B76F1E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3D9FA6B-4B24-C914-F92D-1DA323E8A8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8862A4-ECE0-9EA4-FF1B-6BD5FCC30C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E354E7-700D-F72D-50D6-1160C4F56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DF564-AA16-4F8A-8361-C9076F43B828}" type="datetimeFigureOut">
              <a:rPr lang="en-CA" smtClean="0"/>
              <a:t>2026-01-14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A2D21A-510C-DB76-69DC-5862D979A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764EC7-769F-647D-2DFA-4C58BB5ED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E815A-C749-4C79-B2CB-E40AFC1DF11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13542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EEE0C-2E73-6313-4417-61F6F5CA7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552AF6-7577-A977-3596-F20B00202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DF564-AA16-4F8A-8361-C9076F43B828}" type="datetimeFigureOut">
              <a:rPr lang="en-CA" smtClean="0"/>
              <a:t>2026-01-14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5C8889-09F3-06D0-BBD1-A14080FEE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41CEE1-40D7-9935-AC07-2E8DAC153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E815A-C749-4C79-B2CB-E40AFC1DF11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378016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E3D978-1626-7D10-8D3F-BB0C61E5F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DF564-AA16-4F8A-8361-C9076F43B828}" type="datetimeFigureOut">
              <a:rPr lang="en-CA" smtClean="0"/>
              <a:t>2026-01-14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E7F703-F342-D08D-CD5C-423FF8806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6F70C8-1A40-98AC-34CD-3098806CF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E815A-C749-4C79-B2CB-E40AFC1DF11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276920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EAA60-84E5-50DB-10CB-F27167A7F0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A1F8CE-1900-8A2F-4A7B-932DA1F683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6A2B54-A64C-F542-65D8-BD0B68CFF9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B5D35C-4771-B73E-A90F-90119DE1C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DF564-AA16-4F8A-8361-C9076F43B828}" type="datetimeFigureOut">
              <a:rPr lang="en-CA" smtClean="0"/>
              <a:t>2026-01-14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89C314-7DE8-3EFC-B8BB-C926C2BAA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51E3A8-6147-CCF2-0F5D-B872EF053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E815A-C749-4C79-B2CB-E40AFC1DF11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40211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05373-CEE0-4E02-C6CF-95C7412EBE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593CA3-5BB0-E3DC-4978-A52D72959B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E87CBB-3574-11E2-D836-B5F8AFC0CC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F96F99-97DF-391A-063E-50A01F677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DF564-AA16-4F8A-8361-C9076F43B828}" type="datetimeFigureOut">
              <a:rPr lang="en-CA" smtClean="0"/>
              <a:t>2026-01-14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27BEDE-066F-3022-3BDB-D70D97F15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FF8585-610E-D29C-37FF-4B73B5B9E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E815A-C749-4C79-B2CB-E40AFC1DF11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824621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8D0C0-9471-3CC2-BE6B-D32B4F5F1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5BA08D-42DF-5180-9C98-2C9E399DFA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9C9379-7F78-09AC-6A64-7B89A87FB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DF564-AA16-4F8A-8361-C9076F43B828}" type="datetimeFigureOut">
              <a:rPr lang="en-CA" smtClean="0"/>
              <a:t>2026-01-14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B4FE0E-56DC-1C33-FE7B-C6E20F25D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D9D40A-1654-E630-3D67-0A3FE80D8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E815A-C749-4C79-B2CB-E40AFC1DF11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229284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F8FE204-D15A-B524-9925-0455CE7838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7DF384-AC5E-ED9C-EE59-3D4C9CDC65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530571-9DF2-D120-866F-886BCEFBC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DF564-AA16-4F8A-8361-C9076F43B828}" type="datetimeFigureOut">
              <a:rPr lang="en-CA" smtClean="0"/>
              <a:t>2026-01-14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DE2FC2-0114-72BD-49C5-0109D365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B8C2E4-8E03-AE1A-B61B-17357A8B6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E815A-C749-4C79-B2CB-E40AFC1DF11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31178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83045C-B318-126B-9F7B-C17D75017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9E8CB7-9089-2E35-5EFD-9B36A8903A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16DFFF-5CC1-1A91-7D9D-D707A9F8B6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CDF564-AA16-4F8A-8361-C9076F43B828}" type="datetimeFigureOut">
              <a:rPr lang="en-CA" smtClean="0"/>
              <a:t>2026-01-14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90F41A-80C0-9638-E906-F33362FDBF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F5192F-49ED-988D-4226-AEC965C1FA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EE815A-C749-4C79-B2CB-E40AFC1DF11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007545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hyperlink" Target="https://github.com/python/cpython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07928-6A96-F294-818A-806E5BE3212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Natural Languages and Formal Languages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8F3F09-2A22-777B-0073-D655AAA28C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CMPT 120</a:t>
            </a:r>
          </a:p>
          <a:p>
            <a:r>
              <a:rPr lang="en-CA" dirty="0"/>
              <a:t>From Chapter 1 of textbook</a:t>
            </a:r>
          </a:p>
          <a:p>
            <a:r>
              <a:rPr lang="en-CA" dirty="0"/>
              <a:t>Spring 2026</a:t>
            </a:r>
          </a:p>
        </p:txBody>
      </p:sp>
    </p:spTree>
    <p:extLst>
      <p:ext uri="{BB962C8B-B14F-4D97-AF65-F5344CB8AC3E}">
        <p14:creationId xmlns:p14="http://schemas.microsoft.com/office/powerpoint/2010/main" val="39305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C02E65-2D5A-CC76-BA90-1F5B66144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63970-BD2C-5053-F8C4-DBA44BDEA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Natural Languages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4BB0CF-233F-86C4-3F23-CFED9C9AA1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822092" cy="4351338"/>
          </a:xfrm>
        </p:spPr>
        <p:txBody>
          <a:bodyPr>
            <a:normAutofit fontScale="92500" lnSpcReduction="20000"/>
          </a:bodyPr>
          <a:lstStyle/>
          <a:p>
            <a:r>
              <a:rPr lang="en-CA" b="1" dirty="0"/>
              <a:t>Natural languages </a:t>
            </a:r>
            <a:r>
              <a:rPr lang="en-CA" dirty="0"/>
              <a:t>are the languages spoken by people, e.g. English, German, Chinese, etc.</a:t>
            </a:r>
          </a:p>
          <a:p>
            <a:r>
              <a:rPr lang="en-CA" dirty="0"/>
              <a:t>They have grammar and rules, but they are often implicit and informal</a:t>
            </a:r>
          </a:p>
          <a:p>
            <a:pPr lvl="1"/>
            <a:r>
              <a:rPr lang="en-CA" dirty="0"/>
              <a:t>Linguists study these rules</a:t>
            </a:r>
          </a:p>
          <a:p>
            <a:pPr lvl="1"/>
            <a:r>
              <a:rPr lang="en-CA" dirty="0"/>
              <a:t>But speakers of the language often unaware of them</a:t>
            </a:r>
          </a:p>
          <a:p>
            <a:r>
              <a:rPr lang="en-CA" dirty="0"/>
              <a:t>Can break rules if the meaning is still clear</a:t>
            </a:r>
          </a:p>
          <a:p>
            <a:pPr lvl="1"/>
            <a:r>
              <a:rPr lang="en-CA" dirty="0"/>
              <a:t>“I am at the restaurant.”</a:t>
            </a:r>
          </a:p>
          <a:p>
            <a:pPr lvl="1"/>
            <a:r>
              <a:rPr lang="en-CA" dirty="0"/>
              <a:t>“Me at restaurant.”  </a:t>
            </a:r>
            <a:br>
              <a:rPr lang="en-CA" dirty="0"/>
            </a:br>
            <a:r>
              <a:rPr lang="en-CA" dirty="0"/>
              <a:t>(ungrammatical, but understandable)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374D4D4-9555-0414-F83E-B8FB413840FB}"/>
                  </a:ext>
                </a:extLst>
              </p14:cNvPr>
              <p14:cNvContentPartPr/>
              <p14:nvPr/>
            </p14:nvContentPartPr>
            <p14:xfrm>
              <a:off x="1720800" y="5136840"/>
              <a:ext cx="2667240" cy="4010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374D4D4-9555-0414-F83E-B8FB413840F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11440" y="5127480"/>
                <a:ext cx="2685960" cy="419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33701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F143FE-A319-EBB0-CA64-D62CE455A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B5D1E-7C90-6D74-8A84-27C610B1F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Natural Languages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38FFAE-DED0-CC9D-5D3C-4596357AF9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822092" cy="4351338"/>
          </a:xfrm>
        </p:spPr>
        <p:txBody>
          <a:bodyPr>
            <a:normAutofit fontScale="92500" lnSpcReduction="20000"/>
          </a:bodyPr>
          <a:lstStyle/>
          <a:p>
            <a:r>
              <a:rPr lang="en-CA" b="1" dirty="0"/>
              <a:t>Natural languages </a:t>
            </a:r>
            <a:r>
              <a:rPr lang="en-CA" dirty="0"/>
              <a:t>are the languages spoken by people, e.g. English, German, Chinese, etc.</a:t>
            </a:r>
          </a:p>
          <a:p>
            <a:r>
              <a:rPr lang="en-CA" dirty="0"/>
              <a:t>They have grammar and rules, but they are often implicit and informal</a:t>
            </a:r>
          </a:p>
          <a:p>
            <a:pPr lvl="1"/>
            <a:r>
              <a:rPr lang="en-CA" dirty="0"/>
              <a:t>Linguists study these rules</a:t>
            </a:r>
          </a:p>
          <a:p>
            <a:pPr lvl="1"/>
            <a:r>
              <a:rPr lang="en-CA" dirty="0"/>
              <a:t>But speakers of the language often unaware of them</a:t>
            </a:r>
          </a:p>
          <a:p>
            <a:r>
              <a:rPr lang="en-CA" dirty="0"/>
              <a:t>Can break rules if the meaning is still clear</a:t>
            </a:r>
          </a:p>
          <a:p>
            <a:pPr lvl="1"/>
            <a:r>
              <a:rPr lang="en-CA" dirty="0"/>
              <a:t>“I am at the restaurant.”</a:t>
            </a:r>
          </a:p>
          <a:p>
            <a:pPr lvl="1"/>
            <a:r>
              <a:rPr lang="en-CA" dirty="0"/>
              <a:t>“Me at restaurant.”  </a:t>
            </a:r>
            <a:br>
              <a:rPr lang="en-CA" dirty="0"/>
            </a:br>
            <a:r>
              <a:rPr lang="en-CA" dirty="0"/>
              <a:t>(ungrammatical, but understandable)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99D0C9-B9B4-FB00-D680-08170258EF9E}"/>
              </a:ext>
            </a:extLst>
          </p:cNvPr>
          <p:cNvSpPr txBox="1"/>
          <p:nvPr/>
        </p:nvSpPr>
        <p:spPr>
          <a:xfrm>
            <a:off x="6660292" y="2551837"/>
            <a:ext cx="5261330" cy="1754326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 dirty="0"/>
              <a:t>Update</a:t>
            </a:r>
            <a:br>
              <a:rPr lang="en-CA" dirty="0"/>
            </a:br>
            <a:r>
              <a:rPr lang="en-CA" dirty="0"/>
              <a:t>In the last few years, </a:t>
            </a:r>
            <a:r>
              <a:rPr lang="en-CA" b="1" dirty="0"/>
              <a:t>vibe coding </a:t>
            </a:r>
            <a:r>
              <a:rPr lang="en-CA" dirty="0"/>
              <a:t>or </a:t>
            </a:r>
            <a:r>
              <a:rPr lang="en-CA" b="1" dirty="0"/>
              <a:t>agentic coding</a:t>
            </a:r>
            <a:r>
              <a:rPr lang="en-CA" dirty="0"/>
              <a:t> using AI has become a popular way to write programs. You converse with the AI to make a program. For this course we will be learning the old fashioned “by hand” way of programming.</a:t>
            </a:r>
          </a:p>
        </p:txBody>
      </p:sp>
    </p:spTree>
    <p:extLst>
      <p:ext uri="{BB962C8B-B14F-4D97-AF65-F5344CB8AC3E}">
        <p14:creationId xmlns:p14="http://schemas.microsoft.com/office/powerpoint/2010/main" val="29282491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4B902-B00F-9A60-C5CB-966C120CA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Formal Languages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A8E8F5-CA50-08D5-90EF-A6B808F748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298324" cy="4351338"/>
          </a:xfrm>
        </p:spPr>
        <p:txBody>
          <a:bodyPr/>
          <a:lstStyle/>
          <a:p>
            <a:r>
              <a:rPr lang="en-CA" dirty="0"/>
              <a:t>Programming languages like Python are </a:t>
            </a:r>
            <a:r>
              <a:rPr lang="en-CA" b="1" dirty="0"/>
              <a:t>formal languages</a:t>
            </a:r>
          </a:p>
          <a:p>
            <a:r>
              <a:rPr lang="en-CA" dirty="0"/>
              <a:t>Formal languages follow strict rules</a:t>
            </a:r>
          </a:p>
          <a:p>
            <a:r>
              <a:rPr lang="en-CA" dirty="0"/>
              <a:t>Even if the meaning of a program is clear, it will be rejected if it is not also perfectly grammatical …</a:t>
            </a:r>
          </a:p>
          <a:p>
            <a:pPr marL="0" indent="0">
              <a:buNone/>
            </a:pPr>
            <a:endParaRPr lang="en-C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FBE68E-B66D-DF70-BE0C-0D344C69B577}"/>
              </a:ext>
            </a:extLst>
          </p:cNvPr>
          <p:cNvSpPr txBox="1"/>
          <p:nvPr/>
        </p:nvSpPr>
        <p:spPr>
          <a:xfrm>
            <a:off x="7570076" y="1495097"/>
            <a:ext cx="4056993" cy="286232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CA" dirty="0"/>
              <a:t>Some other formal languages:</a:t>
            </a:r>
          </a:p>
          <a:p>
            <a:pPr algn="ctr"/>
            <a:endParaRPr lang="en-CA" dirty="0"/>
          </a:p>
          <a:p>
            <a:r>
              <a:rPr lang="en-CA" dirty="0"/>
              <a:t>Logic</a:t>
            </a:r>
            <a:br>
              <a:rPr lang="en-CA" dirty="0"/>
            </a:br>
            <a:r>
              <a:rPr lang="en-CA" dirty="0"/>
              <a:t>(P ∧ Q) ⟹ (R ∨ S)</a:t>
            </a:r>
            <a:br>
              <a:rPr lang="en-CA" dirty="0"/>
            </a:br>
            <a:endParaRPr lang="en-CA" dirty="0"/>
          </a:p>
          <a:p>
            <a:r>
              <a:rPr lang="en-CA" dirty="0"/>
              <a:t>Chemical formulas</a:t>
            </a:r>
            <a:br>
              <a:rPr lang="en-CA" dirty="0"/>
            </a:br>
            <a:r>
              <a:rPr lang="en-CA" dirty="0"/>
              <a:t>Mg(</a:t>
            </a:r>
            <a:r>
              <a:rPr lang="en-CA" dirty="0" err="1"/>
              <a:t>ClO</a:t>
            </a:r>
            <a:r>
              <a:rPr lang="en-CA" dirty="0"/>
              <a:t>₄)₂</a:t>
            </a:r>
            <a:br>
              <a:rPr lang="en-CA" dirty="0"/>
            </a:br>
            <a:endParaRPr lang="en-CA" dirty="0"/>
          </a:p>
          <a:p>
            <a:r>
              <a:rPr lang="en-CA" dirty="0"/>
              <a:t>Chess notation</a:t>
            </a:r>
            <a:br>
              <a:rPr lang="en-CA" dirty="0"/>
            </a:br>
            <a:r>
              <a:rPr lang="en-US" altLang="en-US" dirty="0">
                <a:latin typeface="Google Sans"/>
              </a:rPr>
              <a:t>e4 e5 Nf3 Nc6 Bb5 a6 Bxc6+ O-O Qh7#</a:t>
            </a:r>
            <a:endParaRPr lang="en-US" altLang="en-US" sz="1050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7F3C8405-E919-D699-2FA1-CE3D508AE1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74589" rIns="0" bIns="98394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e4 e5 Nf3 Nc6 Bb5 a6 Bxc6+ O-O Qh7#</a:t>
            </a:r>
            <a:endParaRPr kumimoji="0" lang="en-US" altLang="en-US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7C515269-F96E-7B14-5510-BB6368747D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92865"/>
            <a:ext cx="65" cy="7286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74589" rIns="0" bIns="98394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CD4D6B4F-9BA3-CBFB-6FFB-2AAEA78E5584}"/>
                  </a:ext>
                </a:extLst>
              </p14:cNvPr>
              <p14:cNvContentPartPr/>
              <p14:nvPr/>
            </p14:nvContentPartPr>
            <p14:xfrm>
              <a:off x="1193760" y="2729880"/>
              <a:ext cx="8096760" cy="8139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CD4D6B4F-9BA3-CBFB-6FFB-2AAEA78E558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84400" y="2720520"/>
                <a:ext cx="8115480" cy="832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924456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4B902-B00F-9A60-C5CB-966C120CA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Formal Languages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A8E8F5-CA50-08D5-90EF-A6B808F748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print('Hi!')   # ok</a:t>
            </a:r>
          </a:p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Print('Hi!')   # error</a:t>
            </a:r>
          </a:p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print('Hi!")   # error</a:t>
            </a:r>
          </a:p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print('Hi!')  # error</a:t>
            </a:r>
          </a:p>
          <a:p>
            <a:endParaRPr lang="en-C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66BBDF-1AEA-BEC5-44E6-AABDF1B93FA4}"/>
              </a:ext>
            </a:extLst>
          </p:cNvPr>
          <p:cNvSpPr txBox="1"/>
          <p:nvPr/>
        </p:nvSpPr>
        <p:spPr>
          <a:xfrm>
            <a:off x="7770569" y="681037"/>
            <a:ext cx="3871444" cy="1200329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pPr algn="ctr"/>
            <a:r>
              <a:rPr lang="en-CA" dirty="0"/>
              <a:t>Part of the challenge of learning</a:t>
            </a:r>
          </a:p>
          <a:p>
            <a:pPr algn="ctr"/>
            <a:r>
              <a:rPr lang="en-CA" dirty="0"/>
              <a:t>to program is getting used to the </a:t>
            </a:r>
          </a:p>
          <a:p>
            <a:pPr algn="ctr"/>
            <a:r>
              <a:rPr lang="en-CA" dirty="0"/>
              <a:t>strictness of using a formal language.</a:t>
            </a:r>
          </a:p>
          <a:p>
            <a:pPr algn="ctr"/>
            <a:r>
              <a:rPr lang="en-CA" dirty="0"/>
              <a:t>It can be frustrating at first!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A48DABB-A4F6-2788-2F45-FA425288B302}"/>
                  </a:ext>
                </a:extLst>
              </p14:cNvPr>
              <p14:cNvContentPartPr/>
              <p14:nvPr/>
            </p14:nvContentPartPr>
            <p14:xfrm>
              <a:off x="812880" y="2768760"/>
              <a:ext cx="2216520" cy="107352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A48DABB-A4F6-2788-2F45-FA425288B30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03520" y="2759400"/>
                <a:ext cx="2235240" cy="1092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562540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4B902-B00F-9A60-C5CB-966C120CA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Formal Languages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A8E8F5-CA50-08D5-90EF-A6B808F748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353800" cy="4351338"/>
          </a:xfrm>
        </p:spPr>
        <p:txBody>
          <a:bodyPr/>
          <a:lstStyle/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print('Hi!')   # ok</a:t>
            </a:r>
          </a:p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Print('Hi!')   # error: </a:t>
            </a:r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capitalized is incorrect</a:t>
            </a:r>
          </a:p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print('Hi!")   # error: </a:t>
            </a:r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mis-matched quotes</a:t>
            </a:r>
          </a:p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print('Hi!')  # error: </a:t>
            </a:r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space at beginning</a:t>
            </a:r>
          </a:p>
          <a:p>
            <a:endParaRPr lang="en-C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46BB83-5AD1-1543-0F3A-BB00160F5DAB}"/>
              </a:ext>
            </a:extLst>
          </p:cNvPr>
          <p:cNvSpPr txBox="1"/>
          <p:nvPr/>
        </p:nvSpPr>
        <p:spPr>
          <a:xfrm>
            <a:off x="7770569" y="681037"/>
            <a:ext cx="3871444" cy="1200329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pPr algn="ctr"/>
            <a:r>
              <a:rPr lang="en-CA" dirty="0"/>
              <a:t>Part of the challenge of learning</a:t>
            </a:r>
          </a:p>
          <a:p>
            <a:pPr algn="ctr"/>
            <a:r>
              <a:rPr lang="en-CA" dirty="0"/>
              <a:t>to program is getting used to the </a:t>
            </a:r>
          </a:p>
          <a:p>
            <a:pPr algn="ctr"/>
            <a:r>
              <a:rPr lang="en-CA" dirty="0"/>
              <a:t>strictness of using a formal language.</a:t>
            </a:r>
          </a:p>
          <a:p>
            <a:pPr algn="ctr"/>
            <a:r>
              <a:rPr lang="en-CA" dirty="0"/>
              <a:t>It can be frustrating at first!</a:t>
            </a:r>
          </a:p>
        </p:txBody>
      </p:sp>
    </p:spTree>
    <p:extLst>
      <p:ext uri="{BB962C8B-B14F-4D97-AF65-F5344CB8AC3E}">
        <p14:creationId xmlns:p14="http://schemas.microsoft.com/office/powerpoint/2010/main" val="33484444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47A7A-D215-010A-A458-B2640B4B2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Hello World in Various Languages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DE56BB-85C7-D749-78C1-283D1AB897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dirty="0"/>
              <a:t>Writing a program that prints </a:t>
            </a:r>
            <a:r>
              <a:rPr lang="en-CA" b="1" dirty="0"/>
              <a:t>Hello, world!</a:t>
            </a:r>
            <a:r>
              <a:rPr lang="en-CA" dirty="0"/>
              <a:t> is a classic programming exercise.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Let’s see how a few popular languages do it …</a:t>
            </a:r>
          </a:p>
        </p:txBody>
      </p:sp>
    </p:spTree>
    <p:extLst>
      <p:ext uri="{BB962C8B-B14F-4D97-AF65-F5344CB8AC3E}">
        <p14:creationId xmlns:p14="http://schemas.microsoft.com/office/powerpoint/2010/main" val="9388494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60C6D-C3E0-3950-95BE-C1C542D5B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Natural Language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7000D7-3453-5BD4-0A71-EBA2BD423F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/>
              <a:t>English</a:t>
            </a:r>
            <a:r>
              <a:rPr lang="en-CA" dirty="0"/>
              <a:t>: Hello, world!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b="1" dirty="0"/>
              <a:t>Chinook</a:t>
            </a:r>
            <a:r>
              <a:rPr lang="en-CA" dirty="0"/>
              <a:t>: Wawa Klahowya </a:t>
            </a:r>
            <a:r>
              <a:rPr lang="en-CA" dirty="0" err="1"/>
              <a:t>Hayas</a:t>
            </a:r>
            <a:r>
              <a:rPr lang="en-CA" dirty="0"/>
              <a:t> </a:t>
            </a:r>
            <a:r>
              <a:rPr lang="en-CA" dirty="0" err="1"/>
              <a:t>Klaska</a:t>
            </a:r>
            <a:r>
              <a:rPr lang="en-CA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8175615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F9A17-767A-E12B-BC3E-F74482A66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Assembly Language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798CC9-C622-B878-F83F-05F196ABC0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section        .text                   ; declare the .text section</a:t>
            </a:r>
          </a:p>
          <a:p>
            <a:pPr marL="0" indent="0"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global         _start                  ; has to be declared for the linker (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ld</a:t>
            </a:r>
            <a:r>
              <a:rPr lang="en-US" b="0" dirty="0"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_start:                                ; entry point for _start</a:t>
            </a:r>
          </a:p>
          <a:p>
            <a:pPr marL="0" indent="0"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    mov 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edx</a:t>
            </a:r>
            <a:r>
              <a:rPr lang="en-US" b="0" dirty="0"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len</a:t>
            </a:r>
            <a:r>
              <a:rPr lang="en-US" b="0" dirty="0">
                <a:effectLst/>
                <a:latin typeface="Consolas" panose="020B0609020204030204" pitchFamily="49" charset="0"/>
              </a:rPr>
              <a:t>                       ; "invoke" the 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len</a:t>
            </a:r>
            <a:r>
              <a:rPr lang="en-US" b="0" dirty="0">
                <a:effectLst/>
                <a:latin typeface="Consolas" panose="020B0609020204030204" pitchFamily="49" charset="0"/>
              </a:rPr>
              <a:t> of the message</a:t>
            </a:r>
          </a:p>
          <a:p>
            <a:pPr marL="0" indent="0"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    mov 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ecx</a:t>
            </a:r>
            <a:r>
              <a:rPr lang="en-US" b="0" dirty="0">
                <a:effectLst/>
                <a:latin typeface="Consolas" panose="020B0609020204030204" pitchFamily="49" charset="0"/>
              </a:rPr>
              <a:t>, msg                       ; "invoke" the message itself</a:t>
            </a:r>
          </a:p>
          <a:p>
            <a:pPr marL="0" indent="0">
              <a:buNone/>
            </a:pPr>
            <a:br>
              <a:rPr lang="en-US" b="0" dirty="0">
                <a:effectLst/>
                <a:latin typeface="Consolas" panose="020B0609020204030204" pitchFamily="49" charset="0"/>
              </a:rPr>
            </a:br>
            <a:r>
              <a:rPr lang="en-US" b="0" dirty="0">
                <a:effectLst/>
                <a:latin typeface="Consolas" panose="020B0609020204030204" pitchFamily="49" charset="0"/>
              </a:rPr>
              <a:t>    mov 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ebx</a:t>
            </a:r>
            <a:r>
              <a:rPr lang="en-US" b="0" dirty="0">
                <a:effectLst/>
                <a:latin typeface="Consolas" panose="020B0609020204030204" pitchFamily="49" charset="0"/>
              </a:rPr>
              <a:t>, 1                         ; set the file descriptor (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fd</a:t>
            </a:r>
            <a:r>
              <a:rPr lang="en-US" b="0" dirty="0">
                <a:effectLst/>
                <a:latin typeface="Consolas" panose="020B0609020204030204" pitchFamily="49" charset="0"/>
              </a:rPr>
              <a:t>) to 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stdout</a:t>
            </a:r>
            <a:endParaRPr lang="en-US" b="0" dirty="0"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US" b="0" dirty="0">
                <a:effectLst/>
                <a:latin typeface="Consolas" panose="020B0609020204030204" pitchFamily="49" charset="0"/>
              </a:rPr>
            </a:br>
            <a:r>
              <a:rPr lang="en-US" b="0" dirty="0">
                <a:effectLst/>
                <a:latin typeface="Consolas" panose="020B0609020204030204" pitchFamily="49" charset="0"/>
              </a:rPr>
              <a:t>    mov 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eax</a:t>
            </a:r>
            <a:r>
              <a:rPr lang="en-US" b="0" dirty="0">
                <a:effectLst/>
                <a:latin typeface="Consolas" panose="020B0609020204030204" pitchFamily="49" charset="0"/>
              </a:rPr>
              <a:t>, 4                         ; system call for "write"   </a:t>
            </a:r>
          </a:p>
          <a:p>
            <a:pPr marL="0" indent="0"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    int 0x80                           ; call the kernel</a:t>
            </a:r>
          </a:p>
          <a:p>
            <a:pPr marL="0" indent="0">
              <a:buNone/>
            </a:pPr>
            <a:br>
              <a:rPr lang="en-US" b="0" dirty="0">
                <a:effectLst/>
                <a:latin typeface="Consolas" panose="020B0609020204030204" pitchFamily="49" charset="0"/>
              </a:rPr>
            </a:br>
            <a:r>
              <a:rPr lang="en-US" b="0" dirty="0">
                <a:effectLst/>
                <a:latin typeface="Consolas" panose="020B0609020204030204" pitchFamily="49" charset="0"/>
              </a:rPr>
              <a:t>    mov 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eax</a:t>
            </a:r>
            <a:r>
              <a:rPr lang="en-US" b="0" dirty="0">
                <a:effectLst/>
                <a:latin typeface="Consolas" panose="020B0609020204030204" pitchFamily="49" charset="0"/>
              </a:rPr>
              <a:t>, 1                         ; system call for "exit"</a:t>
            </a:r>
          </a:p>
          <a:p>
            <a:pPr marL="0" indent="0"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    int 0x80                           ; call the kernel</a:t>
            </a:r>
          </a:p>
          <a:p>
            <a:pPr marL="0" indent="0">
              <a:buNone/>
            </a:pPr>
            <a:br>
              <a:rPr lang="en-US" b="0" dirty="0">
                <a:effectLst/>
                <a:latin typeface="Consolas" panose="020B0609020204030204" pitchFamily="49" charset="0"/>
              </a:rPr>
            </a:br>
            <a:r>
              <a:rPr lang="en-US" b="0" dirty="0">
                <a:effectLst/>
                <a:latin typeface="Consolas" panose="020B0609020204030204" pitchFamily="49" charset="0"/>
              </a:rPr>
              <a:t>section        .data                   ; here you declare the data</a:t>
            </a:r>
          </a:p>
          <a:p>
            <a:pPr marL="0" indent="0"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    msg        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db</a:t>
            </a:r>
            <a:r>
              <a:rPr lang="en-US" b="0" dirty="0"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"Hello world!"</a:t>
            </a:r>
            <a:r>
              <a:rPr lang="en-US" b="0" dirty="0">
                <a:effectLst/>
                <a:latin typeface="Consolas" panose="020B0609020204030204" pitchFamily="49" charset="0"/>
              </a:rPr>
              <a:t>       ; the actual message to use</a:t>
            </a:r>
          </a:p>
          <a:p>
            <a:pPr marL="0" indent="0"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len</a:t>
            </a:r>
            <a:r>
              <a:rPr lang="en-US" b="0" dirty="0">
                <a:effectLst/>
                <a:latin typeface="Consolas" panose="020B0609020204030204" pitchFamily="49" charset="0"/>
              </a:rPr>
              <a:t>        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equ</a:t>
            </a:r>
            <a:r>
              <a:rPr lang="en-US" b="0" dirty="0">
                <a:effectLst/>
                <a:latin typeface="Consolas" panose="020B0609020204030204" pitchFamily="49" charset="0"/>
              </a:rPr>
              <a:t> $ -msg              ; get the size of the message</a:t>
            </a:r>
          </a:p>
          <a:p>
            <a:pPr marL="0" indent="0">
              <a:buNone/>
            </a:pPr>
            <a:endParaRPr lang="en-C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FB5CCC-97E9-CCC8-53AA-6EBA19E865D1}"/>
              </a:ext>
            </a:extLst>
          </p:cNvPr>
          <p:cNvSpPr txBox="1"/>
          <p:nvPr/>
        </p:nvSpPr>
        <p:spPr>
          <a:xfrm>
            <a:off x="8205469" y="3723392"/>
            <a:ext cx="3850320" cy="286232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CA" b="1" dirty="0"/>
              <a:t>Assembly language </a:t>
            </a:r>
            <a:r>
              <a:rPr lang="en-CA" dirty="0"/>
              <a:t>is  the lowest</a:t>
            </a:r>
            <a:br>
              <a:rPr lang="en-CA" dirty="0"/>
            </a:br>
            <a:r>
              <a:rPr lang="en-CA" dirty="0"/>
              <a:t>level of programming language most</a:t>
            </a:r>
            <a:br>
              <a:rPr lang="en-CA" dirty="0"/>
            </a:br>
            <a:r>
              <a:rPr lang="en-CA" dirty="0"/>
              <a:t>programmers might deal with. It is the native language of the computer.</a:t>
            </a:r>
          </a:p>
          <a:p>
            <a:r>
              <a:rPr lang="en-CA" b="1" dirty="0"/>
              <a:t>Pros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fast, flexible</a:t>
            </a:r>
          </a:p>
          <a:p>
            <a:r>
              <a:rPr lang="en-CA" b="1" dirty="0"/>
              <a:t>Cons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simple tasks need long programs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difficult and time-consuming to write and debug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E203BF1-98CF-14F9-9B8C-BE7C585D56CC}"/>
                  </a:ext>
                </a:extLst>
              </p14:cNvPr>
              <p14:cNvContentPartPr/>
              <p14:nvPr/>
            </p14:nvContentPartPr>
            <p14:xfrm>
              <a:off x="1022400" y="2108160"/>
              <a:ext cx="4089600" cy="38293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E203BF1-98CF-14F9-9B8C-BE7C585D56C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13040" y="2098800"/>
                <a:ext cx="4108320" cy="3848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816304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F9A17-767A-E12B-BC3E-F74482A66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 Language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798CC9-C622-B878-F83F-05F196ABC0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519041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#include &lt;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stdio.h</a:t>
            </a:r>
            <a:r>
              <a:rPr lang="en-US" b="0" dirty="0">
                <a:effectLst/>
                <a:latin typeface="Consolas" panose="020B0609020204030204" pitchFamily="49" charset="0"/>
              </a:rPr>
              <a:t>&gt;</a:t>
            </a:r>
          </a:p>
          <a:p>
            <a:pPr marL="0" indent="0">
              <a:buNone/>
            </a:pPr>
            <a:endParaRPr lang="en-US" b="0" dirty="0"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int main() </a:t>
            </a:r>
          </a:p>
          <a:p>
            <a:pPr marL="0" indent="0"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    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printf</a:t>
            </a:r>
            <a:r>
              <a:rPr lang="en-US" b="0" dirty="0">
                <a:effectLst/>
                <a:latin typeface="Consolas" panose="020B0609020204030204" pitchFamily="49" charset="0"/>
              </a:rPr>
              <a:t>("Hello, World!\n");</a:t>
            </a:r>
          </a:p>
          <a:p>
            <a:pPr marL="0" indent="0"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    return 0;</a:t>
            </a:r>
          </a:p>
          <a:p>
            <a:pPr marL="0" indent="0"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}</a:t>
            </a:r>
            <a:endParaRPr lang="en-C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FB5CCC-97E9-CCC8-53AA-6EBA19E865D1}"/>
              </a:ext>
            </a:extLst>
          </p:cNvPr>
          <p:cNvSpPr txBox="1"/>
          <p:nvPr/>
        </p:nvSpPr>
        <p:spPr>
          <a:xfrm>
            <a:off x="7567449" y="544652"/>
            <a:ext cx="4066198" cy="5078313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CA" b="1" dirty="0"/>
              <a:t>C</a:t>
            </a:r>
            <a:r>
              <a:rPr lang="en-CA" dirty="0"/>
              <a:t> is an extremely influential language originally designed to write the </a:t>
            </a:r>
            <a:r>
              <a:rPr lang="en-CA" b="1" dirty="0"/>
              <a:t>Unix</a:t>
            </a:r>
            <a:r>
              <a:rPr lang="en-CA" dirty="0"/>
              <a:t> operating system in the 1970s. Compared to most other programming languages it is quite low-level and fast.</a:t>
            </a:r>
          </a:p>
          <a:p>
            <a:endParaRPr lang="en-CA" b="1" dirty="0"/>
          </a:p>
          <a:p>
            <a:r>
              <a:rPr lang="en-CA" b="1" dirty="0"/>
              <a:t>Pros</a:t>
            </a:r>
            <a:endParaRPr lang="en-CA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fast, flexible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easier than assembly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usable on many kinds of computers</a:t>
            </a:r>
            <a:endParaRPr lang="en-CA" b="1" dirty="0"/>
          </a:p>
          <a:p>
            <a:endParaRPr lang="en-CA" b="1" dirty="0"/>
          </a:p>
          <a:p>
            <a:r>
              <a:rPr lang="en-CA" b="1" dirty="0"/>
              <a:t>Cons</a:t>
            </a:r>
            <a:endParaRPr lang="en-CA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designed for making programs like operating systems or hardware, and often difficult to use for other applications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manual memory management (no garbage collection)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1B6F5E-FEB0-1593-B9CB-10388E7D832C}"/>
              </a:ext>
            </a:extLst>
          </p:cNvPr>
          <p:cNvSpPr txBox="1"/>
          <p:nvPr/>
        </p:nvSpPr>
        <p:spPr>
          <a:xfrm>
            <a:off x="1371600" y="5702743"/>
            <a:ext cx="4860235" cy="64633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Most versions of Python are implemented in C:</a:t>
            </a:r>
          </a:p>
          <a:p>
            <a:pPr algn="ctr"/>
            <a:r>
              <a:rPr lang="en-US" dirty="0">
                <a:hlinkClick r:id="rId2"/>
              </a:rPr>
              <a:t>https://github.com/python/cpython</a:t>
            </a:r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73DB3399-A43F-5534-6E5A-A0E6032C9AC0}"/>
                  </a:ext>
                </a:extLst>
              </p14:cNvPr>
              <p14:cNvContentPartPr/>
              <p14:nvPr/>
            </p14:nvContentPartPr>
            <p14:xfrm>
              <a:off x="838080" y="2222280"/>
              <a:ext cx="5931360" cy="320112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73DB3399-A43F-5534-6E5A-A0E6032C9AC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28720" y="2212920"/>
                <a:ext cx="5950080" cy="3219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172688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F9A17-767A-E12B-BC3E-F74482A66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C++ Language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798CC9-C622-B878-F83F-05F196ABC0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#include &lt;iostream&gt;</a:t>
            </a:r>
          </a:p>
          <a:p>
            <a:pPr marL="0" indent="0">
              <a:buNone/>
            </a:pPr>
            <a:endParaRPr lang="en-US" b="0" dirty="0"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using namespace std;</a:t>
            </a:r>
          </a:p>
          <a:p>
            <a:pPr marL="0" indent="0">
              <a:buNone/>
            </a:pPr>
            <a:endParaRPr lang="en-US" b="0" dirty="0"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int main() </a:t>
            </a:r>
          </a:p>
          <a:p>
            <a:pPr marL="0" indent="0"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    cout &lt;&lt; "Hello, World!" &lt;&lt; 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endl</a:t>
            </a:r>
            <a:r>
              <a:rPr lang="en-US" b="0" dirty="0"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    return 0;</a:t>
            </a:r>
          </a:p>
          <a:p>
            <a:pPr marL="0" indent="0"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}</a:t>
            </a:r>
            <a:endParaRPr lang="en-C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FB5CCC-97E9-CCC8-53AA-6EBA19E865D1}"/>
              </a:ext>
            </a:extLst>
          </p:cNvPr>
          <p:cNvSpPr txBox="1"/>
          <p:nvPr/>
        </p:nvSpPr>
        <p:spPr>
          <a:xfrm>
            <a:off x="8109147" y="544652"/>
            <a:ext cx="3850320" cy="563231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CA" b="1" dirty="0"/>
              <a:t>C++</a:t>
            </a:r>
            <a:r>
              <a:rPr lang="en-CA" dirty="0"/>
              <a:t> is essentially C with extra features, such as object-oriented programming (OOP) and generics (passing types). </a:t>
            </a:r>
          </a:p>
          <a:p>
            <a:endParaRPr lang="en-CA" dirty="0"/>
          </a:p>
          <a:p>
            <a:r>
              <a:rPr lang="en-CA" b="1" dirty="0"/>
              <a:t>Pros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fast, flexible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strict type checking at compile-time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memory is managed manually (no garbage collection)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more support for writing big programs</a:t>
            </a:r>
          </a:p>
          <a:p>
            <a:r>
              <a:rPr lang="en-CA" b="1" dirty="0"/>
              <a:t>Cons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huge and complex (new features being added; old features rarely removed)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still relatively low-level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memory is managed manually (no garbage collection)</a:t>
            </a:r>
          </a:p>
        </p:txBody>
      </p:sp>
    </p:spTree>
    <p:extLst>
      <p:ext uri="{BB962C8B-B14F-4D97-AF65-F5344CB8AC3E}">
        <p14:creationId xmlns:p14="http://schemas.microsoft.com/office/powerpoint/2010/main" val="39378165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F9A17-767A-E12B-BC3E-F74482A66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538" y="-181413"/>
            <a:ext cx="10515600" cy="1325563"/>
          </a:xfrm>
        </p:spPr>
        <p:txBody>
          <a:bodyPr/>
          <a:lstStyle/>
          <a:p>
            <a:r>
              <a:rPr lang="en-CA" dirty="0"/>
              <a:t>Java Language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798CC9-C622-B878-F83F-05F196ABC0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538" y="1279087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public class HelloWorld {</a:t>
            </a:r>
          </a:p>
          <a:p>
            <a:pPr marL="0" indent="0"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    public static void main(String[] 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args</a:t>
            </a:r>
            <a:r>
              <a:rPr lang="en-US" b="0" dirty="0">
                <a:effectLst/>
                <a:latin typeface="Consolas" panose="020B0609020204030204" pitchFamily="49" charset="0"/>
              </a:rPr>
              <a:t>) {</a:t>
            </a:r>
          </a:p>
          <a:p>
            <a:pPr marL="0" indent="0"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        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System.out.println</a:t>
            </a:r>
            <a:r>
              <a:rPr lang="en-US" b="0" dirty="0">
                <a:effectLst/>
                <a:latin typeface="Consolas" panose="020B0609020204030204" pitchFamily="49" charset="0"/>
              </a:rPr>
              <a:t>("Hello, World!");</a:t>
            </a:r>
          </a:p>
          <a:p>
            <a:pPr marL="0" indent="0"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}</a:t>
            </a:r>
            <a:endParaRPr lang="en-C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FB5CCC-97E9-CCC8-53AA-6EBA19E865D1}"/>
              </a:ext>
            </a:extLst>
          </p:cNvPr>
          <p:cNvSpPr txBox="1"/>
          <p:nvPr/>
        </p:nvSpPr>
        <p:spPr>
          <a:xfrm>
            <a:off x="1996965" y="3204073"/>
            <a:ext cx="8684173" cy="341632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CA" b="1" dirty="0"/>
              <a:t>Java </a:t>
            </a:r>
            <a:r>
              <a:rPr lang="en-CA" dirty="0"/>
              <a:t>was designed as an alternative to C++, but a little more programmer friendly and with a stronger commitment to </a:t>
            </a:r>
            <a:r>
              <a:rPr lang="en-CA" b="1" dirty="0"/>
              <a:t>object-oriented programming </a:t>
            </a:r>
            <a:r>
              <a:rPr lang="en-CA" dirty="0"/>
              <a:t>(</a:t>
            </a:r>
            <a:r>
              <a:rPr lang="en-CA" b="1" dirty="0"/>
              <a:t>OOP</a:t>
            </a:r>
            <a:r>
              <a:rPr lang="en-CA" dirty="0"/>
              <a:t>).</a:t>
            </a:r>
          </a:p>
          <a:p>
            <a:endParaRPr lang="en-CA" dirty="0"/>
          </a:p>
          <a:p>
            <a:r>
              <a:rPr lang="en-CA" b="1" dirty="0"/>
              <a:t>Pros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OOP is built-in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memory management is automatic (garbage collected)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on the surface, looks like C/C++</a:t>
            </a:r>
          </a:p>
          <a:p>
            <a:r>
              <a:rPr lang="en-CA" b="1" dirty="0"/>
              <a:t>Cons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OOP is built-in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memory management is automatic (garbage collected)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verbose --- many simple programs are quite long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runs on virtual computer, Java Virtual Machine (JVM)</a:t>
            </a:r>
          </a:p>
        </p:txBody>
      </p:sp>
    </p:spTree>
    <p:extLst>
      <p:ext uri="{BB962C8B-B14F-4D97-AF65-F5344CB8AC3E}">
        <p14:creationId xmlns:p14="http://schemas.microsoft.com/office/powerpoint/2010/main" val="38532241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F9A17-767A-E12B-BC3E-F74482A66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Go Language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798CC9-C622-B878-F83F-05F196ABC0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41537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package main</a:t>
            </a:r>
          </a:p>
          <a:p>
            <a:pPr marL="0" indent="0">
              <a:buNone/>
            </a:pPr>
            <a:endParaRPr lang="en-US" b="0" dirty="0"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import "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fmt</a:t>
            </a:r>
            <a:r>
              <a:rPr lang="en-US" b="0" dirty="0">
                <a:effectLst/>
                <a:latin typeface="Consolas" panose="020B0609020204030204" pitchFamily="49" charset="0"/>
              </a:rPr>
              <a:t>"</a:t>
            </a:r>
          </a:p>
          <a:p>
            <a:pPr marL="0" indent="0">
              <a:buNone/>
            </a:pPr>
            <a:endParaRPr lang="en-US" b="0" dirty="0"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 err="1">
                <a:effectLst/>
                <a:latin typeface="Consolas" panose="020B0609020204030204" pitchFamily="49" charset="0"/>
              </a:rPr>
              <a:t>func</a:t>
            </a:r>
            <a:r>
              <a:rPr lang="en-US" b="0" dirty="0">
                <a:effectLst/>
                <a:latin typeface="Consolas" panose="020B0609020204030204" pitchFamily="49" charset="0"/>
              </a:rPr>
              <a:t> main() {</a:t>
            </a:r>
          </a:p>
          <a:p>
            <a:pPr marL="0" indent="0"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    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fmt.Println</a:t>
            </a:r>
            <a:r>
              <a:rPr lang="en-US" b="0" dirty="0">
                <a:effectLst/>
                <a:latin typeface="Consolas" panose="020B0609020204030204" pitchFamily="49" charset="0"/>
              </a:rPr>
              <a:t>("Hello, World!")</a:t>
            </a:r>
          </a:p>
          <a:p>
            <a:pPr marL="0" indent="0"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}</a:t>
            </a:r>
            <a:endParaRPr lang="en-C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FB5CCC-97E9-CCC8-53AA-6EBA19E865D1}"/>
              </a:ext>
            </a:extLst>
          </p:cNvPr>
          <p:cNvSpPr txBox="1"/>
          <p:nvPr/>
        </p:nvSpPr>
        <p:spPr>
          <a:xfrm>
            <a:off x="5814815" y="185503"/>
            <a:ext cx="6135447" cy="424731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CA" b="1" dirty="0"/>
              <a:t>Go </a:t>
            </a:r>
            <a:r>
              <a:rPr lang="en-CA" dirty="0"/>
              <a:t>is based on C but goes in a different direction than C++. It is more programmer friendly, simpler, and has automatic memory management. It’s popular for writing “server” programs, e.g. web servers, or applications that might have many users at the same time.</a:t>
            </a:r>
          </a:p>
          <a:p>
            <a:endParaRPr lang="en-CA" dirty="0"/>
          </a:p>
          <a:p>
            <a:r>
              <a:rPr lang="en-CA" b="1" dirty="0"/>
              <a:t>Pros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simpler grammar rules than C/C++/Java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good built-in support for concurrent programs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automatic memory management (garbage collection)</a:t>
            </a:r>
          </a:p>
          <a:p>
            <a:endParaRPr lang="en-CA" b="1" dirty="0"/>
          </a:p>
          <a:p>
            <a:r>
              <a:rPr lang="en-CA" b="1" dirty="0"/>
              <a:t>Cons</a:t>
            </a:r>
            <a:r>
              <a:rPr lang="en-CA" dirty="0"/>
              <a:t>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verbose --- many simple programs are quite long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not close enough to C/C++/Java for some programmers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some odd design decisions, e.g. error-handling is unusual</a:t>
            </a:r>
          </a:p>
        </p:txBody>
      </p:sp>
    </p:spTree>
    <p:extLst>
      <p:ext uri="{BB962C8B-B14F-4D97-AF65-F5344CB8AC3E}">
        <p14:creationId xmlns:p14="http://schemas.microsoft.com/office/powerpoint/2010/main" val="29105858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F9A17-767A-E12B-BC3E-F74482A66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JavaScript Language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798CC9-C622-B878-F83F-05F196ABC0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4986" y="2060241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console.log("Hello, World!");</a:t>
            </a:r>
            <a:endParaRPr lang="en-C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FB5CCC-97E9-CCC8-53AA-6EBA19E865D1}"/>
              </a:ext>
            </a:extLst>
          </p:cNvPr>
          <p:cNvSpPr txBox="1"/>
          <p:nvPr/>
        </p:nvSpPr>
        <p:spPr>
          <a:xfrm>
            <a:off x="6757736" y="178635"/>
            <a:ext cx="5221920" cy="4801314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CA" b="1" dirty="0"/>
              <a:t>JavaScript </a:t>
            </a:r>
            <a:r>
              <a:rPr lang="en-CA" dirty="0"/>
              <a:t>is </a:t>
            </a:r>
            <a:r>
              <a:rPr lang="en-CA" i="1" dirty="0"/>
              <a:t>the</a:t>
            </a:r>
            <a:r>
              <a:rPr lang="en-CA" dirty="0"/>
              <a:t> language of web browsers: if you want to run a program in a browser, it needs to be in JavaScript. On the surface it looks like Java, but under that surface it is quite different.</a:t>
            </a:r>
          </a:p>
          <a:p>
            <a:endParaRPr lang="en-CA" dirty="0"/>
          </a:p>
          <a:p>
            <a:r>
              <a:rPr lang="en-CA" b="1" dirty="0"/>
              <a:t>Pros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relatively easy to start with: it’s in every web browser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supports OOP and other coding styles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surface-level similarity to C/C++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/>
              <a:t>is the </a:t>
            </a:r>
            <a:r>
              <a:rPr lang="en-CA" dirty="0"/>
              <a:t>language for web browsers</a:t>
            </a:r>
          </a:p>
          <a:p>
            <a:endParaRPr lang="en-CA" b="1" dirty="0"/>
          </a:p>
          <a:p>
            <a:r>
              <a:rPr lang="en-CA" b="1" dirty="0"/>
              <a:t>Cons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generally slower than C/C++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many language quirks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dynamic typing: can be challenging when writing bigger, more complex programs</a:t>
            </a:r>
          </a:p>
        </p:txBody>
      </p:sp>
    </p:spTree>
    <p:extLst>
      <p:ext uri="{BB962C8B-B14F-4D97-AF65-F5344CB8AC3E}">
        <p14:creationId xmlns:p14="http://schemas.microsoft.com/office/powerpoint/2010/main" val="5983705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F9A17-767A-E12B-BC3E-F74482A66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Python Language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798CC9-C622-B878-F83F-05F196ABC0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4986" y="2060241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print("Hello, World!")</a:t>
            </a:r>
            <a:endParaRPr lang="en-C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FB5CCC-97E9-CCC8-53AA-6EBA19E865D1}"/>
              </a:ext>
            </a:extLst>
          </p:cNvPr>
          <p:cNvSpPr txBox="1"/>
          <p:nvPr/>
        </p:nvSpPr>
        <p:spPr>
          <a:xfrm>
            <a:off x="6757736" y="178635"/>
            <a:ext cx="5221920" cy="36933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CA" b="1" dirty="0"/>
              <a:t>Python </a:t>
            </a:r>
            <a:r>
              <a:rPr lang="en-CA" dirty="0"/>
              <a:t>is the language we’re learning.</a:t>
            </a:r>
          </a:p>
          <a:p>
            <a:r>
              <a:rPr lang="en-CA" dirty="0"/>
              <a:t> </a:t>
            </a:r>
          </a:p>
          <a:p>
            <a:r>
              <a:rPr lang="en-CA" b="1" dirty="0"/>
              <a:t>Pros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relatively easy to use and learn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supports OOP and other coding styles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extremely popular in data science and AI</a:t>
            </a:r>
          </a:p>
          <a:p>
            <a:endParaRPr lang="en-CA" b="1" dirty="0"/>
          </a:p>
          <a:p>
            <a:r>
              <a:rPr lang="en-CA" b="1" dirty="0"/>
              <a:t>Cons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programs can use significantly more time and memory than C/C++, so not practical for programs where performance is crucial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dynamic typing: can be challenging when writing bigger, more complex programs</a:t>
            </a:r>
          </a:p>
        </p:txBody>
      </p:sp>
    </p:spTree>
    <p:extLst>
      <p:ext uri="{BB962C8B-B14F-4D97-AF65-F5344CB8AC3E}">
        <p14:creationId xmlns:p14="http://schemas.microsoft.com/office/powerpoint/2010/main" val="2990475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3815</TotalTime>
  <Words>1317</Words>
  <Application>Microsoft Macintosh PowerPoint</Application>
  <PresentationFormat>Widescreen</PresentationFormat>
  <Paragraphs>182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Aptos</vt:lpstr>
      <vt:lpstr>Aptos Display</vt:lpstr>
      <vt:lpstr>Arial</vt:lpstr>
      <vt:lpstr>Consolas</vt:lpstr>
      <vt:lpstr>Google Sans</vt:lpstr>
      <vt:lpstr>Office Theme</vt:lpstr>
      <vt:lpstr>Natural Languages and Formal Languages</vt:lpstr>
      <vt:lpstr>Natural Languages</vt:lpstr>
      <vt:lpstr>Natural Languages</vt:lpstr>
      <vt:lpstr>Formal Languages</vt:lpstr>
      <vt:lpstr>Formal Languages</vt:lpstr>
      <vt:lpstr>Formal Languages</vt:lpstr>
      <vt:lpstr>Hello World in Various Languages</vt:lpstr>
      <vt:lpstr>Natural Language</vt:lpstr>
      <vt:lpstr>Assembly Language</vt:lpstr>
      <vt:lpstr>C Language</vt:lpstr>
      <vt:lpstr>C++ Language</vt:lpstr>
      <vt:lpstr>Java Language</vt:lpstr>
      <vt:lpstr>Go Language</vt:lpstr>
      <vt:lpstr>JavaScript Language</vt:lpstr>
      <vt:lpstr>Python Language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Toby Donaldson</dc:creator>
  <cp:lastModifiedBy>Toby Donaldson</cp:lastModifiedBy>
  <cp:revision>1</cp:revision>
  <dcterms:created xsi:type="dcterms:W3CDTF">2024-09-11T06:45:41Z</dcterms:created>
  <dcterms:modified xsi:type="dcterms:W3CDTF">2026-01-14T18:09:17Z</dcterms:modified>
</cp:coreProperties>
</file>