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ink/ink11.xml" ContentType="application/inkml+xml"/>
  <Override PartName="/ppt/notesSlides/notesSlide19.xml" ContentType="application/vnd.openxmlformats-officedocument.presentationml.notesSlide+xml"/>
  <Override PartName="/ppt/ink/ink12.xml" ContentType="application/inkml+xml"/>
  <Override PartName="/ppt/notesSlides/notesSlide20.xml" ContentType="application/vnd.openxmlformats-officedocument.presentationml.notesSlide+xml"/>
  <Override PartName="/ppt/ink/ink13.xml" ContentType="application/inkml+xml"/>
  <Override PartName="/ppt/notesSlides/notesSlide21.xml" ContentType="application/vnd.openxmlformats-officedocument.presentationml.notesSlide+xml"/>
  <Override PartName="/ppt/ink/ink14.xml" ContentType="application/inkml+xml"/>
  <Override PartName="/ppt/notesSlides/notesSlide22.xml" ContentType="application/vnd.openxmlformats-officedocument.presentationml.notesSlide+xml"/>
  <Override PartName="/ppt/ink/ink15.xml" ContentType="application/inkml+xml"/>
  <Override PartName="/ppt/notesSlides/notesSlide23.xml" ContentType="application/vnd.openxmlformats-officedocument.presentationml.notesSlide+xml"/>
  <Override PartName="/ppt/ink/ink16.xml" ContentType="application/inkml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ink/ink17.xml" ContentType="application/inkml+xml"/>
  <Override PartName="/ppt/notesSlides/notesSlide26.xml" ContentType="application/vnd.openxmlformats-officedocument.presentationml.notesSlide+xml"/>
  <Override PartName="/ppt/ink/ink18.xml" ContentType="application/inkml+xml"/>
  <Override PartName="/ppt/notesSlides/notesSlide27.xml" ContentType="application/vnd.openxmlformats-officedocument.presentationml.notesSlide+xml"/>
  <Override PartName="/ppt/ink/ink19.xml" ContentType="application/inkml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ink/ink20.xml" ContentType="application/inkml+xml"/>
  <Override PartName="/ppt/notesSlides/notesSlide30.xml" ContentType="application/vnd.openxmlformats-officedocument.presentationml.notesSlide+xml"/>
  <Override PartName="/ppt/ink/ink21.xml" ContentType="application/inkml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ink/ink22.xml" ContentType="application/inkml+xml"/>
  <Override PartName="/ppt/notesSlides/notesSlide34.xml" ContentType="application/vnd.openxmlformats-officedocument.presentationml.notesSlide+xml"/>
  <Override PartName="/ppt/ink/ink23.xml" ContentType="application/inkml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ink/ink24.xml" ContentType="application/inkml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91"/>
  </p:notesMasterIdLst>
  <p:sldIdLst>
    <p:sldId id="298" r:id="rId2"/>
    <p:sldId id="372" r:id="rId3"/>
    <p:sldId id="297" r:id="rId4"/>
    <p:sldId id="341" r:id="rId5"/>
    <p:sldId id="343" r:id="rId6"/>
    <p:sldId id="342" r:id="rId7"/>
    <p:sldId id="379" r:id="rId8"/>
    <p:sldId id="345" r:id="rId9"/>
    <p:sldId id="369" r:id="rId10"/>
    <p:sldId id="344" r:id="rId11"/>
    <p:sldId id="346" r:id="rId12"/>
    <p:sldId id="347" r:id="rId13"/>
    <p:sldId id="348" r:id="rId14"/>
    <p:sldId id="350" r:id="rId15"/>
    <p:sldId id="380" r:id="rId16"/>
    <p:sldId id="381" r:id="rId17"/>
    <p:sldId id="352" r:id="rId18"/>
    <p:sldId id="357" r:id="rId19"/>
    <p:sldId id="353" r:id="rId20"/>
    <p:sldId id="354" r:id="rId21"/>
    <p:sldId id="355" r:id="rId22"/>
    <p:sldId id="356" r:id="rId23"/>
    <p:sldId id="382" r:id="rId24"/>
    <p:sldId id="340" r:id="rId25"/>
    <p:sldId id="300" r:id="rId26"/>
    <p:sldId id="299" r:id="rId27"/>
    <p:sldId id="301" r:id="rId28"/>
    <p:sldId id="385" r:id="rId29"/>
    <p:sldId id="386" r:id="rId30"/>
    <p:sldId id="302" r:id="rId31"/>
    <p:sldId id="383" r:id="rId32"/>
    <p:sldId id="387" r:id="rId33"/>
    <p:sldId id="390" r:id="rId34"/>
    <p:sldId id="389" r:id="rId35"/>
    <p:sldId id="388" r:id="rId36"/>
    <p:sldId id="304" r:id="rId37"/>
    <p:sldId id="305" r:id="rId38"/>
    <p:sldId id="306" r:id="rId39"/>
    <p:sldId id="307" r:id="rId40"/>
    <p:sldId id="308" r:id="rId41"/>
    <p:sldId id="309" r:id="rId42"/>
    <p:sldId id="310" r:id="rId43"/>
    <p:sldId id="311" r:id="rId44"/>
    <p:sldId id="391" r:id="rId45"/>
    <p:sldId id="317" r:id="rId46"/>
    <p:sldId id="313" r:id="rId47"/>
    <p:sldId id="314" r:id="rId48"/>
    <p:sldId id="315" r:id="rId49"/>
    <p:sldId id="316" r:id="rId50"/>
    <p:sldId id="318" r:id="rId51"/>
    <p:sldId id="373" r:id="rId52"/>
    <p:sldId id="320" r:id="rId53"/>
    <p:sldId id="321" r:id="rId54"/>
    <p:sldId id="322" r:id="rId55"/>
    <p:sldId id="323" r:id="rId56"/>
    <p:sldId id="324" r:id="rId57"/>
    <p:sldId id="325" r:id="rId58"/>
    <p:sldId id="326" r:id="rId59"/>
    <p:sldId id="327" r:id="rId60"/>
    <p:sldId id="328" r:id="rId61"/>
    <p:sldId id="370" r:id="rId62"/>
    <p:sldId id="329" r:id="rId63"/>
    <p:sldId id="384" r:id="rId64"/>
    <p:sldId id="330" r:id="rId65"/>
    <p:sldId id="331" r:id="rId66"/>
    <p:sldId id="334" r:id="rId67"/>
    <p:sldId id="374" r:id="rId68"/>
    <p:sldId id="335" r:id="rId69"/>
    <p:sldId id="336" r:id="rId70"/>
    <p:sldId id="338" r:id="rId71"/>
    <p:sldId id="337" r:id="rId72"/>
    <p:sldId id="339" r:id="rId73"/>
    <p:sldId id="375" r:id="rId74"/>
    <p:sldId id="358" r:id="rId75"/>
    <p:sldId id="376" r:id="rId76"/>
    <p:sldId id="359" r:id="rId77"/>
    <p:sldId id="377" r:id="rId78"/>
    <p:sldId id="378" r:id="rId79"/>
    <p:sldId id="360" r:id="rId80"/>
    <p:sldId id="361" r:id="rId81"/>
    <p:sldId id="362" r:id="rId82"/>
    <p:sldId id="363" r:id="rId83"/>
    <p:sldId id="364" r:id="rId84"/>
    <p:sldId id="365" r:id="rId85"/>
    <p:sldId id="366" r:id="rId86"/>
    <p:sldId id="367" r:id="rId87"/>
    <p:sldId id="368" r:id="rId88"/>
    <p:sldId id="371" r:id="rId89"/>
    <p:sldId id="392" r:id="rId90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C6D2841-53D1-4EE5-80E3-536AF86ACDB9}">
          <p14:sldIdLst>
            <p14:sldId id="298"/>
            <p14:sldId id="372"/>
          </p14:sldIdLst>
        </p14:section>
        <p14:section name="While loops" id="{E36E5517-7CC4-4D9D-8F28-E65F671B9B1A}">
          <p14:sldIdLst>
            <p14:sldId id="297"/>
            <p14:sldId id="341"/>
            <p14:sldId id="343"/>
            <p14:sldId id="342"/>
            <p14:sldId id="379"/>
            <p14:sldId id="345"/>
            <p14:sldId id="369"/>
            <p14:sldId id="344"/>
            <p14:sldId id="346"/>
            <p14:sldId id="347"/>
            <p14:sldId id="348"/>
            <p14:sldId id="350"/>
            <p14:sldId id="380"/>
            <p14:sldId id="381"/>
          </p14:sldIdLst>
        </p14:section>
        <p14:section name="For-loops as while loops" id="{7AB21A5C-F16C-5E42-8632-AC1C4CCE8797}">
          <p14:sldIdLst>
            <p14:sldId id="352"/>
            <p14:sldId id="357"/>
            <p14:sldId id="353"/>
            <p14:sldId id="354"/>
            <p14:sldId id="355"/>
            <p14:sldId id="356"/>
            <p14:sldId id="382"/>
          </p14:sldIdLst>
        </p14:section>
        <p14:section name="Looping over strings" id="{A5CD822B-5F60-4DC9-AAB7-643B879FBBD4}">
          <p14:sldIdLst>
            <p14:sldId id="340"/>
            <p14:sldId id="300"/>
            <p14:sldId id="299"/>
            <p14:sldId id="301"/>
            <p14:sldId id="385"/>
            <p14:sldId id="386"/>
          </p14:sldIdLst>
        </p14:section>
        <p14:section name="Searching a string" id="{B9145289-9759-4E57-8FB5-1D63805649D7}">
          <p14:sldIdLst>
            <p14:sldId id="302"/>
            <p14:sldId id="383"/>
            <p14:sldId id="387"/>
            <p14:sldId id="390"/>
            <p14:sldId id="389"/>
            <p14:sldId id="388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91"/>
            <p14:sldId id="317"/>
            <p14:sldId id="313"/>
            <p14:sldId id="314"/>
            <p14:sldId id="315"/>
            <p14:sldId id="316"/>
          </p14:sldIdLst>
        </p14:section>
        <p14:section name="Reading text files" id="{4E45DE34-0511-496D-8FBF-367CF547EDC4}">
          <p14:sldIdLst>
            <p14:sldId id="318"/>
            <p14:sldId id="373"/>
            <p14:sldId id="320"/>
            <p14:sldId id="321"/>
            <p14:sldId id="322"/>
            <p14:sldId id="323"/>
            <p14:sldId id="324"/>
            <p14:sldId id="325"/>
            <p14:sldId id="326"/>
            <p14:sldId id="327"/>
            <p14:sldId id="328"/>
            <p14:sldId id="370"/>
            <p14:sldId id="329"/>
          </p14:sldIdLst>
        </p14:section>
        <p14:section name="English words" id="{041046FF-EBCD-45BA-883B-E38B4B076FC1}">
          <p14:sldIdLst>
            <p14:sldId id="384"/>
            <p14:sldId id="330"/>
            <p14:sldId id="331"/>
            <p14:sldId id="334"/>
            <p14:sldId id="374"/>
            <p14:sldId id="335"/>
            <p14:sldId id="336"/>
            <p14:sldId id="338"/>
            <p14:sldId id="337"/>
            <p14:sldId id="339"/>
          </p14:sldIdLst>
        </p14:section>
        <p14:section name="Example: Spelling Bee puzzle" id="{294DA4A1-519E-4A54-A79A-9576130890A8}">
          <p14:sldIdLst>
            <p14:sldId id="375"/>
            <p14:sldId id="358"/>
            <p14:sldId id="376"/>
            <p14:sldId id="359"/>
            <p14:sldId id="377"/>
            <p14:sldId id="378"/>
            <p14:sldId id="360"/>
            <p14:sldId id="361"/>
            <p14:sldId id="362"/>
            <p14:sldId id="363"/>
            <p14:sldId id="364"/>
            <p14:sldId id="365"/>
            <p14:sldId id="366"/>
            <p14:sldId id="367"/>
            <p14:sldId id="368"/>
            <p14:sldId id="371"/>
            <p14:sldId id="39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D07D27-3354-2246-B42A-02BD02CD2B84}" v="7" dt="2026-02-27T18:04:11.9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17"/>
    <p:restoredTop sz="96190" autoAdjust="0"/>
  </p:normalViewPr>
  <p:slideViewPr>
    <p:cSldViewPr snapToGrid="0">
      <p:cViewPr varScale="1">
        <p:scale>
          <a:sx n="123" d="100"/>
          <a:sy n="123" d="100"/>
        </p:scale>
        <p:origin x="76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tableStyles" Target="tableStyle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notesMaster" Target="notesMasters/notesMaster1.xml"/><Relationship Id="rId9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microsoft.com/office/2015/10/relationships/revisionInfo" Target="revisionInfo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presProps" Target="pres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by Donaldson" userId="2e6e5431-bb17-4c41-9985-d39c50d83c73" providerId="ADAL" clId="{F31BC264-820E-54C4-A6D1-F92AF9CC222E}"/>
    <pc:docChg chg="undo redo custSel addSld delSld modSld sldOrd addSection modSection">
      <pc:chgData name="Toby Donaldson" userId="2e6e5431-bb17-4c41-9985-d39c50d83c73" providerId="ADAL" clId="{F31BC264-820E-54C4-A6D1-F92AF9CC222E}" dt="2026-02-27T18:04:15.536" v="697" actId="20577"/>
      <pc:docMkLst>
        <pc:docMk/>
      </pc:docMkLst>
      <pc:sldChg chg="modSp mod">
        <pc:chgData name="Toby Donaldson" userId="2e6e5431-bb17-4c41-9985-d39c50d83c73" providerId="ADAL" clId="{F31BC264-820E-54C4-A6D1-F92AF9CC222E}" dt="2026-02-16T06:13:40.523" v="18" actId="1076"/>
        <pc:sldMkLst>
          <pc:docMk/>
          <pc:sldMk cId="3108921986" sldId="297"/>
        </pc:sldMkLst>
        <pc:spChg chg="mod">
          <ac:chgData name="Toby Donaldson" userId="2e6e5431-bb17-4c41-9985-d39c50d83c73" providerId="ADAL" clId="{F31BC264-820E-54C4-A6D1-F92AF9CC222E}" dt="2026-02-16T06:13:40.523" v="18" actId="1076"/>
          <ac:spMkLst>
            <pc:docMk/>
            <pc:sldMk cId="3108921986" sldId="297"/>
            <ac:spMk id="12" creationId="{3AF2C4DB-946E-1805-ACEA-E990CBE59E01}"/>
          </ac:spMkLst>
        </pc:spChg>
      </pc:sldChg>
      <pc:sldChg chg="modSp mod">
        <pc:chgData name="Toby Donaldson" userId="2e6e5431-bb17-4c41-9985-d39c50d83c73" providerId="ADAL" clId="{F31BC264-820E-54C4-A6D1-F92AF9CC222E}" dt="2026-02-25T17:10:49.449" v="632" actId="20577"/>
        <pc:sldMkLst>
          <pc:docMk/>
          <pc:sldMk cId="751930175" sldId="302"/>
        </pc:sldMkLst>
        <pc:spChg chg="mod">
          <ac:chgData name="Toby Donaldson" userId="2e6e5431-bb17-4c41-9985-d39c50d83c73" providerId="ADAL" clId="{F31BC264-820E-54C4-A6D1-F92AF9CC222E}" dt="2026-02-25T17:10:49.449" v="632" actId="20577"/>
          <ac:spMkLst>
            <pc:docMk/>
            <pc:sldMk cId="751930175" sldId="302"/>
            <ac:spMk id="3" creationId="{9FAC634E-2821-6A6E-BBD0-1B332EF06B85}"/>
          </ac:spMkLst>
        </pc:spChg>
      </pc:sldChg>
      <pc:sldChg chg="modSp mod">
        <pc:chgData name="Toby Donaldson" userId="2e6e5431-bb17-4c41-9985-d39c50d83c73" providerId="ADAL" clId="{F31BC264-820E-54C4-A6D1-F92AF9CC222E}" dt="2026-02-16T07:22:40.580" v="102" actId="20577"/>
        <pc:sldMkLst>
          <pc:docMk/>
          <pc:sldMk cId="2152713045" sldId="308"/>
        </pc:sldMkLst>
        <pc:spChg chg="mod">
          <ac:chgData name="Toby Donaldson" userId="2e6e5431-bb17-4c41-9985-d39c50d83c73" providerId="ADAL" clId="{F31BC264-820E-54C4-A6D1-F92AF9CC222E}" dt="2026-02-16T07:22:40.580" v="102" actId="20577"/>
          <ac:spMkLst>
            <pc:docMk/>
            <pc:sldMk cId="2152713045" sldId="308"/>
            <ac:spMk id="7" creationId="{091FF1DC-4246-518A-8136-BC562D2907A8}"/>
          </ac:spMkLst>
        </pc:spChg>
      </pc:sldChg>
      <pc:sldChg chg="modSp mod">
        <pc:chgData name="Toby Donaldson" userId="2e6e5431-bb17-4c41-9985-d39c50d83c73" providerId="ADAL" clId="{F31BC264-820E-54C4-A6D1-F92AF9CC222E}" dt="2026-02-25T17:13:31.810" v="651" actId="14100"/>
        <pc:sldMkLst>
          <pc:docMk/>
          <pc:sldMk cId="1280064537" sldId="309"/>
        </pc:sldMkLst>
        <pc:spChg chg="mod">
          <ac:chgData name="Toby Donaldson" userId="2e6e5431-bb17-4c41-9985-d39c50d83c73" providerId="ADAL" clId="{F31BC264-820E-54C4-A6D1-F92AF9CC222E}" dt="2026-02-25T17:13:31.810" v="651" actId="14100"/>
          <ac:spMkLst>
            <pc:docMk/>
            <pc:sldMk cId="1280064537" sldId="309"/>
            <ac:spMk id="7" creationId="{0DE37E92-F3B7-37BD-FA88-1E0ED65BEC0C}"/>
          </ac:spMkLst>
        </pc:spChg>
      </pc:sldChg>
      <pc:sldChg chg="addSp delSp modSp mod">
        <pc:chgData name="Toby Donaldson" userId="2e6e5431-bb17-4c41-9985-d39c50d83c73" providerId="ADAL" clId="{F31BC264-820E-54C4-A6D1-F92AF9CC222E}" dt="2026-02-25T17:13:36.560" v="652"/>
        <pc:sldMkLst>
          <pc:docMk/>
          <pc:sldMk cId="2808343893" sldId="310"/>
        </pc:sldMkLst>
        <pc:spChg chg="add mod">
          <ac:chgData name="Toby Donaldson" userId="2e6e5431-bb17-4c41-9985-d39c50d83c73" providerId="ADAL" clId="{F31BC264-820E-54C4-A6D1-F92AF9CC222E}" dt="2026-02-25T17:13:36.560" v="652"/>
          <ac:spMkLst>
            <pc:docMk/>
            <pc:sldMk cId="2808343893" sldId="310"/>
            <ac:spMk id="7" creationId="{4ECF663D-4C43-CFDA-384D-09F8B0CB284C}"/>
          </ac:spMkLst>
        </pc:spChg>
      </pc:sldChg>
      <pc:sldChg chg="addSp delSp mod">
        <pc:chgData name="Toby Donaldson" userId="2e6e5431-bb17-4c41-9985-d39c50d83c73" providerId="ADAL" clId="{F31BC264-820E-54C4-A6D1-F92AF9CC222E}" dt="2026-02-25T18:02:43.865" v="656"/>
        <pc:sldMkLst>
          <pc:docMk/>
          <pc:sldMk cId="1178667518" sldId="311"/>
        </pc:sldMkLst>
        <pc:inkChg chg="add">
          <ac:chgData name="Toby Donaldson" userId="2e6e5431-bb17-4c41-9985-d39c50d83c73" providerId="ADAL" clId="{F31BC264-820E-54C4-A6D1-F92AF9CC222E}" dt="2026-02-25T18:02:43.865" v="656"/>
          <ac:inkMkLst>
            <pc:docMk/>
            <pc:sldMk cId="1178667518" sldId="311"/>
            <ac:inkMk id="19" creationId="{89A27F8B-AE53-E8F3-9279-2BC418070B8A}"/>
          </ac:inkMkLst>
        </pc:inkChg>
      </pc:sldChg>
      <pc:sldChg chg="addSp">
        <pc:chgData name="Toby Donaldson" userId="2e6e5431-bb17-4c41-9985-d39c50d83c73" providerId="ADAL" clId="{F31BC264-820E-54C4-A6D1-F92AF9CC222E}" dt="2026-02-25T18:02:43.865" v="656"/>
        <pc:sldMkLst>
          <pc:docMk/>
          <pc:sldMk cId="3679495432" sldId="313"/>
        </pc:sldMkLst>
        <pc:inkChg chg="add">
          <ac:chgData name="Toby Donaldson" userId="2e6e5431-bb17-4c41-9985-d39c50d83c73" providerId="ADAL" clId="{F31BC264-820E-54C4-A6D1-F92AF9CC222E}" dt="2026-02-25T18:02:43.865" v="656"/>
          <ac:inkMkLst>
            <pc:docMk/>
            <pc:sldMk cId="3679495432" sldId="313"/>
            <ac:inkMk id="6" creationId="{CD4AAB14-3F80-ABA1-801A-06EEF6A238A9}"/>
          </ac:inkMkLst>
        </pc:inkChg>
      </pc:sldChg>
      <pc:sldChg chg="addSp">
        <pc:chgData name="Toby Donaldson" userId="2e6e5431-bb17-4c41-9985-d39c50d83c73" providerId="ADAL" clId="{F31BC264-820E-54C4-A6D1-F92AF9CC222E}" dt="2026-02-25T18:02:43.865" v="656"/>
        <pc:sldMkLst>
          <pc:docMk/>
          <pc:sldMk cId="3919650652" sldId="314"/>
        </pc:sldMkLst>
        <pc:inkChg chg="add">
          <ac:chgData name="Toby Donaldson" userId="2e6e5431-bb17-4c41-9985-d39c50d83c73" providerId="ADAL" clId="{F31BC264-820E-54C4-A6D1-F92AF9CC222E}" dt="2026-02-25T18:02:43.865" v="656"/>
          <ac:inkMkLst>
            <pc:docMk/>
            <pc:sldMk cId="3919650652" sldId="314"/>
            <ac:inkMk id="6" creationId="{A20E0D29-3E71-83F7-766E-B180F0C373B4}"/>
          </ac:inkMkLst>
        </pc:inkChg>
      </pc:sldChg>
      <pc:sldChg chg="addSp">
        <pc:chgData name="Toby Donaldson" userId="2e6e5431-bb17-4c41-9985-d39c50d83c73" providerId="ADAL" clId="{F31BC264-820E-54C4-A6D1-F92AF9CC222E}" dt="2026-02-25T18:02:43.865" v="656"/>
        <pc:sldMkLst>
          <pc:docMk/>
          <pc:sldMk cId="1760039024" sldId="315"/>
        </pc:sldMkLst>
        <pc:inkChg chg="add">
          <ac:chgData name="Toby Donaldson" userId="2e6e5431-bb17-4c41-9985-d39c50d83c73" providerId="ADAL" clId="{F31BC264-820E-54C4-A6D1-F92AF9CC222E}" dt="2026-02-25T18:02:43.865" v="656"/>
          <ac:inkMkLst>
            <pc:docMk/>
            <pc:sldMk cId="1760039024" sldId="315"/>
            <ac:inkMk id="8" creationId="{8061C1EA-9116-5E45-6916-6BC7BEB51478}"/>
          </ac:inkMkLst>
        </pc:inkChg>
      </pc:sldChg>
      <pc:sldChg chg="addSp modSp mod">
        <pc:chgData name="Toby Donaldson" userId="2e6e5431-bb17-4c41-9985-d39c50d83c73" providerId="ADAL" clId="{F31BC264-820E-54C4-A6D1-F92AF9CC222E}" dt="2026-02-25T18:02:43.865" v="656"/>
        <pc:sldMkLst>
          <pc:docMk/>
          <pc:sldMk cId="2217005126" sldId="317"/>
        </pc:sldMkLst>
        <pc:spChg chg="mod">
          <ac:chgData name="Toby Donaldson" userId="2e6e5431-bb17-4c41-9985-d39c50d83c73" providerId="ADAL" clId="{F31BC264-820E-54C4-A6D1-F92AF9CC222E}" dt="2026-02-16T07:24:14.636" v="120" actId="20577"/>
          <ac:spMkLst>
            <pc:docMk/>
            <pc:sldMk cId="2217005126" sldId="317"/>
            <ac:spMk id="10" creationId="{E7F4B539-4DD0-2F94-C5D1-EC9D32FE3C37}"/>
          </ac:spMkLst>
        </pc:spChg>
        <pc:inkChg chg="add">
          <ac:chgData name="Toby Donaldson" userId="2e6e5431-bb17-4c41-9985-d39c50d83c73" providerId="ADAL" clId="{F31BC264-820E-54C4-A6D1-F92AF9CC222E}" dt="2026-02-25T18:02:43.865" v="656"/>
          <ac:inkMkLst>
            <pc:docMk/>
            <pc:sldMk cId="2217005126" sldId="317"/>
            <ac:inkMk id="7" creationId="{08A0AF95-FC71-74E7-EE43-5A34F73B7DEA}"/>
          </ac:inkMkLst>
        </pc:inkChg>
      </pc:sldChg>
      <pc:sldChg chg="addSp delSp modSp mod">
        <pc:chgData name="Toby Donaldson" userId="2e6e5431-bb17-4c41-9985-d39c50d83c73" providerId="ADAL" clId="{F31BC264-820E-54C4-A6D1-F92AF9CC222E}" dt="2026-02-25T18:02:43.865" v="656"/>
        <pc:sldMkLst>
          <pc:docMk/>
          <pc:sldMk cId="307709859" sldId="318"/>
        </pc:sldMkLst>
        <pc:inkChg chg="add">
          <ac:chgData name="Toby Donaldson" userId="2e6e5431-bb17-4c41-9985-d39c50d83c73" providerId="ADAL" clId="{F31BC264-820E-54C4-A6D1-F92AF9CC222E}" dt="2026-02-25T18:02:43.865" v="656"/>
          <ac:inkMkLst>
            <pc:docMk/>
            <pc:sldMk cId="307709859" sldId="318"/>
            <ac:inkMk id="3" creationId="{6F3B26D6-5D5A-17E3-427C-D83052E708E1}"/>
          </ac:inkMkLst>
        </pc:inkChg>
      </pc:sldChg>
      <pc:sldChg chg="addSp">
        <pc:chgData name="Toby Donaldson" userId="2e6e5431-bb17-4c41-9985-d39c50d83c73" providerId="ADAL" clId="{F31BC264-820E-54C4-A6D1-F92AF9CC222E}" dt="2026-02-25T18:02:43.865" v="656"/>
        <pc:sldMkLst>
          <pc:docMk/>
          <pc:sldMk cId="2223747460" sldId="320"/>
        </pc:sldMkLst>
        <pc:inkChg chg="add">
          <ac:chgData name="Toby Donaldson" userId="2e6e5431-bb17-4c41-9985-d39c50d83c73" providerId="ADAL" clId="{F31BC264-820E-54C4-A6D1-F92AF9CC222E}" dt="2026-02-25T18:02:43.865" v="656"/>
          <ac:inkMkLst>
            <pc:docMk/>
            <pc:sldMk cId="2223747460" sldId="320"/>
            <ac:inkMk id="3" creationId="{906BF4C7-EEF3-987D-32EA-88AB48CFF742}"/>
          </ac:inkMkLst>
        </pc:inkChg>
      </pc:sldChg>
      <pc:sldChg chg="addSp">
        <pc:chgData name="Toby Donaldson" userId="2e6e5431-bb17-4c41-9985-d39c50d83c73" providerId="ADAL" clId="{F31BC264-820E-54C4-A6D1-F92AF9CC222E}" dt="2026-02-25T18:02:43.865" v="656"/>
        <pc:sldMkLst>
          <pc:docMk/>
          <pc:sldMk cId="2509614308" sldId="322"/>
        </pc:sldMkLst>
        <pc:inkChg chg="add">
          <ac:chgData name="Toby Donaldson" userId="2e6e5431-bb17-4c41-9985-d39c50d83c73" providerId="ADAL" clId="{F31BC264-820E-54C4-A6D1-F92AF9CC222E}" dt="2026-02-25T18:02:43.865" v="656"/>
          <ac:inkMkLst>
            <pc:docMk/>
            <pc:sldMk cId="2509614308" sldId="322"/>
            <ac:inkMk id="3" creationId="{62B7EC19-AAC6-FB40-136B-79CC4CFC74D4}"/>
          </ac:inkMkLst>
        </pc:inkChg>
      </pc:sldChg>
      <pc:sldChg chg="addSp">
        <pc:chgData name="Toby Donaldson" userId="2e6e5431-bb17-4c41-9985-d39c50d83c73" providerId="ADAL" clId="{F31BC264-820E-54C4-A6D1-F92AF9CC222E}" dt="2026-02-25T18:02:43.865" v="656"/>
        <pc:sldMkLst>
          <pc:docMk/>
          <pc:sldMk cId="1337895630" sldId="323"/>
        </pc:sldMkLst>
        <pc:inkChg chg="add">
          <ac:chgData name="Toby Donaldson" userId="2e6e5431-bb17-4c41-9985-d39c50d83c73" providerId="ADAL" clId="{F31BC264-820E-54C4-A6D1-F92AF9CC222E}" dt="2026-02-25T18:02:43.865" v="656"/>
          <ac:inkMkLst>
            <pc:docMk/>
            <pc:sldMk cId="1337895630" sldId="323"/>
            <ac:inkMk id="13" creationId="{A5E4393C-A918-5AE5-CC24-469253228A05}"/>
          </ac:inkMkLst>
        </pc:inkChg>
      </pc:sldChg>
      <pc:sldChg chg="addSp">
        <pc:chgData name="Toby Donaldson" userId="2e6e5431-bb17-4c41-9985-d39c50d83c73" providerId="ADAL" clId="{F31BC264-820E-54C4-A6D1-F92AF9CC222E}" dt="2026-02-25T18:02:43.865" v="656"/>
        <pc:sldMkLst>
          <pc:docMk/>
          <pc:sldMk cId="3354571621" sldId="326"/>
        </pc:sldMkLst>
        <pc:inkChg chg="add">
          <ac:chgData name="Toby Donaldson" userId="2e6e5431-bb17-4c41-9985-d39c50d83c73" providerId="ADAL" clId="{F31BC264-820E-54C4-A6D1-F92AF9CC222E}" dt="2026-02-25T18:02:43.865" v="656"/>
          <ac:inkMkLst>
            <pc:docMk/>
            <pc:sldMk cId="3354571621" sldId="326"/>
            <ac:inkMk id="12" creationId="{194A93DB-010B-D199-D8E3-8DF9E4F01967}"/>
          </ac:inkMkLst>
        </pc:inkChg>
      </pc:sldChg>
      <pc:sldChg chg="addSp modSp mod">
        <pc:chgData name="Toby Donaldson" userId="2e6e5431-bb17-4c41-9985-d39c50d83c73" providerId="ADAL" clId="{F31BC264-820E-54C4-A6D1-F92AF9CC222E}" dt="2026-02-25T18:02:43.865" v="656"/>
        <pc:sldMkLst>
          <pc:docMk/>
          <pc:sldMk cId="2782017614" sldId="327"/>
        </pc:sldMkLst>
        <pc:spChg chg="mod">
          <ac:chgData name="Toby Donaldson" userId="2e6e5431-bb17-4c41-9985-d39c50d83c73" providerId="ADAL" clId="{F31BC264-820E-54C4-A6D1-F92AF9CC222E}" dt="2026-02-16T07:29:01.175" v="128" actId="207"/>
          <ac:spMkLst>
            <pc:docMk/>
            <pc:sldMk cId="2782017614" sldId="327"/>
            <ac:spMk id="9" creationId="{692CB4F5-4CB1-5EEC-95C9-EA0A1D9C57AD}"/>
          </ac:spMkLst>
        </pc:spChg>
        <pc:inkChg chg="add">
          <ac:chgData name="Toby Donaldson" userId="2e6e5431-bb17-4c41-9985-d39c50d83c73" providerId="ADAL" clId="{F31BC264-820E-54C4-A6D1-F92AF9CC222E}" dt="2026-02-25T18:02:43.865" v="656"/>
          <ac:inkMkLst>
            <pc:docMk/>
            <pc:sldMk cId="2782017614" sldId="327"/>
            <ac:inkMk id="3" creationId="{8EB436CF-CADD-4D76-5C27-58971EC37F9B}"/>
          </ac:inkMkLst>
        </pc:inkChg>
      </pc:sldChg>
      <pc:sldChg chg="modSp mod">
        <pc:chgData name="Toby Donaldson" userId="2e6e5431-bb17-4c41-9985-d39c50d83c73" providerId="ADAL" clId="{F31BC264-820E-54C4-A6D1-F92AF9CC222E}" dt="2026-02-16T07:30:00.578" v="132" actId="207"/>
        <pc:sldMkLst>
          <pc:docMk/>
          <pc:sldMk cId="291094791" sldId="328"/>
        </pc:sldMkLst>
        <pc:spChg chg="mod">
          <ac:chgData name="Toby Donaldson" userId="2e6e5431-bb17-4c41-9985-d39c50d83c73" providerId="ADAL" clId="{F31BC264-820E-54C4-A6D1-F92AF9CC222E}" dt="2026-02-16T07:30:00.578" v="132" actId="207"/>
          <ac:spMkLst>
            <pc:docMk/>
            <pc:sldMk cId="291094791" sldId="328"/>
            <ac:spMk id="9" creationId="{89D05729-CC84-0DEA-EA87-4919481CA92F}"/>
          </ac:spMkLst>
        </pc:spChg>
      </pc:sldChg>
      <pc:sldChg chg="addSp delSp modSp mod">
        <pc:chgData name="Toby Donaldson" userId="2e6e5431-bb17-4c41-9985-d39c50d83c73" providerId="ADAL" clId="{F31BC264-820E-54C4-A6D1-F92AF9CC222E}" dt="2026-02-27T17:32:22.147" v="687"/>
        <pc:sldMkLst>
          <pc:docMk/>
          <pc:sldMk cId="727847569" sldId="329"/>
        </pc:sldMkLst>
        <pc:spChg chg="mod">
          <ac:chgData name="Toby Donaldson" userId="2e6e5431-bb17-4c41-9985-d39c50d83c73" providerId="ADAL" clId="{F31BC264-820E-54C4-A6D1-F92AF9CC222E}" dt="2026-02-16T07:30:47.950" v="135" actId="207"/>
          <ac:spMkLst>
            <pc:docMk/>
            <pc:sldMk cId="727847569" sldId="329"/>
            <ac:spMk id="9" creationId="{40EE5F8C-F3CE-2299-9254-A981E2BCAD7D}"/>
          </ac:spMkLst>
        </pc:spChg>
        <pc:inkChg chg="add del">
          <ac:chgData name="Toby Donaldson" userId="2e6e5431-bb17-4c41-9985-d39c50d83c73" providerId="ADAL" clId="{F31BC264-820E-54C4-A6D1-F92AF9CC222E}" dt="2026-02-27T17:28:09.034" v="686" actId="21"/>
          <ac:inkMkLst>
            <pc:docMk/>
            <pc:sldMk cId="727847569" sldId="329"/>
            <ac:inkMk id="3" creationId="{25F3EC8A-61E8-04CF-C7A5-E933105A18B6}"/>
          </ac:inkMkLst>
        </pc:inkChg>
        <pc:inkChg chg="add">
          <ac:chgData name="Toby Donaldson" userId="2e6e5431-bb17-4c41-9985-d39c50d83c73" providerId="ADAL" clId="{F31BC264-820E-54C4-A6D1-F92AF9CC222E}" dt="2026-02-27T17:32:22.147" v="687"/>
          <ac:inkMkLst>
            <pc:docMk/>
            <pc:sldMk cId="727847569" sldId="329"/>
            <ac:inkMk id="13" creationId="{5ED8EDDB-4B22-E9B5-9EE9-3D133127C7D1}"/>
          </ac:inkMkLst>
        </pc:inkChg>
      </pc:sldChg>
      <pc:sldChg chg="addSp delSp modSp mod">
        <pc:chgData name="Toby Donaldson" userId="2e6e5431-bb17-4c41-9985-d39c50d83c73" providerId="ADAL" clId="{F31BC264-820E-54C4-A6D1-F92AF9CC222E}" dt="2026-02-16T07:35:08.680" v="145" actId="692"/>
        <pc:sldMkLst>
          <pc:docMk/>
          <pc:sldMk cId="1743895988" sldId="331"/>
        </pc:sldMkLst>
        <pc:spChg chg="add mod">
          <ac:chgData name="Toby Donaldson" userId="2e6e5431-bb17-4c41-9985-d39c50d83c73" providerId="ADAL" clId="{F31BC264-820E-54C4-A6D1-F92AF9CC222E}" dt="2026-02-16T07:35:08.680" v="145" actId="692"/>
          <ac:spMkLst>
            <pc:docMk/>
            <pc:sldMk cId="1743895988" sldId="331"/>
            <ac:spMk id="12" creationId="{366F959E-6BEB-952D-56C1-2ED94DF4C0D8}"/>
          </ac:spMkLst>
        </pc:spChg>
      </pc:sldChg>
      <pc:sldChg chg="delSp mod">
        <pc:chgData name="Toby Donaldson" userId="2e6e5431-bb17-4c41-9985-d39c50d83c73" providerId="ADAL" clId="{F31BC264-820E-54C4-A6D1-F92AF9CC222E}" dt="2026-02-16T07:35:48.831" v="148" actId="21"/>
        <pc:sldMkLst>
          <pc:docMk/>
          <pc:sldMk cId="4232506138" sldId="334"/>
        </pc:sldMkLst>
      </pc:sldChg>
      <pc:sldChg chg="modSp mod">
        <pc:chgData name="Toby Donaldson" userId="2e6e5431-bb17-4c41-9985-d39c50d83c73" providerId="ADAL" clId="{F31BC264-820E-54C4-A6D1-F92AF9CC222E}" dt="2026-02-13T19:37:21.247" v="17" actId="313"/>
        <pc:sldMkLst>
          <pc:docMk/>
          <pc:sldMk cId="69219913" sldId="339"/>
        </pc:sldMkLst>
        <pc:spChg chg="mod">
          <ac:chgData name="Toby Donaldson" userId="2e6e5431-bb17-4c41-9985-d39c50d83c73" providerId="ADAL" clId="{F31BC264-820E-54C4-A6D1-F92AF9CC222E}" dt="2026-02-13T19:37:21.247" v="17" actId="313"/>
          <ac:spMkLst>
            <pc:docMk/>
            <pc:sldMk cId="69219913" sldId="339"/>
            <ac:spMk id="6" creationId="{67F0B1FC-F355-F902-BEEB-BD80E1B1E143}"/>
          </ac:spMkLst>
        </pc:spChg>
      </pc:sldChg>
      <pc:sldChg chg="addSp">
        <pc:chgData name="Toby Donaldson" userId="2e6e5431-bb17-4c41-9985-d39c50d83c73" providerId="ADAL" clId="{F31BC264-820E-54C4-A6D1-F92AF9CC222E}" dt="2026-02-23T17:35:19.459" v="628"/>
        <pc:sldMkLst>
          <pc:docMk/>
          <pc:sldMk cId="2817996570" sldId="342"/>
        </pc:sldMkLst>
        <pc:inkChg chg="add">
          <ac:chgData name="Toby Donaldson" userId="2e6e5431-bb17-4c41-9985-d39c50d83c73" providerId="ADAL" clId="{F31BC264-820E-54C4-A6D1-F92AF9CC222E}" dt="2026-02-23T17:35:19.459" v="628"/>
          <ac:inkMkLst>
            <pc:docMk/>
            <pc:sldMk cId="2817996570" sldId="342"/>
            <ac:inkMk id="8" creationId="{B66B8B3F-6FAF-E97E-4FE7-6675A876EEAE}"/>
          </ac:inkMkLst>
        </pc:inkChg>
      </pc:sldChg>
      <pc:sldChg chg="addSp">
        <pc:chgData name="Toby Donaldson" userId="2e6e5431-bb17-4c41-9985-d39c50d83c73" providerId="ADAL" clId="{F31BC264-820E-54C4-A6D1-F92AF9CC222E}" dt="2026-02-23T17:35:19.459" v="628"/>
        <pc:sldMkLst>
          <pc:docMk/>
          <pc:sldMk cId="3610070950" sldId="343"/>
        </pc:sldMkLst>
        <pc:inkChg chg="add">
          <ac:chgData name="Toby Donaldson" userId="2e6e5431-bb17-4c41-9985-d39c50d83c73" providerId="ADAL" clId="{F31BC264-820E-54C4-A6D1-F92AF9CC222E}" dt="2026-02-23T17:35:19.459" v="628"/>
          <ac:inkMkLst>
            <pc:docMk/>
            <pc:sldMk cId="3610070950" sldId="343"/>
            <ac:inkMk id="6" creationId="{9BF22644-7E7B-7EEE-8213-2A07759A2F4D}"/>
          </ac:inkMkLst>
        </pc:inkChg>
      </pc:sldChg>
      <pc:sldChg chg="addSp">
        <pc:chgData name="Toby Donaldson" userId="2e6e5431-bb17-4c41-9985-d39c50d83c73" providerId="ADAL" clId="{F31BC264-820E-54C4-A6D1-F92AF9CC222E}" dt="2026-02-23T17:51:15.146" v="629"/>
        <pc:sldMkLst>
          <pc:docMk/>
          <pc:sldMk cId="3264327507" sldId="345"/>
        </pc:sldMkLst>
        <pc:inkChg chg="add">
          <ac:chgData name="Toby Donaldson" userId="2e6e5431-bb17-4c41-9985-d39c50d83c73" providerId="ADAL" clId="{F31BC264-820E-54C4-A6D1-F92AF9CC222E}" dt="2026-02-23T17:51:15.146" v="629"/>
          <ac:inkMkLst>
            <pc:docMk/>
            <pc:sldMk cId="3264327507" sldId="345"/>
            <ac:inkMk id="6" creationId="{04C8ABF0-29D2-D170-AF63-F6C57675A676}"/>
          </ac:inkMkLst>
        </pc:inkChg>
      </pc:sldChg>
      <pc:sldChg chg="addSp">
        <pc:chgData name="Toby Donaldson" userId="2e6e5431-bb17-4c41-9985-d39c50d83c73" providerId="ADAL" clId="{F31BC264-820E-54C4-A6D1-F92AF9CC222E}" dt="2026-02-23T17:51:15.146" v="629"/>
        <pc:sldMkLst>
          <pc:docMk/>
          <pc:sldMk cId="518592599" sldId="347"/>
        </pc:sldMkLst>
        <pc:inkChg chg="add">
          <ac:chgData name="Toby Donaldson" userId="2e6e5431-bb17-4c41-9985-d39c50d83c73" providerId="ADAL" clId="{F31BC264-820E-54C4-A6D1-F92AF9CC222E}" dt="2026-02-23T17:51:15.146" v="629"/>
          <ac:inkMkLst>
            <pc:docMk/>
            <pc:sldMk cId="518592599" sldId="347"/>
            <ac:inkMk id="7" creationId="{DD66388F-1672-C325-30FC-5DD92E85AF5C}"/>
          </ac:inkMkLst>
        </pc:inkChg>
      </pc:sldChg>
      <pc:sldChg chg="addSp">
        <pc:chgData name="Toby Donaldson" userId="2e6e5431-bb17-4c41-9985-d39c50d83c73" providerId="ADAL" clId="{F31BC264-820E-54C4-A6D1-F92AF9CC222E}" dt="2026-02-23T17:51:15.146" v="629"/>
        <pc:sldMkLst>
          <pc:docMk/>
          <pc:sldMk cId="3938777344" sldId="348"/>
        </pc:sldMkLst>
        <pc:inkChg chg="add">
          <ac:chgData name="Toby Donaldson" userId="2e6e5431-bb17-4c41-9985-d39c50d83c73" providerId="ADAL" clId="{F31BC264-820E-54C4-A6D1-F92AF9CC222E}" dt="2026-02-23T17:51:15.146" v="629"/>
          <ac:inkMkLst>
            <pc:docMk/>
            <pc:sldMk cId="3938777344" sldId="348"/>
            <ac:inkMk id="5" creationId="{1AE48B74-9EDF-695B-6A6D-E64134DFD04D}"/>
          </ac:inkMkLst>
        </pc:inkChg>
      </pc:sldChg>
      <pc:sldChg chg="addSp">
        <pc:chgData name="Toby Donaldson" userId="2e6e5431-bb17-4c41-9985-d39c50d83c73" providerId="ADAL" clId="{F31BC264-820E-54C4-A6D1-F92AF9CC222E}" dt="2026-02-23T17:51:15.146" v="629"/>
        <pc:sldMkLst>
          <pc:docMk/>
          <pc:sldMk cId="2693912225" sldId="350"/>
        </pc:sldMkLst>
        <pc:inkChg chg="add">
          <ac:chgData name="Toby Donaldson" userId="2e6e5431-bb17-4c41-9985-d39c50d83c73" providerId="ADAL" clId="{F31BC264-820E-54C4-A6D1-F92AF9CC222E}" dt="2026-02-23T17:51:15.146" v="629"/>
          <ac:inkMkLst>
            <pc:docMk/>
            <pc:sldMk cId="2693912225" sldId="350"/>
            <ac:inkMk id="6" creationId="{1CEBCAF4-AB7E-FD1E-1C62-6D646947D977}"/>
          </ac:inkMkLst>
        </pc:inkChg>
      </pc:sldChg>
      <pc:sldChg chg="addSp">
        <pc:chgData name="Toby Donaldson" userId="2e6e5431-bb17-4c41-9985-d39c50d83c73" providerId="ADAL" clId="{F31BC264-820E-54C4-A6D1-F92AF9CC222E}" dt="2026-02-23T18:05:35.110" v="630"/>
        <pc:sldMkLst>
          <pc:docMk/>
          <pc:sldMk cId="1063097408" sldId="353"/>
        </pc:sldMkLst>
        <pc:inkChg chg="add">
          <ac:chgData name="Toby Donaldson" userId="2e6e5431-bb17-4c41-9985-d39c50d83c73" providerId="ADAL" clId="{F31BC264-820E-54C4-A6D1-F92AF9CC222E}" dt="2026-02-23T18:05:35.110" v="630"/>
          <ac:inkMkLst>
            <pc:docMk/>
            <pc:sldMk cId="1063097408" sldId="353"/>
            <ac:inkMk id="9" creationId="{9B077A0A-01B4-8883-9293-0BF4E14B4CC0}"/>
          </ac:inkMkLst>
        </pc:inkChg>
      </pc:sldChg>
      <pc:sldChg chg="addSp">
        <pc:chgData name="Toby Donaldson" userId="2e6e5431-bb17-4c41-9985-d39c50d83c73" providerId="ADAL" clId="{F31BC264-820E-54C4-A6D1-F92AF9CC222E}" dt="2026-02-23T18:05:35.110" v="630"/>
        <pc:sldMkLst>
          <pc:docMk/>
          <pc:sldMk cId="437704892" sldId="354"/>
        </pc:sldMkLst>
        <pc:inkChg chg="add">
          <ac:chgData name="Toby Donaldson" userId="2e6e5431-bb17-4c41-9985-d39c50d83c73" providerId="ADAL" clId="{F31BC264-820E-54C4-A6D1-F92AF9CC222E}" dt="2026-02-23T18:05:35.110" v="630"/>
          <ac:inkMkLst>
            <pc:docMk/>
            <pc:sldMk cId="437704892" sldId="354"/>
            <ac:inkMk id="9" creationId="{45F333A8-FECF-434D-F96E-7BFA0B67F77D}"/>
          </ac:inkMkLst>
        </pc:inkChg>
      </pc:sldChg>
      <pc:sldChg chg="modSp mod">
        <pc:chgData name="Toby Donaldson" userId="2e6e5431-bb17-4c41-9985-d39c50d83c73" providerId="ADAL" clId="{F31BC264-820E-54C4-A6D1-F92AF9CC222E}" dt="2026-02-16T07:19:12.006" v="85" actId="20577"/>
        <pc:sldMkLst>
          <pc:docMk/>
          <pc:sldMk cId="2809845948" sldId="355"/>
        </pc:sldMkLst>
        <pc:spChg chg="mod">
          <ac:chgData name="Toby Donaldson" userId="2e6e5431-bb17-4c41-9985-d39c50d83c73" providerId="ADAL" clId="{F31BC264-820E-54C4-A6D1-F92AF9CC222E}" dt="2026-02-16T07:19:12.006" v="85" actId="20577"/>
          <ac:spMkLst>
            <pc:docMk/>
            <pc:sldMk cId="2809845948" sldId="355"/>
            <ac:spMk id="11" creationId="{6CFDC11D-8170-8D79-62C7-35459FFC25C1}"/>
          </ac:spMkLst>
        </pc:spChg>
      </pc:sldChg>
      <pc:sldChg chg="addSp delSp modSp mod">
        <pc:chgData name="Toby Donaldson" userId="2e6e5431-bb17-4c41-9985-d39c50d83c73" providerId="ADAL" clId="{F31BC264-820E-54C4-A6D1-F92AF9CC222E}" dt="2026-02-23T18:05:35.110" v="630"/>
        <pc:sldMkLst>
          <pc:docMk/>
          <pc:sldMk cId="2745005155" sldId="356"/>
        </pc:sldMkLst>
        <pc:inkChg chg="add">
          <ac:chgData name="Toby Donaldson" userId="2e6e5431-bb17-4c41-9985-d39c50d83c73" providerId="ADAL" clId="{F31BC264-820E-54C4-A6D1-F92AF9CC222E}" dt="2026-02-23T18:05:35.110" v="630"/>
          <ac:inkMkLst>
            <pc:docMk/>
            <pc:sldMk cId="2745005155" sldId="356"/>
            <ac:inkMk id="7" creationId="{58109C8B-DE1F-89EA-6C2D-AA5D810DD330}"/>
          </ac:inkMkLst>
        </pc:inkChg>
      </pc:sldChg>
      <pc:sldChg chg="addSp">
        <pc:chgData name="Toby Donaldson" userId="2e6e5431-bb17-4c41-9985-d39c50d83c73" providerId="ADAL" clId="{F31BC264-820E-54C4-A6D1-F92AF9CC222E}" dt="2026-02-23T18:05:35.110" v="630"/>
        <pc:sldMkLst>
          <pc:docMk/>
          <pc:sldMk cId="3119766122" sldId="357"/>
        </pc:sldMkLst>
        <pc:inkChg chg="add">
          <ac:chgData name="Toby Donaldson" userId="2e6e5431-bb17-4c41-9985-d39c50d83c73" providerId="ADAL" clId="{F31BC264-820E-54C4-A6D1-F92AF9CC222E}" dt="2026-02-23T18:05:35.110" v="630"/>
          <ac:inkMkLst>
            <pc:docMk/>
            <pc:sldMk cId="3119766122" sldId="357"/>
            <ac:inkMk id="6" creationId="{868763CC-999F-ED77-23DB-C60EF85B3CE2}"/>
          </ac:inkMkLst>
        </pc:inkChg>
      </pc:sldChg>
      <pc:sldChg chg="delSp modSp mod">
        <pc:chgData name="Toby Donaldson" userId="2e6e5431-bb17-4c41-9985-d39c50d83c73" providerId="ADAL" clId="{F31BC264-820E-54C4-A6D1-F92AF9CC222E}" dt="2026-02-16T07:45:14.844" v="445" actId="21"/>
        <pc:sldMkLst>
          <pc:docMk/>
          <pc:sldMk cId="554056988" sldId="358"/>
        </pc:sldMkLst>
        <pc:spChg chg="mod">
          <ac:chgData name="Toby Donaldson" userId="2e6e5431-bb17-4c41-9985-d39c50d83c73" providerId="ADAL" clId="{F31BC264-820E-54C4-A6D1-F92AF9CC222E}" dt="2026-02-16T07:44:31.245" v="443" actId="20577"/>
          <ac:spMkLst>
            <pc:docMk/>
            <pc:sldMk cId="554056988" sldId="358"/>
            <ac:spMk id="8" creationId="{99B784FE-CE35-2203-2AE3-773A19BAF3BB}"/>
          </ac:spMkLst>
        </pc:spChg>
      </pc:sldChg>
      <pc:sldChg chg="addSp delSp modSp mod ord">
        <pc:chgData name="Toby Donaldson" userId="2e6e5431-bb17-4c41-9985-d39c50d83c73" providerId="ADAL" clId="{F31BC264-820E-54C4-A6D1-F92AF9CC222E}" dt="2026-02-27T17:59:27.755" v="688"/>
        <pc:sldMkLst>
          <pc:docMk/>
          <pc:sldMk cId="4070484776" sldId="359"/>
        </pc:sldMkLst>
        <pc:spChg chg="add mod">
          <ac:chgData name="Toby Donaldson" userId="2e6e5431-bb17-4c41-9985-d39c50d83c73" providerId="ADAL" clId="{F31BC264-820E-54C4-A6D1-F92AF9CC222E}" dt="2026-02-16T07:46:52.360" v="530" actId="122"/>
          <ac:spMkLst>
            <pc:docMk/>
            <pc:sldMk cId="4070484776" sldId="359"/>
            <ac:spMk id="2" creationId="{AD0EB34F-4A9C-6695-0C13-AF24407D9D68}"/>
          </ac:spMkLst>
        </pc:spChg>
        <pc:spChg chg="mod">
          <ac:chgData name="Toby Donaldson" userId="2e6e5431-bb17-4c41-9985-d39c50d83c73" providerId="ADAL" clId="{F31BC264-820E-54C4-A6D1-F92AF9CC222E}" dt="2026-02-16T07:47:12.290" v="538" actId="5793"/>
          <ac:spMkLst>
            <pc:docMk/>
            <pc:sldMk cId="4070484776" sldId="359"/>
            <ac:spMk id="5" creationId="{26539832-25B9-B678-FC28-155BA30DF887}"/>
          </ac:spMkLst>
        </pc:spChg>
        <pc:inkChg chg="add">
          <ac:chgData name="Toby Donaldson" userId="2e6e5431-bb17-4c41-9985-d39c50d83c73" providerId="ADAL" clId="{F31BC264-820E-54C4-A6D1-F92AF9CC222E}" dt="2026-02-27T17:59:27.755" v="688"/>
          <ac:inkMkLst>
            <pc:docMk/>
            <pc:sldMk cId="4070484776" sldId="359"/>
            <ac:inkMk id="7" creationId="{AA45B289-B163-6318-5BD9-CF6654B89CA8}"/>
          </ac:inkMkLst>
        </pc:inkChg>
      </pc:sldChg>
      <pc:sldChg chg="addSp modSp mod">
        <pc:chgData name="Toby Donaldson" userId="2e6e5431-bb17-4c41-9985-d39c50d83c73" providerId="ADAL" clId="{F31BC264-820E-54C4-A6D1-F92AF9CC222E}" dt="2026-02-27T17:59:27.755" v="688"/>
        <pc:sldMkLst>
          <pc:docMk/>
          <pc:sldMk cId="917755974" sldId="360"/>
        </pc:sldMkLst>
        <pc:spChg chg="mod">
          <ac:chgData name="Toby Donaldson" userId="2e6e5431-bb17-4c41-9985-d39c50d83c73" providerId="ADAL" clId="{F31BC264-820E-54C4-A6D1-F92AF9CC222E}" dt="2026-02-27T17:17:19.626" v="681" actId="20577"/>
          <ac:spMkLst>
            <pc:docMk/>
            <pc:sldMk cId="917755974" sldId="360"/>
            <ac:spMk id="8" creationId="{AAC66A44-560B-8BFA-02DA-5682F9C14FCC}"/>
          </ac:spMkLst>
        </pc:spChg>
        <pc:inkChg chg="add">
          <ac:chgData name="Toby Donaldson" userId="2e6e5431-bb17-4c41-9985-d39c50d83c73" providerId="ADAL" clId="{F31BC264-820E-54C4-A6D1-F92AF9CC222E}" dt="2026-02-27T17:59:27.755" v="688"/>
          <ac:inkMkLst>
            <pc:docMk/>
            <pc:sldMk cId="917755974" sldId="360"/>
            <ac:inkMk id="5" creationId="{2E8E11A3-D972-EDAB-1937-D22DBF20C249}"/>
          </ac:inkMkLst>
        </pc:inkChg>
      </pc:sldChg>
      <pc:sldChg chg="addSp modSp mod">
        <pc:chgData name="Toby Donaldson" userId="2e6e5431-bb17-4c41-9985-d39c50d83c73" providerId="ADAL" clId="{F31BC264-820E-54C4-A6D1-F92AF9CC222E}" dt="2026-02-27T17:59:27.755" v="688"/>
        <pc:sldMkLst>
          <pc:docMk/>
          <pc:sldMk cId="1138805861" sldId="361"/>
        </pc:sldMkLst>
        <pc:spChg chg="mod">
          <ac:chgData name="Toby Donaldson" userId="2e6e5431-bb17-4c41-9985-d39c50d83c73" providerId="ADAL" clId="{F31BC264-820E-54C4-A6D1-F92AF9CC222E}" dt="2026-02-27T17:17:14.677" v="677" actId="20577"/>
          <ac:spMkLst>
            <pc:docMk/>
            <pc:sldMk cId="1138805861" sldId="361"/>
            <ac:spMk id="8" creationId="{61006462-9941-5204-4860-72F9C8680662}"/>
          </ac:spMkLst>
        </pc:spChg>
        <pc:spChg chg="mod">
          <ac:chgData name="Toby Donaldson" userId="2e6e5431-bb17-4c41-9985-d39c50d83c73" providerId="ADAL" clId="{F31BC264-820E-54C4-A6D1-F92AF9CC222E}" dt="2026-02-16T07:48:41.352" v="561" actId="20577"/>
          <ac:spMkLst>
            <pc:docMk/>
            <pc:sldMk cId="1138805861" sldId="361"/>
            <ac:spMk id="16" creationId="{5CB688F5-CBE0-8FBD-B6C7-6B21664493F1}"/>
          </ac:spMkLst>
        </pc:spChg>
        <pc:inkChg chg="add">
          <ac:chgData name="Toby Donaldson" userId="2e6e5431-bb17-4c41-9985-d39c50d83c73" providerId="ADAL" clId="{F31BC264-820E-54C4-A6D1-F92AF9CC222E}" dt="2026-02-27T17:59:27.755" v="688"/>
          <ac:inkMkLst>
            <pc:docMk/>
            <pc:sldMk cId="1138805861" sldId="361"/>
            <ac:inkMk id="5" creationId="{478E8744-FF63-3BF2-AA9B-7AC4F599D650}"/>
          </ac:inkMkLst>
        </pc:inkChg>
      </pc:sldChg>
      <pc:sldChg chg="addSp modSp mod">
        <pc:chgData name="Toby Donaldson" userId="2e6e5431-bb17-4c41-9985-d39c50d83c73" providerId="ADAL" clId="{F31BC264-820E-54C4-A6D1-F92AF9CC222E}" dt="2026-02-27T17:59:27.755" v="688"/>
        <pc:sldMkLst>
          <pc:docMk/>
          <pc:sldMk cId="1284719906" sldId="362"/>
        </pc:sldMkLst>
        <pc:spChg chg="mod">
          <ac:chgData name="Toby Donaldson" userId="2e6e5431-bb17-4c41-9985-d39c50d83c73" providerId="ADAL" clId="{F31BC264-820E-54C4-A6D1-F92AF9CC222E}" dt="2026-02-27T17:17:08.913" v="673" actId="20577"/>
          <ac:spMkLst>
            <pc:docMk/>
            <pc:sldMk cId="1284719906" sldId="362"/>
            <ac:spMk id="8" creationId="{93F4B653-A754-C226-69EF-14B44F8FF672}"/>
          </ac:spMkLst>
        </pc:spChg>
        <pc:inkChg chg="add">
          <ac:chgData name="Toby Donaldson" userId="2e6e5431-bb17-4c41-9985-d39c50d83c73" providerId="ADAL" clId="{F31BC264-820E-54C4-A6D1-F92AF9CC222E}" dt="2026-02-27T17:59:27.755" v="688"/>
          <ac:inkMkLst>
            <pc:docMk/>
            <pc:sldMk cId="1284719906" sldId="362"/>
            <ac:inkMk id="5" creationId="{284F51CB-7C8E-94B9-F86D-563AF2A0F92F}"/>
          </ac:inkMkLst>
        </pc:inkChg>
      </pc:sldChg>
      <pc:sldChg chg="addSp delSp modSp mod">
        <pc:chgData name="Toby Donaldson" userId="2e6e5431-bb17-4c41-9985-d39c50d83c73" providerId="ADAL" clId="{F31BC264-820E-54C4-A6D1-F92AF9CC222E}" dt="2026-02-27T17:59:27.755" v="688"/>
        <pc:sldMkLst>
          <pc:docMk/>
          <pc:sldMk cId="2449079006" sldId="363"/>
        </pc:sldMkLst>
        <pc:spChg chg="mod">
          <ac:chgData name="Toby Donaldson" userId="2e6e5431-bb17-4c41-9985-d39c50d83c73" providerId="ADAL" clId="{F31BC264-820E-54C4-A6D1-F92AF9CC222E}" dt="2026-02-27T17:16:56.947" v="669" actId="20577"/>
          <ac:spMkLst>
            <pc:docMk/>
            <pc:sldMk cId="2449079006" sldId="363"/>
            <ac:spMk id="8" creationId="{2E7B6826-0853-7587-6564-CFAF19DAA755}"/>
          </ac:spMkLst>
        </pc:spChg>
        <pc:inkChg chg="add">
          <ac:chgData name="Toby Donaldson" userId="2e6e5431-bb17-4c41-9985-d39c50d83c73" providerId="ADAL" clId="{F31BC264-820E-54C4-A6D1-F92AF9CC222E}" dt="2026-02-27T17:59:27.755" v="688"/>
          <ac:inkMkLst>
            <pc:docMk/>
            <pc:sldMk cId="2449079006" sldId="363"/>
            <ac:inkMk id="2" creationId="{40BFF4D1-EA94-60EE-8A06-696FAEA6F8CF}"/>
          </ac:inkMkLst>
        </pc:inkChg>
      </pc:sldChg>
      <pc:sldChg chg="modSp mod">
        <pc:chgData name="Toby Donaldson" userId="2e6e5431-bb17-4c41-9985-d39c50d83c73" providerId="ADAL" clId="{F31BC264-820E-54C4-A6D1-F92AF9CC222E}" dt="2026-02-27T17:59:37.823" v="694" actId="20577"/>
        <pc:sldMkLst>
          <pc:docMk/>
          <pc:sldMk cId="4126514322" sldId="364"/>
        </pc:sldMkLst>
        <pc:spChg chg="mod">
          <ac:chgData name="Toby Donaldson" userId="2e6e5431-bb17-4c41-9985-d39c50d83c73" providerId="ADAL" clId="{F31BC264-820E-54C4-A6D1-F92AF9CC222E}" dt="2026-02-27T17:59:37.823" v="694" actId="20577"/>
          <ac:spMkLst>
            <pc:docMk/>
            <pc:sldMk cId="4126514322" sldId="364"/>
            <ac:spMk id="25" creationId="{4332F2AD-5609-7C67-8159-11510EC2111D}"/>
          </ac:spMkLst>
        </pc:spChg>
      </pc:sldChg>
      <pc:sldChg chg="modSp mod">
        <pc:chgData name="Toby Donaldson" userId="2e6e5431-bb17-4c41-9985-d39c50d83c73" providerId="ADAL" clId="{F31BC264-820E-54C4-A6D1-F92AF9CC222E}" dt="2026-02-16T07:49:37.113" v="570" actId="20577"/>
        <pc:sldMkLst>
          <pc:docMk/>
          <pc:sldMk cId="1293448474" sldId="365"/>
        </pc:sldMkLst>
        <pc:spChg chg="mod">
          <ac:chgData name="Toby Donaldson" userId="2e6e5431-bb17-4c41-9985-d39c50d83c73" providerId="ADAL" clId="{F31BC264-820E-54C4-A6D1-F92AF9CC222E}" dt="2026-02-16T07:49:37.113" v="570" actId="20577"/>
          <ac:spMkLst>
            <pc:docMk/>
            <pc:sldMk cId="1293448474" sldId="365"/>
            <ac:spMk id="2" creationId="{97A7E02D-F94E-03EF-BB37-95D82E705B72}"/>
          </ac:spMkLst>
        </pc:spChg>
      </pc:sldChg>
      <pc:sldChg chg="addSp modSp mod">
        <pc:chgData name="Toby Donaldson" userId="2e6e5431-bb17-4c41-9985-d39c50d83c73" providerId="ADAL" clId="{F31BC264-820E-54C4-A6D1-F92AF9CC222E}" dt="2026-02-27T18:04:11.973" v="695"/>
        <pc:sldMkLst>
          <pc:docMk/>
          <pc:sldMk cId="421622308" sldId="366"/>
        </pc:sldMkLst>
        <pc:spChg chg="mod">
          <ac:chgData name="Toby Donaldson" userId="2e6e5431-bb17-4c41-9985-d39c50d83c73" providerId="ADAL" clId="{F31BC264-820E-54C4-A6D1-F92AF9CC222E}" dt="2026-02-16T07:50:13.092" v="591" actId="20577"/>
          <ac:spMkLst>
            <pc:docMk/>
            <pc:sldMk cId="421622308" sldId="366"/>
            <ac:spMk id="2" creationId="{E6AC7D00-8FA8-8E6A-F822-4F5436216ACD}"/>
          </ac:spMkLst>
        </pc:spChg>
        <pc:inkChg chg="add">
          <ac:chgData name="Toby Donaldson" userId="2e6e5431-bb17-4c41-9985-d39c50d83c73" providerId="ADAL" clId="{F31BC264-820E-54C4-A6D1-F92AF9CC222E}" dt="2026-02-27T18:04:11.973" v="695"/>
          <ac:inkMkLst>
            <pc:docMk/>
            <pc:sldMk cId="421622308" sldId="366"/>
            <ac:inkMk id="8" creationId="{7AF99103-CC09-66BF-A9FF-68C5B385DC80}"/>
          </ac:inkMkLst>
        </pc:inkChg>
      </pc:sldChg>
      <pc:sldChg chg="addSp modSp mod">
        <pc:chgData name="Toby Donaldson" userId="2e6e5431-bb17-4c41-9985-d39c50d83c73" providerId="ADAL" clId="{F31BC264-820E-54C4-A6D1-F92AF9CC222E}" dt="2026-02-27T18:04:11.973" v="695"/>
        <pc:sldMkLst>
          <pc:docMk/>
          <pc:sldMk cId="1753056197" sldId="367"/>
        </pc:sldMkLst>
        <pc:spChg chg="mod">
          <ac:chgData name="Toby Donaldson" userId="2e6e5431-bb17-4c41-9985-d39c50d83c73" providerId="ADAL" clId="{F31BC264-820E-54C4-A6D1-F92AF9CC222E}" dt="2026-02-16T07:50:04.209" v="584" actId="20577"/>
          <ac:spMkLst>
            <pc:docMk/>
            <pc:sldMk cId="1753056197" sldId="367"/>
            <ac:spMk id="2" creationId="{0802DE20-4740-E599-D8A9-90E09B216072}"/>
          </ac:spMkLst>
        </pc:spChg>
        <pc:spChg chg="mod">
          <ac:chgData name="Toby Donaldson" userId="2e6e5431-bb17-4c41-9985-d39c50d83c73" providerId="ADAL" clId="{F31BC264-820E-54C4-A6D1-F92AF9CC222E}" dt="2026-02-16T07:51:06.870" v="610" actId="20577"/>
          <ac:spMkLst>
            <pc:docMk/>
            <pc:sldMk cId="1753056197" sldId="367"/>
            <ac:spMk id="5" creationId="{74500349-6A04-0D1E-FD63-9FD1660106DF}"/>
          </ac:spMkLst>
        </pc:spChg>
        <pc:inkChg chg="add">
          <ac:chgData name="Toby Donaldson" userId="2e6e5431-bb17-4c41-9985-d39c50d83c73" providerId="ADAL" clId="{F31BC264-820E-54C4-A6D1-F92AF9CC222E}" dt="2026-02-27T18:04:11.973" v="695"/>
          <ac:inkMkLst>
            <pc:docMk/>
            <pc:sldMk cId="1753056197" sldId="367"/>
            <ac:inkMk id="7" creationId="{20191589-4DBF-AE41-8ED3-A08A51B0EF28}"/>
          </ac:inkMkLst>
        </pc:inkChg>
      </pc:sldChg>
      <pc:sldChg chg="modSp mod">
        <pc:chgData name="Toby Donaldson" userId="2e6e5431-bb17-4c41-9985-d39c50d83c73" providerId="ADAL" clId="{F31BC264-820E-54C4-A6D1-F92AF9CC222E}" dt="2026-02-27T18:04:15.536" v="697" actId="20577"/>
        <pc:sldMkLst>
          <pc:docMk/>
          <pc:sldMk cId="231730313" sldId="368"/>
        </pc:sldMkLst>
        <pc:spChg chg="mod">
          <ac:chgData name="Toby Donaldson" userId="2e6e5431-bb17-4c41-9985-d39c50d83c73" providerId="ADAL" clId="{F31BC264-820E-54C4-A6D1-F92AF9CC222E}" dt="2026-02-16T07:51:48.402" v="624" actId="20577"/>
          <ac:spMkLst>
            <pc:docMk/>
            <pc:sldMk cId="231730313" sldId="368"/>
            <ac:spMk id="2" creationId="{850C2437-B506-EEDF-8039-3D041AFBF699}"/>
          </ac:spMkLst>
        </pc:spChg>
        <pc:spChg chg="mod">
          <ac:chgData name="Toby Donaldson" userId="2e6e5431-bb17-4c41-9985-d39c50d83c73" providerId="ADAL" clId="{F31BC264-820E-54C4-A6D1-F92AF9CC222E}" dt="2026-02-27T18:04:15.536" v="697" actId="20577"/>
          <ac:spMkLst>
            <pc:docMk/>
            <pc:sldMk cId="231730313" sldId="368"/>
            <ac:spMk id="5" creationId="{D43E71ED-3E6E-4891-EC34-E9120BA46C87}"/>
          </ac:spMkLst>
        </pc:spChg>
      </pc:sldChg>
      <pc:sldChg chg="addSp delSp modSp mod">
        <pc:chgData name="Toby Donaldson" userId="2e6e5431-bb17-4c41-9985-d39c50d83c73" providerId="ADAL" clId="{F31BC264-820E-54C4-A6D1-F92AF9CC222E}" dt="2026-02-16T07:30:27.369" v="134"/>
        <pc:sldMkLst>
          <pc:docMk/>
          <pc:sldMk cId="2110725605" sldId="370"/>
        </pc:sldMkLst>
        <pc:spChg chg="add mod">
          <ac:chgData name="Toby Donaldson" userId="2e6e5431-bb17-4c41-9985-d39c50d83c73" providerId="ADAL" clId="{F31BC264-820E-54C4-A6D1-F92AF9CC222E}" dt="2026-02-16T07:30:27.369" v="134"/>
          <ac:spMkLst>
            <pc:docMk/>
            <pc:sldMk cId="2110725605" sldId="370"/>
            <ac:spMk id="3" creationId="{E7894CFE-31A3-CE1A-6C7B-865BC0C865B4}"/>
          </ac:spMkLst>
        </pc:spChg>
      </pc:sldChg>
      <pc:sldChg chg="modSp mod">
        <pc:chgData name="Toby Donaldson" userId="2e6e5431-bb17-4c41-9985-d39c50d83c73" providerId="ADAL" clId="{F31BC264-820E-54C4-A6D1-F92AF9CC222E}" dt="2026-02-16T07:52:01.262" v="625" actId="20577"/>
        <pc:sldMkLst>
          <pc:docMk/>
          <pc:sldMk cId="1183669396" sldId="371"/>
        </pc:sldMkLst>
        <pc:spChg chg="mod">
          <ac:chgData name="Toby Donaldson" userId="2e6e5431-bb17-4c41-9985-d39c50d83c73" providerId="ADAL" clId="{F31BC264-820E-54C4-A6D1-F92AF9CC222E}" dt="2026-02-16T07:51:40.528" v="617" actId="20577"/>
          <ac:spMkLst>
            <pc:docMk/>
            <pc:sldMk cId="1183669396" sldId="371"/>
            <ac:spMk id="2" creationId="{DD006AC6-C208-FA92-7F61-FEDC4D4C3D7A}"/>
          </ac:spMkLst>
        </pc:spChg>
        <pc:spChg chg="mod">
          <ac:chgData name="Toby Donaldson" userId="2e6e5431-bb17-4c41-9985-d39c50d83c73" providerId="ADAL" clId="{F31BC264-820E-54C4-A6D1-F92AF9CC222E}" dt="2026-02-16T07:52:01.262" v="625" actId="20577"/>
          <ac:spMkLst>
            <pc:docMk/>
            <pc:sldMk cId="1183669396" sldId="371"/>
            <ac:spMk id="7" creationId="{F616990B-4AF3-DD0B-9C3A-C6E4BF6C45FA}"/>
          </ac:spMkLst>
        </pc:spChg>
      </pc:sldChg>
      <pc:sldChg chg="modSp new mod">
        <pc:chgData name="Toby Donaldson" userId="2e6e5431-bb17-4c41-9985-d39c50d83c73" providerId="ADAL" clId="{F31BC264-820E-54C4-A6D1-F92AF9CC222E}" dt="2026-02-16T06:14:27.070" v="79" actId="20577"/>
        <pc:sldMkLst>
          <pc:docMk/>
          <pc:sldMk cId="3054231408" sldId="372"/>
        </pc:sldMkLst>
        <pc:spChg chg="mod">
          <ac:chgData name="Toby Donaldson" userId="2e6e5431-bb17-4c41-9985-d39c50d83c73" providerId="ADAL" clId="{F31BC264-820E-54C4-A6D1-F92AF9CC222E}" dt="2026-02-16T06:14:15.191" v="25" actId="20577"/>
          <ac:spMkLst>
            <pc:docMk/>
            <pc:sldMk cId="3054231408" sldId="372"/>
            <ac:spMk id="2" creationId="{F241944C-5F21-8941-C892-90BC95AE079F}"/>
          </ac:spMkLst>
        </pc:spChg>
        <pc:spChg chg="mod">
          <ac:chgData name="Toby Donaldson" userId="2e6e5431-bb17-4c41-9985-d39c50d83c73" providerId="ADAL" clId="{F31BC264-820E-54C4-A6D1-F92AF9CC222E}" dt="2026-02-16T06:14:27.070" v="79" actId="20577"/>
          <ac:spMkLst>
            <pc:docMk/>
            <pc:sldMk cId="3054231408" sldId="372"/>
            <ac:spMk id="3" creationId="{636BB7AF-536E-960D-5DBF-B13DCDB5AE38}"/>
          </ac:spMkLst>
        </pc:spChg>
      </pc:sldChg>
      <pc:sldChg chg="addSp delSp add mod">
        <pc:chgData name="Toby Donaldson" userId="2e6e5431-bb17-4c41-9985-d39c50d83c73" providerId="ADAL" clId="{F31BC264-820E-54C4-A6D1-F92AF9CC222E}" dt="2026-02-25T18:02:43.865" v="656"/>
        <pc:sldMkLst>
          <pc:docMk/>
          <pc:sldMk cId="1195124904" sldId="373"/>
        </pc:sldMkLst>
        <pc:inkChg chg="add">
          <ac:chgData name="Toby Donaldson" userId="2e6e5431-bb17-4c41-9985-d39c50d83c73" providerId="ADAL" clId="{F31BC264-820E-54C4-A6D1-F92AF9CC222E}" dt="2026-02-25T18:02:43.865" v="656"/>
          <ac:inkMkLst>
            <pc:docMk/>
            <pc:sldMk cId="1195124904" sldId="373"/>
            <ac:inkMk id="3" creationId="{53AD7BEA-39BD-FD68-0C3D-F5C88CDFE43F}"/>
          </ac:inkMkLst>
        </pc:inkChg>
      </pc:sldChg>
      <pc:sldChg chg="modSp add mod">
        <pc:chgData name="Toby Donaldson" userId="2e6e5431-bb17-4c41-9985-d39c50d83c73" providerId="ADAL" clId="{F31BC264-820E-54C4-A6D1-F92AF9CC222E}" dt="2026-02-16T07:39:45.051" v="213" actId="20577"/>
        <pc:sldMkLst>
          <pc:docMk/>
          <pc:sldMk cId="424805642" sldId="374"/>
        </pc:sldMkLst>
        <pc:spChg chg="mod">
          <ac:chgData name="Toby Donaldson" userId="2e6e5431-bb17-4c41-9985-d39c50d83c73" providerId="ADAL" clId="{F31BC264-820E-54C4-A6D1-F92AF9CC222E}" dt="2026-02-16T07:36:13.472" v="160" actId="313"/>
          <ac:spMkLst>
            <pc:docMk/>
            <pc:sldMk cId="424805642" sldId="374"/>
            <ac:spMk id="7" creationId="{B6CD8394-EAD2-8EA2-FF7B-42630ECF5EED}"/>
          </ac:spMkLst>
        </pc:spChg>
        <pc:spChg chg="mod">
          <ac:chgData name="Toby Donaldson" userId="2e6e5431-bb17-4c41-9985-d39c50d83c73" providerId="ADAL" clId="{F31BC264-820E-54C4-A6D1-F92AF9CC222E}" dt="2026-02-16T07:39:45.051" v="213" actId="20577"/>
          <ac:spMkLst>
            <pc:docMk/>
            <pc:sldMk cId="424805642" sldId="374"/>
            <ac:spMk id="10" creationId="{6C1274C2-042A-5FD0-9CAD-BFEC52E80E30}"/>
          </ac:spMkLst>
        </pc:spChg>
      </pc:sldChg>
      <pc:sldChg chg="addSp delSp modSp add mod ord">
        <pc:chgData name="Toby Donaldson" userId="2e6e5431-bb17-4c41-9985-d39c50d83c73" providerId="ADAL" clId="{F31BC264-820E-54C4-A6D1-F92AF9CC222E}" dt="2026-02-16T07:42:58.172" v="430" actId="1076"/>
        <pc:sldMkLst>
          <pc:docMk/>
          <pc:sldMk cId="639353894" sldId="375"/>
        </pc:sldMkLst>
        <pc:spChg chg="add mod">
          <ac:chgData name="Toby Donaldson" userId="2e6e5431-bb17-4c41-9985-d39c50d83c73" providerId="ADAL" clId="{F31BC264-820E-54C4-A6D1-F92AF9CC222E}" dt="2026-02-16T07:42:58.172" v="430" actId="1076"/>
          <ac:spMkLst>
            <pc:docMk/>
            <pc:sldMk cId="639353894" sldId="375"/>
            <ac:spMk id="3" creationId="{81C78C06-CDC5-C135-D51A-3861BF414DFC}"/>
          </ac:spMkLst>
        </pc:spChg>
      </pc:sldChg>
      <pc:sldChg chg="add">
        <pc:chgData name="Toby Donaldson" userId="2e6e5431-bb17-4c41-9985-d39c50d83c73" providerId="ADAL" clId="{F31BC264-820E-54C4-A6D1-F92AF9CC222E}" dt="2026-02-16T07:45:07.787" v="444" actId="2890"/>
        <pc:sldMkLst>
          <pc:docMk/>
          <pc:sldMk cId="1153658592" sldId="376"/>
        </pc:sldMkLst>
      </pc:sldChg>
      <pc:sldChg chg="modSp add mod">
        <pc:chgData name="Toby Donaldson" userId="2e6e5431-bb17-4c41-9985-d39c50d83c73" providerId="ADAL" clId="{F31BC264-820E-54C4-A6D1-F92AF9CC222E}" dt="2026-02-16T07:47:54.672" v="560" actId="20577"/>
        <pc:sldMkLst>
          <pc:docMk/>
          <pc:sldMk cId="3485724722" sldId="377"/>
        </pc:sldMkLst>
        <pc:spChg chg="mod">
          <ac:chgData name="Toby Donaldson" userId="2e6e5431-bb17-4c41-9985-d39c50d83c73" providerId="ADAL" clId="{F31BC264-820E-54C4-A6D1-F92AF9CC222E}" dt="2026-02-16T07:47:33.641" v="546" actId="5793"/>
          <ac:spMkLst>
            <pc:docMk/>
            <pc:sldMk cId="3485724722" sldId="377"/>
            <ac:spMk id="5" creationId="{F889AB87-3121-23F0-0463-F8C1A29D8FBE}"/>
          </ac:spMkLst>
        </pc:spChg>
        <pc:spChg chg="mod">
          <ac:chgData name="Toby Donaldson" userId="2e6e5431-bb17-4c41-9985-d39c50d83c73" providerId="ADAL" clId="{F31BC264-820E-54C4-A6D1-F92AF9CC222E}" dt="2026-02-16T07:47:54.672" v="560" actId="20577"/>
          <ac:spMkLst>
            <pc:docMk/>
            <pc:sldMk cId="3485724722" sldId="377"/>
            <ac:spMk id="7" creationId="{9E41D3AD-C0F4-2F7F-6180-2B2B74CA452B}"/>
          </ac:spMkLst>
        </pc:spChg>
      </pc:sldChg>
      <pc:sldChg chg="modSp add mod">
        <pc:chgData name="Toby Donaldson" userId="2e6e5431-bb17-4c41-9985-d39c50d83c73" providerId="ADAL" clId="{F31BC264-820E-54C4-A6D1-F92AF9CC222E}" dt="2026-02-27T17:17:24.530" v="685" actId="20577"/>
        <pc:sldMkLst>
          <pc:docMk/>
          <pc:sldMk cId="412921335" sldId="378"/>
        </pc:sldMkLst>
        <pc:spChg chg="mod">
          <ac:chgData name="Toby Donaldson" userId="2e6e5431-bb17-4c41-9985-d39c50d83c73" providerId="ADAL" clId="{F31BC264-820E-54C4-A6D1-F92AF9CC222E}" dt="2026-02-27T17:17:24.530" v="685" actId="20577"/>
          <ac:spMkLst>
            <pc:docMk/>
            <pc:sldMk cId="412921335" sldId="378"/>
            <ac:spMk id="5" creationId="{4F773B17-212E-B453-2887-9DA356577476}"/>
          </ac:spMkLst>
        </pc:spChg>
      </pc:sldChg>
      <pc:sldChg chg="modSp mod ord">
        <pc:chgData name="Toby Donaldson" userId="2e6e5431-bb17-4c41-9985-d39c50d83c73" providerId="ADAL" clId="{F31BC264-820E-54C4-A6D1-F92AF9CC222E}" dt="2026-02-25T17:11:02.835" v="636" actId="20577"/>
        <pc:sldMkLst>
          <pc:docMk/>
          <pc:sldMk cId="2732305658" sldId="383"/>
        </pc:sldMkLst>
        <pc:spChg chg="mod">
          <ac:chgData name="Toby Donaldson" userId="2e6e5431-bb17-4c41-9985-d39c50d83c73" providerId="ADAL" clId="{F31BC264-820E-54C4-A6D1-F92AF9CC222E}" dt="2026-02-25T17:11:02.835" v="636" actId="20577"/>
          <ac:spMkLst>
            <pc:docMk/>
            <pc:sldMk cId="2732305658" sldId="383"/>
            <ac:spMk id="3" creationId="{6E790511-AADC-B824-D395-5F01300CEBC4}"/>
          </ac:spMkLst>
        </pc:spChg>
      </pc:sldChg>
      <pc:sldChg chg="modSp add mod">
        <pc:chgData name="Toby Donaldson" userId="2e6e5431-bb17-4c41-9985-d39c50d83c73" providerId="ADAL" clId="{F31BC264-820E-54C4-A6D1-F92AF9CC222E}" dt="2026-02-25T17:11:17.087" v="638" actId="20577"/>
        <pc:sldMkLst>
          <pc:docMk/>
          <pc:sldMk cId="1200871622" sldId="387"/>
        </pc:sldMkLst>
        <pc:spChg chg="mod">
          <ac:chgData name="Toby Donaldson" userId="2e6e5431-bb17-4c41-9985-d39c50d83c73" providerId="ADAL" clId="{F31BC264-820E-54C4-A6D1-F92AF9CC222E}" dt="2026-02-25T17:11:17.087" v="638" actId="20577"/>
          <ac:spMkLst>
            <pc:docMk/>
            <pc:sldMk cId="1200871622" sldId="387"/>
            <ac:spMk id="3" creationId="{5C7BC801-8588-E5C7-E261-82E51635CF9F}"/>
          </ac:spMkLst>
        </pc:spChg>
      </pc:sldChg>
      <pc:sldChg chg="add">
        <pc:chgData name="Toby Donaldson" userId="2e6e5431-bb17-4c41-9985-d39c50d83c73" providerId="ADAL" clId="{F31BC264-820E-54C4-A6D1-F92AF9CC222E}" dt="2026-02-25T17:10:54.164" v="633" actId="2890"/>
        <pc:sldMkLst>
          <pc:docMk/>
          <pc:sldMk cId="3664228075" sldId="388"/>
        </pc:sldMkLst>
      </pc:sldChg>
      <pc:sldChg chg="add">
        <pc:chgData name="Toby Donaldson" userId="2e6e5431-bb17-4c41-9985-d39c50d83c73" providerId="ADAL" clId="{F31BC264-820E-54C4-A6D1-F92AF9CC222E}" dt="2026-02-25T17:11:08.345" v="637" actId="2890"/>
        <pc:sldMkLst>
          <pc:docMk/>
          <pc:sldMk cId="4031228436" sldId="389"/>
        </pc:sldMkLst>
      </pc:sldChg>
      <pc:sldChg chg="modSp add mod ord">
        <pc:chgData name="Toby Donaldson" userId="2e6e5431-bb17-4c41-9985-d39c50d83c73" providerId="ADAL" clId="{F31BC264-820E-54C4-A6D1-F92AF9CC222E}" dt="2026-02-25T17:11:42.326" v="641" actId="20577"/>
        <pc:sldMkLst>
          <pc:docMk/>
          <pc:sldMk cId="2175969702" sldId="390"/>
        </pc:sldMkLst>
        <pc:spChg chg="mod">
          <ac:chgData name="Toby Donaldson" userId="2e6e5431-bb17-4c41-9985-d39c50d83c73" providerId="ADAL" clId="{F31BC264-820E-54C4-A6D1-F92AF9CC222E}" dt="2026-02-25T17:11:42.326" v="641" actId="20577"/>
          <ac:spMkLst>
            <pc:docMk/>
            <pc:sldMk cId="2175969702" sldId="390"/>
            <ac:spMk id="3" creationId="{E8CD5CB8-065F-B89E-16F1-0C96CB07FB04}"/>
          </ac:spMkLst>
        </pc:spChg>
      </pc:sldChg>
      <pc:sldChg chg="addSp add">
        <pc:chgData name="Toby Donaldson" userId="2e6e5431-bb17-4c41-9985-d39c50d83c73" providerId="ADAL" clId="{F31BC264-820E-54C4-A6D1-F92AF9CC222E}" dt="2026-02-25T18:02:43.865" v="656"/>
        <pc:sldMkLst>
          <pc:docMk/>
          <pc:sldMk cId="2735801103" sldId="391"/>
        </pc:sldMkLst>
        <pc:inkChg chg="add">
          <ac:chgData name="Toby Donaldson" userId="2e6e5431-bb17-4c41-9985-d39c50d83c73" providerId="ADAL" clId="{F31BC264-820E-54C4-A6D1-F92AF9CC222E}" dt="2026-02-25T18:02:43.865" v="656"/>
          <ac:inkMkLst>
            <pc:docMk/>
            <pc:sldMk cId="2735801103" sldId="391"/>
            <ac:inkMk id="19" creationId="{0A153EAF-0773-CA4E-4BCF-023828480871}"/>
          </ac:inkMkLst>
        </pc:inkChg>
      </pc:sldChg>
      <pc:sldChg chg="addSp delSp modSp new mod">
        <pc:chgData name="Toby Donaldson" userId="2e6e5431-bb17-4c41-9985-d39c50d83c73" providerId="ADAL" clId="{F31BC264-820E-54C4-A6D1-F92AF9CC222E}" dt="2026-02-27T17:15:39.927" v="665" actId="1076"/>
        <pc:sldMkLst>
          <pc:docMk/>
          <pc:sldMk cId="2297702303" sldId="392"/>
        </pc:sldMkLst>
        <pc:spChg chg="del">
          <ac:chgData name="Toby Donaldson" userId="2e6e5431-bb17-4c41-9985-d39c50d83c73" providerId="ADAL" clId="{F31BC264-820E-54C4-A6D1-F92AF9CC222E}" dt="2026-02-27T17:15:27.229" v="660" actId="21"/>
          <ac:spMkLst>
            <pc:docMk/>
            <pc:sldMk cId="2297702303" sldId="392"/>
            <ac:spMk id="2" creationId="{B19E3F77-046F-8838-29F6-E018A3888A91}"/>
          </ac:spMkLst>
        </pc:spChg>
        <pc:spChg chg="del">
          <ac:chgData name="Toby Donaldson" userId="2e6e5431-bb17-4c41-9985-d39c50d83c73" providerId="ADAL" clId="{F31BC264-820E-54C4-A6D1-F92AF9CC222E}" dt="2026-02-27T17:15:29.845" v="661" actId="21"/>
          <ac:spMkLst>
            <pc:docMk/>
            <pc:sldMk cId="2297702303" sldId="392"/>
            <ac:spMk id="3" creationId="{B7EFB066-41AD-8FD5-3D49-C8E57910FA38}"/>
          </ac:spMkLst>
        </pc:spChg>
        <pc:picChg chg="add mod">
          <ac:chgData name="Toby Donaldson" userId="2e6e5431-bb17-4c41-9985-d39c50d83c73" providerId="ADAL" clId="{F31BC264-820E-54C4-A6D1-F92AF9CC222E}" dt="2026-02-27T17:15:39.927" v="665" actId="1076"/>
          <ac:picMkLst>
            <pc:docMk/>
            <pc:sldMk cId="2297702303" sldId="392"/>
            <ac:picMk id="5" creationId="{804C057D-16DC-C4C8-9D61-EC4BC2B9A984}"/>
          </ac:picMkLst>
        </pc:picChg>
      </pc:sldChg>
    </pc:docChg>
  </pc:docChgLst>
  <pc:docChgLst>
    <pc:chgData name="Toby Donaldson" userId="2e6e5431-bb17-4c41-9985-d39c50d83c73" providerId="ADAL" clId="{7F9681A8-EEE2-56F4-9B39-ECCBEE0471AC}"/>
    <pc:docChg chg="undo custSel addSld delSld modSld sldOrd modSection">
      <pc:chgData name="Toby Donaldson" userId="2e6e5431-bb17-4c41-9985-d39c50d83c73" providerId="ADAL" clId="{7F9681A8-EEE2-56F4-9B39-ECCBEE0471AC}" dt="2026-02-25T00:17:03.373" v="1265"/>
      <pc:docMkLst>
        <pc:docMk/>
      </pc:docMkLst>
      <pc:sldChg chg="modSp mod">
        <pc:chgData name="Toby Donaldson" userId="2e6e5431-bb17-4c41-9985-d39c50d83c73" providerId="ADAL" clId="{7F9681A8-EEE2-56F4-9B39-ECCBEE0471AC}" dt="2026-02-24T23:48:28.001" v="1112" actId="20577"/>
        <pc:sldMkLst>
          <pc:docMk/>
          <pc:sldMk cId="2152713045" sldId="308"/>
        </pc:sldMkLst>
        <pc:spChg chg="mod">
          <ac:chgData name="Toby Donaldson" userId="2e6e5431-bb17-4c41-9985-d39c50d83c73" providerId="ADAL" clId="{7F9681A8-EEE2-56F4-9B39-ECCBEE0471AC}" dt="2026-02-24T23:48:28.001" v="1112" actId="20577"/>
          <ac:spMkLst>
            <pc:docMk/>
            <pc:sldMk cId="2152713045" sldId="308"/>
            <ac:spMk id="7" creationId="{091FF1DC-4246-518A-8136-BC562D2907A8}"/>
          </ac:spMkLst>
        </pc:spChg>
      </pc:sldChg>
      <pc:sldChg chg="modSp mod">
        <pc:chgData name="Toby Donaldson" userId="2e6e5431-bb17-4c41-9985-d39c50d83c73" providerId="ADAL" clId="{7F9681A8-EEE2-56F4-9B39-ECCBEE0471AC}" dt="2026-02-24T23:49:53.648" v="1230" actId="1076"/>
        <pc:sldMkLst>
          <pc:docMk/>
          <pc:sldMk cId="1280064537" sldId="309"/>
        </pc:sldMkLst>
        <pc:spChg chg="mod">
          <ac:chgData name="Toby Donaldson" userId="2e6e5431-bb17-4c41-9985-d39c50d83c73" providerId="ADAL" clId="{7F9681A8-EEE2-56F4-9B39-ECCBEE0471AC}" dt="2026-02-24T23:49:53.648" v="1230" actId="1076"/>
          <ac:spMkLst>
            <pc:docMk/>
            <pc:sldMk cId="1280064537" sldId="309"/>
            <ac:spMk id="7" creationId="{0DE37E92-F3B7-37BD-FA88-1E0ED65BEC0C}"/>
          </ac:spMkLst>
        </pc:spChg>
      </pc:sldChg>
      <pc:sldChg chg="addSp delSp modSp mod">
        <pc:chgData name="Toby Donaldson" userId="2e6e5431-bb17-4c41-9985-d39c50d83c73" providerId="ADAL" clId="{7F9681A8-EEE2-56F4-9B39-ECCBEE0471AC}" dt="2026-02-24T23:50:02.875" v="1232"/>
        <pc:sldMkLst>
          <pc:docMk/>
          <pc:sldMk cId="2808343893" sldId="310"/>
        </pc:sldMkLst>
      </pc:sldChg>
      <pc:sldChg chg="modSp mod">
        <pc:chgData name="Toby Donaldson" userId="2e6e5431-bb17-4c41-9985-d39c50d83c73" providerId="ADAL" clId="{7F9681A8-EEE2-56F4-9B39-ECCBEE0471AC}" dt="2026-02-24T23:50:23.999" v="1233" actId="1076"/>
        <pc:sldMkLst>
          <pc:docMk/>
          <pc:sldMk cId="1178667518" sldId="311"/>
        </pc:sldMkLst>
        <pc:spChg chg="mod">
          <ac:chgData name="Toby Donaldson" userId="2e6e5431-bb17-4c41-9985-d39c50d83c73" providerId="ADAL" clId="{7F9681A8-EEE2-56F4-9B39-ECCBEE0471AC}" dt="2026-02-24T23:50:23.999" v="1233" actId="1076"/>
          <ac:spMkLst>
            <pc:docMk/>
            <pc:sldMk cId="1178667518" sldId="311"/>
            <ac:spMk id="7" creationId="{112E5B17-BA4C-5026-B057-CBA5D95EBEA1}"/>
          </ac:spMkLst>
        </pc:spChg>
      </pc:sldChg>
      <pc:sldChg chg="addSp modSp mod">
        <pc:chgData name="Toby Donaldson" userId="2e6e5431-bb17-4c41-9985-d39c50d83c73" providerId="ADAL" clId="{7F9681A8-EEE2-56F4-9B39-ECCBEE0471AC}" dt="2026-02-25T00:16:48.883" v="1262" actId="1076"/>
        <pc:sldMkLst>
          <pc:docMk/>
          <pc:sldMk cId="3679495432" sldId="313"/>
        </pc:sldMkLst>
        <pc:picChg chg="add mod">
          <ac:chgData name="Toby Donaldson" userId="2e6e5431-bb17-4c41-9985-d39c50d83c73" providerId="ADAL" clId="{7F9681A8-EEE2-56F4-9B39-ECCBEE0471AC}" dt="2026-02-25T00:16:48.883" v="1262" actId="1076"/>
          <ac:picMkLst>
            <pc:docMk/>
            <pc:sldMk cId="3679495432" sldId="313"/>
            <ac:picMk id="3" creationId="{DEA813A2-DF77-B5ED-3924-6389AF8F63CA}"/>
          </ac:picMkLst>
        </pc:picChg>
      </pc:sldChg>
      <pc:sldChg chg="addSp modSp">
        <pc:chgData name="Toby Donaldson" userId="2e6e5431-bb17-4c41-9985-d39c50d83c73" providerId="ADAL" clId="{7F9681A8-EEE2-56F4-9B39-ECCBEE0471AC}" dt="2026-02-25T00:16:54.198" v="1263"/>
        <pc:sldMkLst>
          <pc:docMk/>
          <pc:sldMk cId="3919650652" sldId="314"/>
        </pc:sldMkLst>
        <pc:picChg chg="add mod">
          <ac:chgData name="Toby Donaldson" userId="2e6e5431-bb17-4c41-9985-d39c50d83c73" providerId="ADAL" clId="{7F9681A8-EEE2-56F4-9B39-ECCBEE0471AC}" dt="2026-02-25T00:16:54.198" v="1263"/>
          <ac:picMkLst>
            <pc:docMk/>
            <pc:sldMk cId="3919650652" sldId="314"/>
            <ac:picMk id="3" creationId="{D60E2122-34EB-65E8-A6CC-88337044A6B1}"/>
          </ac:picMkLst>
        </pc:picChg>
      </pc:sldChg>
      <pc:sldChg chg="addSp modSp">
        <pc:chgData name="Toby Donaldson" userId="2e6e5431-bb17-4c41-9985-d39c50d83c73" providerId="ADAL" clId="{7F9681A8-EEE2-56F4-9B39-ECCBEE0471AC}" dt="2026-02-25T00:16:59.711" v="1264"/>
        <pc:sldMkLst>
          <pc:docMk/>
          <pc:sldMk cId="1760039024" sldId="315"/>
        </pc:sldMkLst>
        <pc:picChg chg="add mod">
          <ac:chgData name="Toby Donaldson" userId="2e6e5431-bb17-4c41-9985-d39c50d83c73" providerId="ADAL" clId="{7F9681A8-EEE2-56F4-9B39-ECCBEE0471AC}" dt="2026-02-25T00:16:59.711" v="1264"/>
          <ac:picMkLst>
            <pc:docMk/>
            <pc:sldMk cId="1760039024" sldId="315"/>
            <ac:picMk id="3" creationId="{03A06E90-5E0B-1147-DF21-3C3365C5F673}"/>
          </ac:picMkLst>
        </pc:picChg>
      </pc:sldChg>
      <pc:sldChg chg="addSp modSp">
        <pc:chgData name="Toby Donaldson" userId="2e6e5431-bb17-4c41-9985-d39c50d83c73" providerId="ADAL" clId="{7F9681A8-EEE2-56F4-9B39-ECCBEE0471AC}" dt="2026-02-25T00:17:03.373" v="1265"/>
        <pc:sldMkLst>
          <pc:docMk/>
          <pc:sldMk cId="3344777113" sldId="316"/>
        </pc:sldMkLst>
        <pc:picChg chg="add mod">
          <ac:chgData name="Toby Donaldson" userId="2e6e5431-bb17-4c41-9985-d39c50d83c73" providerId="ADAL" clId="{7F9681A8-EEE2-56F4-9B39-ECCBEE0471AC}" dt="2026-02-25T00:17:03.373" v="1265"/>
          <ac:picMkLst>
            <pc:docMk/>
            <pc:sldMk cId="3344777113" sldId="316"/>
            <ac:picMk id="6" creationId="{E572D20D-DE4C-1A44-2C8B-A8C196E49445}"/>
          </ac:picMkLst>
        </pc:picChg>
      </pc:sldChg>
      <pc:sldChg chg="addSp delSp modSp mod">
        <pc:chgData name="Toby Donaldson" userId="2e6e5431-bb17-4c41-9985-d39c50d83c73" providerId="ADAL" clId="{7F9681A8-EEE2-56F4-9B39-ECCBEE0471AC}" dt="2026-02-24T23:51:54.756" v="1259"/>
        <pc:sldMkLst>
          <pc:docMk/>
          <pc:sldMk cId="2217005126" sldId="317"/>
        </pc:sldMkLst>
        <pc:spChg chg="mod">
          <ac:chgData name="Toby Donaldson" userId="2e6e5431-bb17-4c41-9985-d39c50d83c73" providerId="ADAL" clId="{7F9681A8-EEE2-56F4-9B39-ECCBEE0471AC}" dt="2026-02-24T23:51:40.751" v="1256" actId="14100"/>
          <ac:spMkLst>
            <pc:docMk/>
            <pc:sldMk cId="2217005126" sldId="317"/>
            <ac:spMk id="3" creationId="{0E8CE8ED-02FE-697A-96F6-1A9A53DFA619}"/>
          </ac:spMkLst>
        </pc:spChg>
        <pc:spChg chg="mod">
          <ac:chgData name="Toby Donaldson" userId="2e6e5431-bb17-4c41-9985-d39c50d83c73" providerId="ADAL" clId="{7F9681A8-EEE2-56F4-9B39-ECCBEE0471AC}" dt="2026-02-24T23:51:54.756" v="1259"/>
          <ac:spMkLst>
            <pc:docMk/>
            <pc:sldMk cId="2217005126" sldId="317"/>
            <ac:spMk id="6" creationId="{7C87726D-0277-5095-0691-5C32A652DD5C}"/>
          </ac:spMkLst>
        </pc:spChg>
        <pc:spChg chg="mod">
          <ac:chgData name="Toby Donaldson" userId="2e6e5431-bb17-4c41-9985-d39c50d83c73" providerId="ADAL" clId="{7F9681A8-EEE2-56F4-9B39-ECCBEE0471AC}" dt="2026-02-22T21:54:12.125" v="455" actId="20577"/>
          <ac:spMkLst>
            <pc:docMk/>
            <pc:sldMk cId="2217005126" sldId="317"/>
            <ac:spMk id="10" creationId="{E7F4B539-4DD0-2F94-C5D1-EC9D32FE3C37}"/>
          </ac:spMkLst>
        </pc:spChg>
        <pc:spChg chg="add mod">
          <ac:chgData name="Toby Donaldson" userId="2e6e5431-bb17-4c41-9985-d39c50d83c73" providerId="ADAL" clId="{7F9681A8-EEE2-56F4-9B39-ECCBEE0471AC}" dt="2026-02-24T23:50:38.739" v="1235"/>
          <ac:spMkLst>
            <pc:docMk/>
            <pc:sldMk cId="2217005126" sldId="317"/>
            <ac:spMk id="14" creationId="{E91A0FA0-FF11-EBF5-787A-4752D00AA48C}"/>
          </ac:spMkLst>
        </pc:spChg>
      </pc:sldChg>
      <pc:sldChg chg="modSp mod">
        <pc:chgData name="Toby Donaldson" userId="2e6e5431-bb17-4c41-9985-d39c50d83c73" providerId="ADAL" clId="{7F9681A8-EEE2-56F4-9B39-ECCBEE0471AC}" dt="2026-02-22T21:56:06.555" v="467" actId="313"/>
        <pc:sldMkLst>
          <pc:docMk/>
          <pc:sldMk cId="3354571621" sldId="326"/>
        </pc:sldMkLst>
        <pc:spChg chg="mod">
          <ac:chgData name="Toby Donaldson" userId="2e6e5431-bb17-4c41-9985-d39c50d83c73" providerId="ADAL" clId="{7F9681A8-EEE2-56F4-9B39-ECCBEE0471AC}" dt="2026-02-22T21:56:06.555" v="467" actId="313"/>
          <ac:spMkLst>
            <pc:docMk/>
            <pc:sldMk cId="3354571621" sldId="326"/>
            <ac:spMk id="9" creationId="{6B9DED66-71DD-8FC9-554B-6438B00D051D}"/>
          </ac:spMkLst>
        </pc:spChg>
      </pc:sldChg>
      <pc:sldChg chg="modSp mod">
        <pc:chgData name="Toby Donaldson" userId="2e6e5431-bb17-4c41-9985-d39c50d83c73" providerId="ADAL" clId="{7F9681A8-EEE2-56F4-9B39-ECCBEE0471AC}" dt="2026-02-22T21:56:02.372" v="463" actId="313"/>
        <pc:sldMkLst>
          <pc:docMk/>
          <pc:sldMk cId="2782017614" sldId="327"/>
        </pc:sldMkLst>
        <pc:spChg chg="mod">
          <ac:chgData name="Toby Donaldson" userId="2e6e5431-bb17-4c41-9985-d39c50d83c73" providerId="ADAL" clId="{7F9681A8-EEE2-56F4-9B39-ECCBEE0471AC}" dt="2026-02-22T21:56:02.372" v="463" actId="313"/>
          <ac:spMkLst>
            <pc:docMk/>
            <pc:sldMk cId="2782017614" sldId="327"/>
            <ac:spMk id="9" creationId="{692CB4F5-4CB1-5EEC-95C9-EA0A1D9C57AD}"/>
          </ac:spMkLst>
        </pc:spChg>
      </pc:sldChg>
      <pc:sldChg chg="modSp mod">
        <pc:chgData name="Toby Donaldson" userId="2e6e5431-bb17-4c41-9985-d39c50d83c73" providerId="ADAL" clId="{7F9681A8-EEE2-56F4-9B39-ECCBEE0471AC}" dt="2026-02-22T21:55:57.047" v="459" actId="313"/>
        <pc:sldMkLst>
          <pc:docMk/>
          <pc:sldMk cId="291094791" sldId="328"/>
        </pc:sldMkLst>
        <pc:spChg chg="mod">
          <ac:chgData name="Toby Donaldson" userId="2e6e5431-bb17-4c41-9985-d39c50d83c73" providerId="ADAL" clId="{7F9681A8-EEE2-56F4-9B39-ECCBEE0471AC}" dt="2026-02-22T21:55:57.047" v="459" actId="313"/>
          <ac:spMkLst>
            <pc:docMk/>
            <pc:sldMk cId="291094791" sldId="328"/>
            <ac:spMk id="9" creationId="{89D05729-CC84-0DEA-EA87-4919481CA92F}"/>
          </ac:spMkLst>
        </pc:spChg>
      </pc:sldChg>
      <pc:sldChg chg="modSp mod">
        <pc:chgData name="Toby Donaldson" userId="2e6e5431-bb17-4c41-9985-d39c50d83c73" providerId="ADAL" clId="{7F9681A8-EEE2-56F4-9B39-ECCBEE0471AC}" dt="2026-02-22T21:56:18.056" v="471" actId="313"/>
        <pc:sldMkLst>
          <pc:docMk/>
          <pc:sldMk cId="727847569" sldId="329"/>
        </pc:sldMkLst>
        <pc:spChg chg="mod">
          <ac:chgData name="Toby Donaldson" userId="2e6e5431-bb17-4c41-9985-d39c50d83c73" providerId="ADAL" clId="{7F9681A8-EEE2-56F4-9B39-ECCBEE0471AC}" dt="2026-02-22T21:56:18.056" v="471" actId="313"/>
          <ac:spMkLst>
            <pc:docMk/>
            <pc:sldMk cId="727847569" sldId="329"/>
            <ac:spMk id="9" creationId="{40EE5F8C-F3CE-2299-9254-A981E2BCAD7D}"/>
          </ac:spMkLst>
        </pc:spChg>
      </pc:sldChg>
      <pc:sldChg chg="modSp mod ord">
        <pc:chgData name="Toby Donaldson" userId="2e6e5431-bb17-4c41-9985-d39c50d83c73" providerId="ADAL" clId="{7F9681A8-EEE2-56F4-9B39-ECCBEE0471AC}" dt="2026-02-22T21:56:56.246" v="476" actId="20578"/>
        <pc:sldMkLst>
          <pc:docMk/>
          <pc:sldMk cId="943254403" sldId="330"/>
        </pc:sldMkLst>
        <pc:spChg chg="mod">
          <ac:chgData name="Toby Donaldson" userId="2e6e5431-bb17-4c41-9985-d39c50d83c73" providerId="ADAL" clId="{7F9681A8-EEE2-56F4-9B39-ECCBEE0471AC}" dt="2026-02-22T21:56:51.889" v="475" actId="20577"/>
          <ac:spMkLst>
            <pc:docMk/>
            <pc:sldMk cId="943254403" sldId="330"/>
            <ac:spMk id="7" creationId="{625F8F35-6907-9A87-317F-0BA911AA4D80}"/>
          </ac:spMkLst>
        </pc:spChg>
      </pc:sldChg>
      <pc:sldChg chg="modSp mod">
        <pc:chgData name="Toby Donaldson" userId="2e6e5431-bb17-4c41-9985-d39c50d83c73" providerId="ADAL" clId="{7F9681A8-EEE2-56F4-9B39-ECCBEE0471AC}" dt="2026-02-22T21:42:08.849" v="323" actId="113"/>
        <pc:sldMkLst>
          <pc:docMk/>
          <pc:sldMk cId="2693912225" sldId="350"/>
        </pc:sldMkLst>
        <pc:spChg chg="mod">
          <ac:chgData name="Toby Donaldson" userId="2e6e5431-bb17-4c41-9985-d39c50d83c73" providerId="ADAL" clId="{7F9681A8-EEE2-56F4-9B39-ECCBEE0471AC}" dt="2026-02-22T21:42:08.849" v="323" actId="113"/>
          <ac:spMkLst>
            <pc:docMk/>
            <pc:sldMk cId="2693912225" sldId="350"/>
            <ac:spMk id="41" creationId="{E5CBE02D-89B2-6D60-189D-FC0E58776964}"/>
          </ac:spMkLst>
        </pc:spChg>
      </pc:sldChg>
      <pc:sldChg chg="modSp mod">
        <pc:chgData name="Toby Donaldson" userId="2e6e5431-bb17-4c41-9985-d39c50d83c73" providerId="ADAL" clId="{7F9681A8-EEE2-56F4-9B39-ECCBEE0471AC}" dt="2026-02-22T22:12:15.077" v="756" actId="20577"/>
        <pc:sldMkLst>
          <pc:docMk/>
          <pc:sldMk cId="554056988" sldId="358"/>
        </pc:sldMkLst>
        <pc:spChg chg="mod">
          <ac:chgData name="Toby Donaldson" userId="2e6e5431-bb17-4c41-9985-d39c50d83c73" providerId="ADAL" clId="{7F9681A8-EEE2-56F4-9B39-ECCBEE0471AC}" dt="2026-02-22T22:12:15.077" v="756" actId="20577"/>
          <ac:spMkLst>
            <pc:docMk/>
            <pc:sldMk cId="554056988" sldId="358"/>
            <ac:spMk id="13" creationId="{2AAFF7AE-6FFF-20F5-E870-C30C5520DC04}"/>
          </ac:spMkLst>
        </pc:spChg>
      </pc:sldChg>
      <pc:sldChg chg="addSp delSp modSp mod">
        <pc:chgData name="Toby Donaldson" userId="2e6e5431-bb17-4c41-9985-d39c50d83c73" providerId="ADAL" clId="{7F9681A8-EEE2-56F4-9B39-ECCBEE0471AC}" dt="2026-02-22T22:12:49.386" v="762" actId="20577"/>
        <pc:sldMkLst>
          <pc:docMk/>
          <pc:sldMk cId="4070484776" sldId="359"/>
        </pc:sldMkLst>
        <pc:spChg chg="mod">
          <ac:chgData name="Toby Donaldson" userId="2e6e5431-bb17-4c41-9985-d39c50d83c73" providerId="ADAL" clId="{7F9681A8-EEE2-56F4-9B39-ECCBEE0471AC}" dt="2026-02-22T22:00:11.017" v="485" actId="20577"/>
          <ac:spMkLst>
            <pc:docMk/>
            <pc:sldMk cId="4070484776" sldId="359"/>
            <ac:spMk id="2" creationId="{AD0EB34F-4A9C-6695-0C13-AF24407D9D68}"/>
          </ac:spMkLst>
        </pc:spChg>
        <pc:spChg chg="add mod">
          <ac:chgData name="Toby Donaldson" userId="2e6e5431-bb17-4c41-9985-d39c50d83c73" providerId="ADAL" clId="{7F9681A8-EEE2-56F4-9B39-ECCBEE0471AC}" dt="2026-02-22T22:12:49.386" v="762" actId="20577"/>
          <ac:spMkLst>
            <pc:docMk/>
            <pc:sldMk cId="4070484776" sldId="359"/>
            <ac:spMk id="3" creationId="{B13230A4-194E-4184-95C5-E1B0EE0134E5}"/>
          </ac:spMkLst>
        </pc:spChg>
      </pc:sldChg>
      <pc:sldChg chg="addSp delSp modSp mod">
        <pc:chgData name="Toby Donaldson" userId="2e6e5431-bb17-4c41-9985-d39c50d83c73" providerId="ADAL" clId="{7F9681A8-EEE2-56F4-9B39-ECCBEE0471AC}" dt="2026-02-22T22:15:49.802" v="861" actId="20577"/>
        <pc:sldMkLst>
          <pc:docMk/>
          <pc:sldMk cId="917755974" sldId="360"/>
        </pc:sldMkLst>
        <pc:spChg chg="add mod">
          <ac:chgData name="Toby Donaldson" userId="2e6e5431-bb17-4c41-9985-d39c50d83c73" providerId="ADAL" clId="{7F9681A8-EEE2-56F4-9B39-ECCBEE0471AC}" dt="2026-02-22T22:14:11.590" v="777"/>
          <ac:spMkLst>
            <pc:docMk/>
            <pc:sldMk cId="917755974" sldId="360"/>
            <ac:spMk id="3" creationId="{4D23ADFF-0DC1-14EF-E28D-7EC46295425D}"/>
          </ac:spMkLst>
        </pc:spChg>
        <pc:spChg chg="mod">
          <ac:chgData name="Toby Donaldson" userId="2e6e5431-bb17-4c41-9985-d39c50d83c73" providerId="ADAL" clId="{7F9681A8-EEE2-56F4-9B39-ECCBEE0471AC}" dt="2026-02-22T22:15:49.802" v="861" actId="20577"/>
          <ac:spMkLst>
            <pc:docMk/>
            <pc:sldMk cId="917755974" sldId="360"/>
            <ac:spMk id="8" creationId="{AAC66A44-560B-8BFA-02DA-5682F9C14FCC}"/>
          </ac:spMkLst>
        </pc:spChg>
      </pc:sldChg>
      <pc:sldChg chg="addSp delSp modSp mod">
        <pc:chgData name="Toby Donaldson" userId="2e6e5431-bb17-4c41-9985-d39c50d83c73" providerId="ADAL" clId="{7F9681A8-EEE2-56F4-9B39-ECCBEE0471AC}" dt="2026-02-22T22:16:21.901" v="868" actId="20577"/>
        <pc:sldMkLst>
          <pc:docMk/>
          <pc:sldMk cId="1138805861" sldId="361"/>
        </pc:sldMkLst>
        <pc:spChg chg="add mod">
          <ac:chgData name="Toby Donaldson" userId="2e6e5431-bb17-4c41-9985-d39c50d83c73" providerId="ADAL" clId="{7F9681A8-EEE2-56F4-9B39-ECCBEE0471AC}" dt="2026-02-22T22:14:13.224" v="778"/>
          <ac:spMkLst>
            <pc:docMk/>
            <pc:sldMk cId="1138805861" sldId="361"/>
            <ac:spMk id="3" creationId="{C6CD40DC-4833-AE46-EB0D-7DA7D0343282}"/>
          </ac:spMkLst>
        </pc:spChg>
        <pc:spChg chg="mod">
          <ac:chgData name="Toby Donaldson" userId="2e6e5431-bb17-4c41-9985-d39c50d83c73" providerId="ADAL" clId="{7F9681A8-EEE2-56F4-9B39-ECCBEE0471AC}" dt="2026-02-22T22:16:21.901" v="868" actId="20577"/>
          <ac:spMkLst>
            <pc:docMk/>
            <pc:sldMk cId="1138805861" sldId="361"/>
            <ac:spMk id="8" creationId="{61006462-9941-5204-4860-72F9C8680662}"/>
          </ac:spMkLst>
        </pc:spChg>
      </pc:sldChg>
      <pc:sldChg chg="addSp delSp modSp mod">
        <pc:chgData name="Toby Donaldson" userId="2e6e5431-bb17-4c41-9985-d39c50d83c73" providerId="ADAL" clId="{7F9681A8-EEE2-56F4-9B39-ECCBEE0471AC}" dt="2026-02-22T22:16:54.104" v="878" actId="1076"/>
        <pc:sldMkLst>
          <pc:docMk/>
          <pc:sldMk cId="1284719906" sldId="362"/>
        </pc:sldMkLst>
        <pc:spChg chg="mod">
          <ac:chgData name="Toby Donaldson" userId="2e6e5431-bb17-4c41-9985-d39c50d83c73" providerId="ADAL" clId="{7F9681A8-EEE2-56F4-9B39-ECCBEE0471AC}" dt="2026-02-22T22:16:50.006" v="877" actId="14100"/>
          <ac:spMkLst>
            <pc:docMk/>
            <pc:sldMk cId="1284719906" sldId="362"/>
            <ac:spMk id="2" creationId="{AE2F2F70-61F3-6D30-823C-4300AB1FE4D1}"/>
          </ac:spMkLst>
        </pc:spChg>
        <pc:spChg chg="add mod">
          <ac:chgData name="Toby Donaldson" userId="2e6e5431-bb17-4c41-9985-d39c50d83c73" providerId="ADAL" clId="{7F9681A8-EEE2-56F4-9B39-ECCBEE0471AC}" dt="2026-02-22T22:14:14.429" v="779"/>
          <ac:spMkLst>
            <pc:docMk/>
            <pc:sldMk cId="1284719906" sldId="362"/>
            <ac:spMk id="3" creationId="{317D8174-328E-9171-0EF9-41B449F86FB5}"/>
          </ac:spMkLst>
        </pc:spChg>
        <pc:spChg chg="mod">
          <ac:chgData name="Toby Donaldson" userId="2e6e5431-bb17-4c41-9985-d39c50d83c73" providerId="ADAL" clId="{7F9681A8-EEE2-56F4-9B39-ECCBEE0471AC}" dt="2026-02-22T22:16:37.155" v="875" actId="20577"/>
          <ac:spMkLst>
            <pc:docMk/>
            <pc:sldMk cId="1284719906" sldId="362"/>
            <ac:spMk id="8" creationId="{93F4B653-A754-C226-69EF-14B44F8FF672}"/>
          </ac:spMkLst>
        </pc:spChg>
        <pc:spChg chg="mod">
          <ac:chgData name="Toby Donaldson" userId="2e6e5431-bb17-4c41-9985-d39c50d83c73" providerId="ADAL" clId="{7F9681A8-EEE2-56F4-9B39-ECCBEE0471AC}" dt="2026-02-22T22:16:54.104" v="878" actId="1076"/>
          <ac:spMkLst>
            <pc:docMk/>
            <pc:sldMk cId="1284719906" sldId="362"/>
            <ac:spMk id="16" creationId="{48AD8FBE-0821-ADF3-3C3E-D20D83F36C86}"/>
          </ac:spMkLst>
        </pc:spChg>
      </pc:sldChg>
      <pc:sldChg chg="addSp delSp modSp mod">
        <pc:chgData name="Toby Donaldson" userId="2e6e5431-bb17-4c41-9985-d39c50d83c73" providerId="ADAL" clId="{7F9681A8-EEE2-56F4-9B39-ECCBEE0471AC}" dt="2026-02-22T22:17:36.926" v="882" actId="207"/>
        <pc:sldMkLst>
          <pc:docMk/>
          <pc:sldMk cId="2449079006" sldId="363"/>
        </pc:sldMkLst>
        <pc:spChg chg="mod">
          <ac:chgData name="Toby Donaldson" userId="2e6e5431-bb17-4c41-9985-d39c50d83c73" providerId="ADAL" clId="{7F9681A8-EEE2-56F4-9B39-ECCBEE0471AC}" dt="2026-02-22T22:17:23.956" v="880" actId="1076"/>
          <ac:spMkLst>
            <pc:docMk/>
            <pc:sldMk cId="2449079006" sldId="363"/>
            <ac:spMk id="3" creationId="{4746548D-4ABA-E7FA-38EE-76DEC52242C3}"/>
          </ac:spMkLst>
        </pc:spChg>
        <pc:spChg chg="add mod">
          <ac:chgData name="Toby Donaldson" userId="2e6e5431-bb17-4c41-9985-d39c50d83c73" providerId="ADAL" clId="{7F9681A8-EEE2-56F4-9B39-ECCBEE0471AC}" dt="2026-02-22T22:14:16.877" v="780"/>
          <ac:spMkLst>
            <pc:docMk/>
            <pc:sldMk cId="2449079006" sldId="363"/>
            <ac:spMk id="5" creationId="{D9B0C36F-EF08-2EE5-EBF5-266FE4C8DF4E}"/>
          </ac:spMkLst>
        </pc:spChg>
        <pc:spChg chg="mod">
          <ac:chgData name="Toby Donaldson" userId="2e6e5431-bb17-4c41-9985-d39c50d83c73" providerId="ADAL" clId="{7F9681A8-EEE2-56F4-9B39-ECCBEE0471AC}" dt="2026-02-22T22:17:36.926" v="882" actId="207"/>
          <ac:spMkLst>
            <pc:docMk/>
            <pc:sldMk cId="2449079006" sldId="363"/>
            <ac:spMk id="8" creationId="{2E7B6826-0853-7587-6564-CFAF19DAA755}"/>
          </ac:spMkLst>
        </pc:spChg>
      </pc:sldChg>
      <pc:sldChg chg="addSp delSp modSp mod">
        <pc:chgData name="Toby Donaldson" userId="2e6e5431-bb17-4c41-9985-d39c50d83c73" providerId="ADAL" clId="{7F9681A8-EEE2-56F4-9B39-ECCBEE0471AC}" dt="2026-02-22T22:14:17.916" v="781"/>
        <pc:sldMkLst>
          <pc:docMk/>
          <pc:sldMk cId="4126514322" sldId="364"/>
        </pc:sldMkLst>
        <pc:spChg chg="add mod">
          <ac:chgData name="Toby Donaldson" userId="2e6e5431-bb17-4c41-9985-d39c50d83c73" providerId="ADAL" clId="{7F9681A8-EEE2-56F4-9B39-ECCBEE0471AC}" dt="2026-02-22T22:14:17.916" v="781"/>
          <ac:spMkLst>
            <pc:docMk/>
            <pc:sldMk cId="4126514322" sldId="364"/>
            <ac:spMk id="2" creationId="{41ED180E-7A76-103A-A5EF-F6B6E677EE64}"/>
          </ac:spMkLst>
        </pc:spChg>
      </pc:sldChg>
      <pc:sldChg chg="addSp delSp modSp mod">
        <pc:chgData name="Toby Donaldson" userId="2e6e5431-bb17-4c41-9985-d39c50d83c73" providerId="ADAL" clId="{7F9681A8-EEE2-56F4-9B39-ECCBEE0471AC}" dt="2026-02-22T22:14:18.956" v="782"/>
        <pc:sldMkLst>
          <pc:docMk/>
          <pc:sldMk cId="1293448474" sldId="365"/>
        </pc:sldMkLst>
        <pc:spChg chg="mod">
          <ac:chgData name="Toby Donaldson" userId="2e6e5431-bb17-4c41-9985-d39c50d83c73" providerId="ADAL" clId="{7F9681A8-EEE2-56F4-9B39-ECCBEE0471AC}" dt="2026-02-22T22:01:43.778" v="487" actId="20577"/>
          <ac:spMkLst>
            <pc:docMk/>
            <pc:sldMk cId="1293448474" sldId="365"/>
            <ac:spMk id="2" creationId="{97A7E02D-F94E-03EF-BB37-95D82E705B72}"/>
          </ac:spMkLst>
        </pc:spChg>
        <pc:spChg chg="add mod">
          <ac:chgData name="Toby Donaldson" userId="2e6e5431-bb17-4c41-9985-d39c50d83c73" providerId="ADAL" clId="{7F9681A8-EEE2-56F4-9B39-ECCBEE0471AC}" dt="2026-02-22T22:14:18.956" v="782"/>
          <ac:spMkLst>
            <pc:docMk/>
            <pc:sldMk cId="1293448474" sldId="365"/>
            <ac:spMk id="3" creationId="{2FD0445C-C0B9-DD9B-A990-057013B90790}"/>
          </ac:spMkLst>
        </pc:spChg>
      </pc:sldChg>
      <pc:sldChg chg="addSp delSp modSp mod">
        <pc:chgData name="Toby Donaldson" userId="2e6e5431-bb17-4c41-9985-d39c50d83c73" providerId="ADAL" clId="{7F9681A8-EEE2-56F4-9B39-ECCBEE0471AC}" dt="2026-02-22T22:14:21.015" v="783"/>
        <pc:sldMkLst>
          <pc:docMk/>
          <pc:sldMk cId="421622308" sldId="366"/>
        </pc:sldMkLst>
        <pc:spChg chg="mod">
          <ac:chgData name="Toby Donaldson" userId="2e6e5431-bb17-4c41-9985-d39c50d83c73" providerId="ADAL" clId="{7F9681A8-EEE2-56F4-9B39-ECCBEE0471AC}" dt="2026-02-22T22:01:47.301" v="489" actId="20577"/>
          <ac:spMkLst>
            <pc:docMk/>
            <pc:sldMk cId="421622308" sldId="366"/>
            <ac:spMk id="2" creationId="{E6AC7D00-8FA8-8E6A-F822-4F5436216ACD}"/>
          </ac:spMkLst>
        </pc:spChg>
        <pc:spChg chg="add mod">
          <ac:chgData name="Toby Donaldson" userId="2e6e5431-bb17-4c41-9985-d39c50d83c73" providerId="ADAL" clId="{7F9681A8-EEE2-56F4-9B39-ECCBEE0471AC}" dt="2026-02-22T22:08:37.165" v="735" actId="1076"/>
          <ac:spMkLst>
            <pc:docMk/>
            <pc:sldMk cId="421622308" sldId="366"/>
            <ac:spMk id="3" creationId="{38AECEDE-0163-7D72-1A0D-A9624FDA574C}"/>
          </ac:spMkLst>
        </pc:spChg>
        <pc:spChg chg="add mod">
          <ac:chgData name="Toby Donaldson" userId="2e6e5431-bb17-4c41-9985-d39c50d83c73" providerId="ADAL" clId="{7F9681A8-EEE2-56F4-9B39-ECCBEE0471AC}" dt="2026-02-22T22:14:21.015" v="783"/>
          <ac:spMkLst>
            <pc:docMk/>
            <pc:sldMk cId="421622308" sldId="366"/>
            <ac:spMk id="7" creationId="{36317DB9-B17B-48F0-5368-E5AC938DFEFD}"/>
          </ac:spMkLst>
        </pc:spChg>
      </pc:sldChg>
      <pc:sldChg chg="addSp delSp modSp mod">
        <pc:chgData name="Toby Donaldson" userId="2e6e5431-bb17-4c41-9985-d39c50d83c73" providerId="ADAL" clId="{7F9681A8-EEE2-56F4-9B39-ECCBEE0471AC}" dt="2026-02-22T22:18:53.621" v="905" actId="20577"/>
        <pc:sldMkLst>
          <pc:docMk/>
          <pc:sldMk cId="1753056197" sldId="367"/>
        </pc:sldMkLst>
        <pc:spChg chg="add mod">
          <ac:chgData name="Toby Donaldson" userId="2e6e5431-bb17-4c41-9985-d39c50d83c73" providerId="ADAL" clId="{7F9681A8-EEE2-56F4-9B39-ECCBEE0471AC}" dt="2026-02-22T22:14:21.839" v="784"/>
          <ac:spMkLst>
            <pc:docMk/>
            <pc:sldMk cId="1753056197" sldId="367"/>
            <ac:spMk id="3" creationId="{5B24FC2C-71BC-E179-2C3C-54F23083FFAF}"/>
          </ac:spMkLst>
        </pc:spChg>
        <pc:spChg chg="mod">
          <ac:chgData name="Toby Donaldson" userId="2e6e5431-bb17-4c41-9985-d39c50d83c73" providerId="ADAL" clId="{7F9681A8-EEE2-56F4-9B39-ECCBEE0471AC}" dt="2026-02-22T22:18:53.621" v="905" actId="20577"/>
          <ac:spMkLst>
            <pc:docMk/>
            <pc:sldMk cId="1753056197" sldId="367"/>
            <ac:spMk id="5" creationId="{74500349-6A04-0D1E-FD63-9FD1660106DF}"/>
          </ac:spMkLst>
        </pc:spChg>
      </pc:sldChg>
      <pc:sldChg chg="addSp delSp modSp mod">
        <pc:chgData name="Toby Donaldson" userId="2e6e5431-bb17-4c41-9985-d39c50d83c73" providerId="ADAL" clId="{7F9681A8-EEE2-56F4-9B39-ECCBEE0471AC}" dt="2026-02-22T22:14:22.824" v="785"/>
        <pc:sldMkLst>
          <pc:docMk/>
          <pc:sldMk cId="231730313" sldId="368"/>
        </pc:sldMkLst>
        <pc:spChg chg="add mod">
          <ac:chgData name="Toby Donaldson" userId="2e6e5431-bb17-4c41-9985-d39c50d83c73" providerId="ADAL" clId="{7F9681A8-EEE2-56F4-9B39-ECCBEE0471AC}" dt="2026-02-22T22:14:22.824" v="785"/>
          <ac:spMkLst>
            <pc:docMk/>
            <pc:sldMk cId="231730313" sldId="368"/>
            <ac:spMk id="7" creationId="{3931F9C5-CB5A-4AE2-3811-DF8AA0BB9594}"/>
          </ac:spMkLst>
        </pc:spChg>
      </pc:sldChg>
      <pc:sldChg chg="addSp delSp modSp mod">
        <pc:chgData name="Toby Donaldson" userId="2e6e5431-bb17-4c41-9985-d39c50d83c73" providerId="ADAL" clId="{7F9681A8-EEE2-56F4-9B39-ECCBEE0471AC}" dt="2026-02-22T22:14:24.475" v="786"/>
        <pc:sldMkLst>
          <pc:docMk/>
          <pc:sldMk cId="1183669396" sldId="371"/>
        </pc:sldMkLst>
        <pc:spChg chg="add mod">
          <ac:chgData name="Toby Donaldson" userId="2e6e5431-bb17-4c41-9985-d39c50d83c73" providerId="ADAL" clId="{7F9681A8-EEE2-56F4-9B39-ECCBEE0471AC}" dt="2026-02-22T22:14:24.475" v="786"/>
          <ac:spMkLst>
            <pc:docMk/>
            <pc:sldMk cId="1183669396" sldId="371"/>
            <ac:spMk id="8" creationId="{FF1DFB6F-E89F-DB36-0EC8-E26B3D6227BF}"/>
          </ac:spMkLst>
        </pc:spChg>
      </pc:sldChg>
      <pc:sldChg chg="modSp mod">
        <pc:chgData name="Toby Donaldson" userId="2e6e5431-bb17-4c41-9985-d39c50d83c73" providerId="ADAL" clId="{7F9681A8-EEE2-56F4-9B39-ECCBEE0471AC}" dt="2026-02-22T22:29:36.826" v="906" actId="20577"/>
        <pc:sldMkLst>
          <pc:docMk/>
          <pc:sldMk cId="3054231408" sldId="372"/>
        </pc:sldMkLst>
        <pc:spChg chg="mod">
          <ac:chgData name="Toby Donaldson" userId="2e6e5431-bb17-4c41-9985-d39c50d83c73" providerId="ADAL" clId="{7F9681A8-EEE2-56F4-9B39-ECCBEE0471AC}" dt="2026-02-22T22:29:36.826" v="906" actId="20577"/>
          <ac:spMkLst>
            <pc:docMk/>
            <pc:sldMk cId="3054231408" sldId="372"/>
            <ac:spMk id="3" creationId="{636BB7AF-536E-960D-5DBF-B13DCDB5AE38}"/>
          </ac:spMkLst>
        </pc:spChg>
      </pc:sldChg>
      <pc:sldChg chg="modSp mod">
        <pc:chgData name="Toby Donaldson" userId="2e6e5431-bb17-4c41-9985-d39c50d83c73" providerId="ADAL" clId="{7F9681A8-EEE2-56F4-9B39-ECCBEE0471AC}" dt="2026-02-22T21:58:12.380" v="484" actId="313"/>
        <pc:sldMkLst>
          <pc:docMk/>
          <pc:sldMk cId="424805642" sldId="374"/>
        </pc:sldMkLst>
        <pc:spChg chg="mod">
          <ac:chgData name="Toby Donaldson" userId="2e6e5431-bb17-4c41-9985-d39c50d83c73" providerId="ADAL" clId="{7F9681A8-EEE2-56F4-9B39-ECCBEE0471AC}" dt="2026-02-22T21:58:12.380" v="484" actId="313"/>
          <ac:spMkLst>
            <pc:docMk/>
            <pc:sldMk cId="424805642" sldId="374"/>
            <ac:spMk id="7" creationId="{B6CD8394-EAD2-8EA2-FF7B-42630ECF5EED}"/>
          </ac:spMkLst>
        </pc:spChg>
      </pc:sldChg>
      <pc:sldChg chg="addSp delSp modSp mod">
        <pc:chgData name="Toby Donaldson" userId="2e6e5431-bb17-4c41-9985-d39c50d83c73" providerId="ADAL" clId="{7F9681A8-EEE2-56F4-9B39-ECCBEE0471AC}" dt="2026-02-22T22:12:31.002" v="758"/>
        <pc:sldMkLst>
          <pc:docMk/>
          <pc:sldMk cId="1153658592" sldId="376"/>
        </pc:sldMkLst>
        <pc:spChg chg="add mod">
          <ac:chgData name="Toby Donaldson" userId="2e6e5431-bb17-4c41-9985-d39c50d83c73" providerId="ADAL" clId="{7F9681A8-EEE2-56F4-9B39-ECCBEE0471AC}" dt="2026-02-22T22:12:31.002" v="758"/>
          <ac:spMkLst>
            <pc:docMk/>
            <pc:sldMk cId="1153658592" sldId="376"/>
            <ac:spMk id="2" creationId="{CCF4A50D-D8B9-24A2-CF5F-B80C1DEC9CEC}"/>
          </ac:spMkLst>
        </pc:spChg>
      </pc:sldChg>
      <pc:sldChg chg="addSp delSp modSp mod">
        <pc:chgData name="Toby Donaldson" userId="2e6e5431-bb17-4c41-9985-d39c50d83c73" providerId="ADAL" clId="{7F9681A8-EEE2-56F4-9B39-ECCBEE0471AC}" dt="2026-02-22T22:13:08.323" v="764"/>
        <pc:sldMkLst>
          <pc:docMk/>
          <pc:sldMk cId="3485724722" sldId="377"/>
        </pc:sldMkLst>
        <pc:spChg chg="add mod">
          <ac:chgData name="Toby Donaldson" userId="2e6e5431-bb17-4c41-9985-d39c50d83c73" providerId="ADAL" clId="{7F9681A8-EEE2-56F4-9B39-ECCBEE0471AC}" dt="2026-02-22T22:13:08.323" v="764"/>
          <ac:spMkLst>
            <pc:docMk/>
            <pc:sldMk cId="3485724722" sldId="377"/>
            <ac:spMk id="2" creationId="{8A4F8B5B-04FD-8F26-8E30-3F5D6A46992C}"/>
          </ac:spMkLst>
        </pc:spChg>
      </pc:sldChg>
      <pc:sldChg chg="addSp delSp modSp mod">
        <pc:chgData name="Toby Donaldson" userId="2e6e5431-bb17-4c41-9985-d39c50d83c73" providerId="ADAL" clId="{7F9681A8-EEE2-56F4-9B39-ECCBEE0471AC}" dt="2026-02-22T22:16:07.892" v="865" actId="20577"/>
        <pc:sldMkLst>
          <pc:docMk/>
          <pc:sldMk cId="412921335" sldId="378"/>
        </pc:sldMkLst>
        <pc:spChg chg="add mod">
          <ac:chgData name="Toby Donaldson" userId="2e6e5431-bb17-4c41-9985-d39c50d83c73" providerId="ADAL" clId="{7F9681A8-EEE2-56F4-9B39-ECCBEE0471AC}" dt="2026-02-22T22:13:23.435" v="766"/>
          <ac:spMkLst>
            <pc:docMk/>
            <pc:sldMk cId="412921335" sldId="378"/>
            <ac:spMk id="2" creationId="{E9270EA4-1FD7-CF3E-6D21-A745D402CC3F}"/>
          </ac:spMkLst>
        </pc:spChg>
        <pc:spChg chg="mod">
          <ac:chgData name="Toby Donaldson" userId="2e6e5431-bb17-4c41-9985-d39c50d83c73" providerId="ADAL" clId="{7F9681A8-EEE2-56F4-9B39-ECCBEE0471AC}" dt="2026-02-22T22:16:07.892" v="865" actId="20577"/>
          <ac:spMkLst>
            <pc:docMk/>
            <pc:sldMk cId="412921335" sldId="378"/>
            <ac:spMk id="5" creationId="{4F773B17-212E-B453-2887-9DA356577476}"/>
          </ac:spMkLst>
        </pc:spChg>
      </pc:sldChg>
      <pc:sldChg chg="modSp add mod ord">
        <pc:chgData name="Toby Donaldson" userId="2e6e5431-bb17-4c41-9985-d39c50d83c73" providerId="ADAL" clId="{7F9681A8-EEE2-56F4-9B39-ECCBEE0471AC}" dt="2026-02-22T21:18:00.159" v="215" actId="5793"/>
        <pc:sldMkLst>
          <pc:docMk/>
          <pc:sldMk cId="3666367200" sldId="379"/>
        </pc:sldMkLst>
        <pc:spChg chg="mod">
          <ac:chgData name="Toby Donaldson" userId="2e6e5431-bb17-4c41-9985-d39c50d83c73" providerId="ADAL" clId="{7F9681A8-EEE2-56F4-9B39-ECCBEE0471AC}" dt="2026-02-22T21:17:33.973" v="117" actId="20577"/>
          <ac:spMkLst>
            <pc:docMk/>
            <pc:sldMk cId="3666367200" sldId="379"/>
            <ac:spMk id="2" creationId="{EF0016CF-301A-F09C-F5D9-4FE59F028970}"/>
          </ac:spMkLst>
        </pc:spChg>
        <pc:spChg chg="mod">
          <ac:chgData name="Toby Donaldson" userId="2e6e5431-bb17-4c41-9985-d39c50d83c73" providerId="ADAL" clId="{7F9681A8-EEE2-56F4-9B39-ECCBEE0471AC}" dt="2026-02-22T21:18:00.159" v="215" actId="5793"/>
          <ac:spMkLst>
            <pc:docMk/>
            <pc:sldMk cId="3666367200" sldId="379"/>
            <ac:spMk id="3" creationId="{AD4E5250-F1D3-74FB-52CD-B637C17D9DC7}"/>
          </ac:spMkLst>
        </pc:spChg>
      </pc:sldChg>
      <pc:sldChg chg="add">
        <pc:chgData name="Toby Donaldson" userId="2e6e5431-bb17-4c41-9985-d39c50d83c73" providerId="ADAL" clId="{7F9681A8-EEE2-56F4-9B39-ECCBEE0471AC}" dt="2026-02-22T21:19:15.670" v="216" actId="2890"/>
        <pc:sldMkLst>
          <pc:docMk/>
          <pc:sldMk cId="917560366" sldId="380"/>
        </pc:sldMkLst>
      </pc:sldChg>
      <pc:sldChg chg="modSp add mod">
        <pc:chgData name="Toby Donaldson" userId="2e6e5431-bb17-4c41-9985-d39c50d83c73" providerId="ADAL" clId="{7F9681A8-EEE2-56F4-9B39-ECCBEE0471AC}" dt="2026-02-22T21:33:22.630" v="322" actId="5793"/>
        <pc:sldMkLst>
          <pc:docMk/>
          <pc:sldMk cId="3781302665" sldId="381"/>
        </pc:sldMkLst>
        <pc:spChg chg="mod">
          <ac:chgData name="Toby Donaldson" userId="2e6e5431-bb17-4c41-9985-d39c50d83c73" providerId="ADAL" clId="{7F9681A8-EEE2-56F4-9B39-ECCBEE0471AC}" dt="2026-02-22T21:33:22.630" v="322" actId="5793"/>
          <ac:spMkLst>
            <pc:docMk/>
            <pc:sldMk cId="3781302665" sldId="381"/>
            <ac:spMk id="3" creationId="{9DE235B2-9A0E-0C00-CEDF-9620432E043E}"/>
          </ac:spMkLst>
        </pc:spChg>
      </pc:sldChg>
      <pc:sldChg chg="modSp add mod">
        <pc:chgData name="Toby Donaldson" userId="2e6e5431-bb17-4c41-9985-d39c50d83c73" providerId="ADAL" clId="{7F9681A8-EEE2-56F4-9B39-ECCBEE0471AC}" dt="2026-02-22T21:20:32.464" v="241" actId="20577"/>
        <pc:sldMkLst>
          <pc:docMk/>
          <pc:sldMk cId="2638747293" sldId="382"/>
        </pc:sldMkLst>
        <pc:spChg chg="mod">
          <ac:chgData name="Toby Donaldson" userId="2e6e5431-bb17-4c41-9985-d39c50d83c73" providerId="ADAL" clId="{7F9681A8-EEE2-56F4-9B39-ECCBEE0471AC}" dt="2026-02-22T21:20:32.464" v="241" actId="20577"/>
          <ac:spMkLst>
            <pc:docMk/>
            <pc:sldMk cId="2638747293" sldId="382"/>
            <ac:spMk id="3" creationId="{08F8135C-35F7-CC56-A4E4-BD367B7AFED9}"/>
          </ac:spMkLst>
        </pc:spChg>
      </pc:sldChg>
      <pc:sldChg chg="delSp modSp add mod">
        <pc:chgData name="Toby Donaldson" userId="2e6e5431-bb17-4c41-9985-d39c50d83c73" providerId="ADAL" clId="{7F9681A8-EEE2-56F4-9B39-ECCBEE0471AC}" dt="2026-02-22T21:51:28.521" v="448" actId="207"/>
        <pc:sldMkLst>
          <pc:docMk/>
          <pc:sldMk cId="2732305658" sldId="383"/>
        </pc:sldMkLst>
        <pc:spChg chg="mod">
          <ac:chgData name="Toby Donaldson" userId="2e6e5431-bb17-4c41-9985-d39c50d83c73" providerId="ADAL" clId="{7F9681A8-EEE2-56F4-9B39-ECCBEE0471AC}" dt="2026-02-22T21:51:28.521" v="448" actId="207"/>
          <ac:spMkLst>
            <pc:docMk/>
            <pc:sldMk cId="2732305658" sldId="383"/>
            <ac:spMk id="3" creationId="{6E790511-AADC-B824-D395-5F01300CEBC4}"/>
          </ac:spMkLst>
        </pc:spChg>
      </pc:sldChg>
      <pc:sldChg chg="delSp modSp add mod">
        <pc:chgData name="Toby Donaldson" userId="2e6e5431-bb17-4c41-9985-d39c50d83c73" providerId="ADAL" clId="{7F9681A8-EEE2-56F4-9B39-ECCBEE0471AC}" dt="2026-02-22T21:56:46.875" v="474" actId="20577"/>
        <pc:sldMkLst>
          <pc:docMk/>
          <pc:sldMk cId="3014772453" sldId="384"/>
        </pc:sldMkLst>
        <pc:spChg chg="mod">
          <ac:chgData name="Toby Donaldson" userId="2e6e5431-bb17-4c41-9985-d39c50d83c73" providerId="ADAL" clId="{7F9681A8-EEE2-56F4-9B39-ECCBEE0471AC}" dt="2026-02-22T21:56:46.875" v="474" actId="20577"/>
          <ac:spMkLst>
            <pc:docMk/>
            <pc:sldMk cId="3014772453" sldId="384"/>
            <ac:spMk id="7" creationId="{C5B93777-FC5E-EEDC-0AA8-C1F3E99C299B}"/>
          </ac:spMkLst>
        </pc:spChg>
      </pc:sldChg>
      <pc:sldChg chg="modSp add mod">
        <pc:chgData name="Toby Donaldson" userId="2e6e5431-bb17-4c41-9985-d39c50d83c73" providerId="ADAL" clId="{7F9681A8-EEE2-56F4-9B39-ECCBEE0471AC}" dt="2026-02-24T23:45:05.822" v="966" actId="20577"/>
        <pc:sldMkLst>
          <pc:docMk/>
          <pc:sldMk cId="1224790528" sldId="385"/>
        </pc:sldMkLst>
        <pc:spChg chg="mod">
          <ac:chgData name="Toby Donaldson" userId="2e6e5431-bb17-4c41-9985-d39c50d83c73" providerId="ADAL" clId="{7F9681A8-EEE2-56F4-9B39-ECCBEE0471AC}" dt="2026-02-24T23:44:58.940" v="960" actId="20577"/>
          <ac:spMkLst>
            <pc:docMk/>
            <pc:sldMk cId="1224790528" sldId="385"/>
            <ac:spMk id="3" creationId="{8EF03494-AE8B-0A05-7DFF-85856AA17199}"/>
          </ac:spMkLst>
        </pc:spChg>
        <pc:spChg chg="mod">
          <ac:chgData name="Toby Donaldson" userId="2e6e5431-bb17-4c41-9985-d39c50d83c73" providerId="ADAL" clId="{7F9681A8-EEE2-56F4-9B39-ECCBEE0471AC}" dt="2026-02-24T23:45:05.822" v="966" actId="20577"/>
          <ac:spMkLst>
            <pc:docMk/>
            <pc:sldMk cId="1224790528" sldId="385"/>
            <ac:spMk id="11" creationId="{7526E6DD-F76A-7564-4096-222962C62E13}"/>
          </ac:spMkLst>
        </pc:spChg>
      </pc:sldChg>
      <pc:sldChg chg="modSp add mod">
        <pc:chgData name="Toby Donaldson" userId="2e6e5431-bb17-4c41-9985-d39c50d83c73" providerId="ADAL" clId="{7F9681A8-EEE2-56F4-9B39-ECCBEE0471AC}" dt="2026-02-24T23:46:53.537" v="1087"/>
        <pc:sldMkLst>
          <pc:docMk/>
          <pc:sldMk cId="2102831853" sldId="386"/>
        </pc:sldMkLst>
        <pc:spChg chg="mod">
          <ac:chgData name="Toby Donaldson" userId="2e6e5431-bb17-4c41-9985-d39c50d83c73" providerId="ADAL" clId="{7F9681A8-EEE2-56F4-9B39-ECCBEE0471AC}" dt="2026-02-24T23:46:12.730" v="989" actId="207"/>
          <ac:spMkLst>
            <pc:docMk/>
            <pc:sldMk cId="2102831853" sldId="386"/>
            <ac:spMk id="3" creationId="{997600B9-645B-97EE-AF34-088CE9FE60DB}"/>
          </ac:spMkLst>
        </pc:spChg>
        <pc:spChg chg="mod">
          <ac:chgData name="Toby Donaldson" userId="2e6e5431-bb17-4c41-9985-d39c50d83c73" providerId="ADAL" clId="{7F9681A8-EEE2-56F4-9B39-ECCBEE0471AC}" dt="2026-02-24T23:46:44.597" v="1086" actId="1076"/>
          <ac:spMkLst>
            <pc:docMk/>
            <pc:sldMk cId="2102831853" sldId="386"/>
            <ac:spMk id="6" creationId="{168C5879-C554-EC7A-AD30-BBFBDDAE3585}"/>
          </ac:spMkLst>
        </pc:spChg>
        <pc:spChg chg="mod">
          <ac:chgData name="Toby Donaldson" userId="2e6e5431-bb17-4c41-9985-d39c50d83c73" providerId="ADAL" clId="{7F9681A8-EEE2-56F4-9B39-ECCBEE0471AC}" dt="2026-02-24T23:46:53.537" v="1087"/>
          <ac:spMkLst>
            <pc:docMk/>
            <pc:sldMk cId="2102831853" sldId="386"/>
            <ac:spMk id="11" creationId="{27E0BA93-DFEC-C274-CF37-F83DC79421D2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3T17:33:49.38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28998 2734 24575,'0'35'0,"0"8"0,0-5 0,0-5 0,0 0 0,0 8 0,0 1 0,0-1 0,0 0 0,0-1 0,0 2 0,0-9 0,0-1 0,0 0 0,0 1 0,0 0 0,0 0 0,0-6 0,0-1 0,0 1 0,0 1 0,8 11 0,0-2 0,-4 12 0,4-7 0,0-1 0,-8 0 0,0 2 0,0-12 0,0-27 0,0 36 0,0-35 0,0 19 0,0-8 0,0-12 0,0 11 0</inkml:trace>
  <inkml:trace contextRef="#ctx0" brushRef="#br0" timeOffset="4200">28663 7761 24575,'0'20'0,"0"19"0,16-18 0,-16 5 0,4-1 0,28-5 0,6-2 0,-20 4 0,2-1 0,14-12 0,8-5 0,-3 2 0,0 14 0,-1 0 0,1-9 0,2-1 0,2 3 0,-4 2 0,-18 1 0,-1-1 0,14-14 0,-1 2 0,-14 16 0,-1 1 0,15-17 0,1 0 0,-14 17 0,1-1 0,19-16 0,2-2 0,-9 19 0,-1-1 0,8-15 0,0-2 0,3 18 0,1-1 0,3-15 0,2-4-300,-14 5 1,1 0 0,1 1 299,5 0 0,2-1 0,1 0 0,1-4 0,1 0 0,1 1-331,-9 1 1,1 2 0,0-1 0,0-1 330,8-2 0,0-1 0,1-1 0,-9 1 0,2 0 0,-1 0 0,-2 0 0,5 0 0,-2 0 0,0 0-208,-1 1 1,0-1-1,0-1 208,0-3 0,-1-3 0,-1 3 0,7 2 0,0 0 0,-7-6 0,2-3 0,-1-2 0,-4 0 0,-1-2 0,1 0 0,8 0 0,1 0 0,-2-4 0,-8-4 0,-2-4 0,1 1 0,3 2 0,0 2 0,-2-3 0,-6-1 0,-3-2 0,0 2 0,7-6 0,-2-1-51,-7 6 0,-1-1 1,-3 1 50,0-5 0,-3-1 0,-2 0 0,-1-3 0,0 1 0,1 5 0,0 0 0,-2-2-189,1-11 0,-2-2 0,0-2 189,-2 10 0,1 0 0,-1-1 0,2-1-304,-1 0 1,1-1-1,0-1 1,0-1 0,0 0 303,0-5 0,1 0 0,0-2 0,0 1 0,0 0 0,0 2 0,0 1 0,0 0 0,0 0 0,0 1-233,0 0 1,2-1 0,-1 1 0,-1 1-1,-1 1 233,-1-3 0,-2 0 0,0 2 0,-1 0-123,-1 2 0,1 0 0,-2 2 0,0 1 123,1-3 0,-2 3 0,-1-1 337,-3 2 0,-2 0 1,1 2-338,0-5 0,0-1 0,0 3 0,0-3 0,0 1 545,0 0 1,0 1-1,0-2-545,0 3 0,1-2 0,-1 0 0,-1 1 0,-3-6 0,-1 0 0,-2 0 0,0-2 0,-2 1 0,-2 0 0,-4 4 0,-2 2 0,-4-1 0,-1 5 0,-2-1 0,-1 1 0,2-2-98,3-3 1,1-1 0,1-1 0,-4 0 97,0 5 0,-4-1 0,0 0 0,0-1 0,1 0 0,3-2 0,1-1 0,0-1 0,0 2 0,-2 1 0,-1 5 0,-1 1 0,-1 1 0,1 0 0,0 1 0,-2-6 0,1-1 0,-1 3 0,-1 6 143,-6 6 1,0 5 0,0 0-144,-6-11 0,0 7 0,-4 21 0,0 2 0,0-14 0,-1-1 0,12 13 0,-2 3 0,-1-1 0,1-4 0,0-1 0,-2 1-384,-8 5 0,-2 1 0,-1-2 384,8-2 0,-1-3 0,-1-1 0,-1 0-395,-3-1 1,0-1-1,-1 0 1,-2-2 394,9 1 0,-2-2 0,-1 0 0,1 0 0,-1-1 0,2 1 0,-4-1 0,1 0 0,0 0 0,0 0 0,-1 0 0,4 3 0,-2-1 0,0 1 0,0 0 0,2 0 0,2 1 229,-7-3 1,3 0-1,1 2 1,0 1-230,0 2 0,0 2 0,2 1 0,1 0 39,2-2 0,1-1 0,2 4-39,-15 9 0,2 4 0,13-4 0,0 0 0,0 2-50,-6 4 0,-1 3 1,-2 1 49,3-2 0,-2 2 0,-1 0 0,0-2 0,0 0 0,0-2 0,0 0 0,-1-1 0,0 1 0,0-1 0,0 0 0,2-1 0,-7 1 0,2-1 0,2 0 745,7-2 0,3 0 0,0 3-745,-1 4 0,1 3 0,4 2 0,-3 13 0,3 5 0,6-8 0,-1 2 0,1 2-336,0 6 0,3 4 0,-2 3 336,6-9 0,-1 2 0,0 2 0,0 2 0,-2 0-469,3-7 1,-1 1 0,0 1 0,-1 0 0,1 1 0,0 2 0,2-1 420,2 0 1,2 0-1,0 1 1,1 0 0,0 1-1,-1 1 1,0-1 0,-2 0-228,0-1 0,-2-1 0,0 1 0,-1 0 0,0 0 0,0 0 0,1 1 0,2-1 0,1 1 275,1 3 0,2 0 0,2 1 0,0-1 0,0 1 0,1-1 0,-1 1 0,-1 0 0,-2 1 0,0 1 0,0-1 0,-1 1 0,1 0 0,0-1 0,1 0 0,1-1-263,0 2 1,1-1 0,1 0 0,1-1 0,0 0 0,1 0 0,0 0 262,0 0 0,2 0 0,0 0 0,0 0 0,1-1 0,0-1 0,-1-2 18,1 4 0,-1-1 1,0-2-1,2 0 1,0 0-19,1 0 0,1 0 0,0-1 0,0 0 0,1-3 593,-3 10 1,1-3-1,4 1-593,4-8 0,4 1 0,0 0 0,-1-1 0,-4-2 0,-2 0 0,2 0 0,3-1 0,9 3 0,4 0 0,2 0 0,-5 1 595,-7 2 0,-4 1 1,1 0-1,3-1-595,6-1 0,3-2 0,2-1 0,-3 1 0,-4-2 0,-1 0 0,1 0 0,2-1 0,5 1 0,3-1 0,1-1 0,1 0 0,-2 0 0,-1 0 0,2 0 0,2-3 0,4-1 0,2-2 0,1-1 0,0 0 0,0 2 0,2 0 0,-1-1 0,3-3 0,-2-4 0,2-3 0,1-1 0,0 0 0,2-1 0,1 1 0,0-2 0,0-1 0,-4-1 0,0-2 0,0 0 0,0-1 0,3 0 0,1 0 0,0-2 0,0-1 0,-2-2 0,-1-2 0,1-1 0,1 0 0,-3 0 0,1-1 0,1 1 0,0-2 0,1 0 117,2 0 1,1-2 0,0-1 0,1 1 0,0-1-118,-2 1 0,0 0 0,1 0 0,1 0 0,-1 0 0,0 0 0,-1 1 0,-1-1 0,0 0 0,1 1 0,0-2 0,0 0 0,4 0 0,0 0 0,1-1 0,0-1 0,-2-1 0,0 0 0,-4-2 0,-2 0 0,0-1 0,0-1 0,-1 0 0,1 0 0,1-1 0,0 0 0,0 0 0,-1 0 0,0-2 0,0 1-37,5-3 0,-1-1 0,-1 0 0,0-1 1,-1 0 36,-3 0 0,-2-1 0,0 0 0,-1 1 0,1 1-6,8 0 1,0 3 0,0 0-1,-4-2 6,5-6 0,-4-2 0,0 2 389,-3 4 1,0 1-1,-4 0-389,-3-5 0,-3 1 1408,1 5 1,-5-2-1409,-8-16 2422,20 3-2422,-27-6 0,-2-8 0,10 6 0,5-3 0,-3-2-88,-10 7 1,-3-2 0,0-1 0,2-1 87,4-5 0,3-2 0,0 1 0,-3 2 0,-1 0 0,-3 2 0,2 0 52,1-3 1,1-1 0,-1 6-53,-4 9 0,-1 1 0,4-4 0,1-5 0,-1 0-857,-5 0 0,-2 0 1,1-6 856,0 6 0,2-3 0,-1-3 0,2-2 0,-1-1 0,-1 0-410,-1 5 0,0 0 1,-1-2-1,0 0 1,1-1-1,-1-1 0,1-1 1,0 0 238,0 3 0,0-1 1,0 0-1,0-2 0,1 0 1,-1 0-1,0 0 1,0-1-1,0 1 0,0-1 171,-1 0 0,0-1 0,-1 0 0,1-1 0,-1 0 0,0 1 0,1 0 0,-1 0 0,1 0 0,0 1 0,2-1 0,-1-1 0,1 1 0,1 0 0,-1 1 0,0 0 0,-1 0 0,0 0 0,-2 1-140,0-2 1,-2-1 0,0 0 0,-1 1 0,0 1-1,-1 1 1,2 1 0,0 3 139,1-10 0,2 4 0,-1 1 0,0 1 0,-2 2-73,0-7 1,0 2-1,-4 3 1,-4 5 72,-13-2 0,-3 6 776,10 6 1,-4 3-777,-25 6 0,-2 1 0,21-8 0,1-3 0,-5 11 0,-5 0 0,3-1 1092,5-6 0,2-1 0,-3-1-755,-9-2 0,-4 1 0,0-2 144,9 7 1,1-1 0,-1-1-1,-1 2-481,-2-2 0,-1 1 0,-1 1 0,2-1 0,-7-9 0,2 0 0,-1 4 5,1 9 1,0 2 0,1 0-6,4-1 0,0-2 0,2 4 0,-5-1 0,1 4 0,2 3 0,2 1 858,-16-3-858,7 16 1511,10 0-1511,-12 0 579,17 0-579,-21 0 0,7 0 0,-3 0 0,-5 0 0,-4 0-404,3 4 0,-3 1 1,0 2 403,3 1 0,0 2 0,0-1 0,-2-2 0,0-1 0,2 3-192,8 4 0,2 2 0,-1-4 192,-4-8 0,-1-4 0,2 3 0,-8 14 0,2-1 0,4-12 0,2-2 0,4 5 0,3 4 0,-5 14 0,4-21 0,-1-1 1175,-7 22-1175,7-22 0,2-4 612,10 2-612,-17 0 0,35 0 0,-12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3T17:35:08.87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9437 6332 24575,'39'-19'0,"-16"10"0,3 2 0,5 5 0,5 3 0,1 0-669,3-1 0,1 0 0,1 0 669,3 0 0,0 0 0,1 0 0,0 0 0,1 0 0,1 0 0,1 0 0,0 0 0,0 0 0,-6 1 0,-2 0 0,2-3 0,6-4 0,2-3 0,-4 1 0,-12 1 0,-2 0 0,1-1 132,3 0 1,0-1 0,-1-1-133,4-7 0,0 2 0,4 14 0,0-2 0,-3-16 0,-1-1 195,-4 18 0,-2-2-195,-7-16 0,-1 1 0,7 16 0,1 2 0,-2-15 0,0 1 509,0 13 1,1 0-510,9-18 0,-2 1 200,2 13-200,-9-14 0,0 1 0,4 15 0,7-12 0,-1-8 0,-6 19 0,6-19 0,0 24 0,-6 0 0,-12 0 0,1 0 0,1 1 0,-1-2 0,2-7 0,-1 0 0,0 7 0,-1-2 0,17-12 0,0 15 0,-12 1 0,-1-2 0,-6-7 0,1 0 0,17 6 0,-2 0 0,2-14 0,-14 15 0,2 2 0,0-1 0,-1 0 0,20 0 0,-18-11 0,-1-1 0,13 6 0,-14-5 0,1-1 0,-6 3 0,1 2 0,5 5 0,1 0 0,12-14 0,-14 15 0,0 2 0,13-1 0,-2-7 0,2-1 0,7 4 0,-11-4 0,0 0 0,-10 7 0,-1 2 0,8-1 0,-1 0 0,-6 0 0,-1 0 0,-1 0 0,1 0 0,-2 0 0,1 0 0,0 0 0,0 0 0,1 0 0,1 0 0,7 0 0,-1 0 0,-7 0 0,1 0 0,9 1 0,2-2 0,5-10 0,0-2 0,2 10 0,1 1 0,0-11 0,2 2 0,-15 9 0,0 3 0,0 0 0,8-1 0,0 0 0,2 0 0,0 0 0,-3 0 0,-6 0 0,-3 0 0,-4 0 0,-1 0 0,-6 0 0,7 0 0,3 0 0,-27 0 0,35 0 0,-33 0 0,22 0 0,7 0 0,6 0 0,0 10 0,4 4 0,-5-4 0,0 1 0,5 3 0,-1 0 0,-11-5 0,-2-3 0,1-5 0,-5-2 0,-7 1 0,19 16 0,-33-12 0,33 12 0,-35 7 0,12-17 0,-16 17 0,0-23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3T17:46:37.12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17674 7303 24575,'32'0'0,"-1"0"0,-5-1 0,1 2 0,7-1 0,-2 0 0,10 0 0,-1 0 0,0 0 0,0 0 0,-1 0 0,2 0 0,-10 0 0,1 0 0,11 0 0,6 0 0,-1 0 0,-10 0 0,-1 0 0,3 0-262,2 0 0,3-1 0,1 2 1,-5-1 261,-3 0 0,-3 1 0,1-2 0,8-4 0,1-1 0,-2 1 0,2 3 0,0 0 0,-7-3 0,2-1 0,-1 1 0,6 4 0,0 2 0,-12-1 0,1 0 0,0 0 0,9 0 0,0 0 0,-4 1 0,0-2 0,-7-5 0,2-3 0,-1 1-341,1 0 0,1 1 0,1 0 341,9-1 0,2-1 0,-1-1 0,-2-4 0,0 0 0,0 3 0,2 7 0,0 4 0,-2-2 0,-8-6 0,-2-1 0,1 2-111,4 5 0,0 3 0,0 0 111,-4-1 0,-1 0 0,2 0 0,5 0 0,2 0 0,1 0-177,1 0 1,1 0 0,1 0 176,-9 0 0,1 0 0,0 0 0,0 0 0,9 0 0,-1 0 0,0 0-287,1 0 1,1 0 0,-2 0 286,-6 0 0,-2 0 0,1 0 0,0 0 0,1 0 0,-1 0 0,0 0 0,1 0 0,-2 0 149,-4 0 0,0 0 0,0 0-149,4 0 0,1 0 0,-2 0 0,7 0 0,0 0 0,-12 0 0,2 0 0,-2 0 158,6-1 0,0 2-158,3 10 0,0 2 0,-3-10 0,0 0 0,5 9 0,-1-1 747,-4-10 0,0-2-747,3 1 0,0 0 0,5 0 0,0 0 0,-2 0 0,0 0 86,-7-1 1,2 1 0,-1 1-87,-4 4 0,0 1 0,0-1 0,0-4 0,0 0 0,0 1 179,-1 3 0,1 1 1,-4-2-180,1-3 0,-1-2 0,11-1 0,-4 4 0,3 22 0,-10-21 0,2 0 0,-2 8 0,-3 1 736,4 4-736,-2-15 0,-7 2 0,-20 13 0,27-16 0,-3 0 0,-7 0 0,19 0 0,-36 0 0,27 0 0,-27 15 0,11-11 0,-15 12 0,0 7 0,0-17 0,0 18 0,24-24 0,-18 0 0,17 15-820,-23 5 1,0 0 0,0-5 0</inkml:trace>
  <inkml:trace contextRef="#ctx0" brushRef="#br0" timeOffset="25642">10830 5750 24575,'35'0'0,"0"0"0,-1 0 0,6 0 0,1 0 0,2 0 0,-7 0 0,2 0 0,1 0 0,-1 0 0,9 0 0,1 0 0,2 0 0,-12 0 0,4 0 0,0 0 0,-1 0 0,-3 0 0,10 1 0,-4-1 0,2-1-355,-6-2 0,2-1 0,-1-1 1,-2 2 354,3 1 0,-2 2 0,-2-2 0,8-5 0,0-2 71,-11 1 0,0-1 0,-1 2-71,6 5 0,0-1 0,-4-9 0,1-4 0,0 4 0,-5 10 0,0 2 0,6-2 0,-1-4 0,7-3 0,2-2 0,2 0 0,-2 1 0,-3 3-633,6 3 0,-4 3 0,1 0 0,3-3 633,-4-3 0,4-3 0,2-1 0,0 0 0,-3 1 0,-4 4 0,-1 3 0,-2 3 0,-3 0 0,0-1-203,7-3 1,-1-1 0,-1-2 202,-2-1 0,-1 0 0,-2 1 0,9 4 0,-2 0 258,-10-4 0,0-2 0,-1 1-258,6 0 0,1 1 0,-8 5 0,2 2 0,-1-2 0,8-5 0,0-2 0,-8 1 0,1-1 0,0 3 0,10 3 0,-2 0 0,-10-9 0,-1 0 58,-2 12 0,-2 0-58,15-15 2575,-5 11-2575,-11-12 737,12 16-737,-33 0 143,33 0-143,-35 0 0,12 0 0,-16 0 0,0 0 0</inkml:trace>
  <inkml:trace contextRef="#ctx0" brushRef="#br0" timeOffset="31908">12753 8978 24575,'27'-10'0,"1"1"0,3 4 0,6 1 0,5 1 0,3 1 0,2 0 0,-6 1 0,3 0 0,2 1 0,2 0 0,2 1 0,1-1 0,0 1 0,2-1-274,-10 0 1,2 0 0,0 0 0,2 0 0,0 0 0,1 0 0,0 0 0,1 0 0,1 0 0,0 0 0,0 0 0,0 0 54,-4 0 1,0 0-1,1 0 1,0 0-1,1 0 1,0 0-1,0 0 1,1 0-1,0 0 1,0 0 0,0 0-1,0 0 1,0 0-1,0 0 1,-1 0 13,-1 0 0,0 0 0,-1 0 0,1 0 1,0 0-1,0 0 0,0 0 0,0 0 0,0 0 1,0 0-1,1 0 0,-1 0 0,1 0 0,0 0 1,0 0-1,1 0 12,-1 0 0,0 0 0,0 0 1,0 0-1,0 0 0,0 0 0,0 0 1,1 0-1,0 0 0,0 0 0,1 0 1,0 0-1,0 0 0,1 0 0,1 0 1,0 0-1,1 0 138,-7 0 1,1 0 0,1 0 0,1 0 0,1 0-1,0 0 1,0 0 0,1 0 0,1 0 0,-1 0-1,1 0 1,-1 0 0,1 0 0,-1 0 0,0 0-1,0 0 1,-1 0 0,0 0 0,-1 0 0,0 0 0,-1 0-1,-2 0 1,0 0 54,5 0 0,-1 0 0,-1 0 0,0 0 0,-2 0 0,0 0 0,0 0 0,-1 0 0,0 0 0,0 0 0,0 0 0,0 0 0,1 0 0,0 0 0,0 0 0,1 0 0,1 0-107,-1 0 0,1 0 0,0 0 1,2 0-1,0 0 0,1 0 0,0 0 1,0 0-1,0 0 0,-1 0 0,0 0 1,0 0-1,-2 0 0,0 0 0,-1 0 1,-2 0-1,-1 0 0,-2 0 0,-1 0 107,10 0 0,-1 0 0,-3 0 0,-1 0 0,-2 0 0,-1 0 0,0 0 0,-1 0 0,0 0 0,0 0 92,6 0 0,-1 0 0,-1 0 0,0 0 0,-1 0 0,0 0 0,-1 0 0,0 0-92,0 0 0,0 0 0,-1 0 0,-1 0 0,0 0 0,-1 0 0,-1 0 339,10 0 1,0 0 0,-2 0 0,-2 0 0,-2 0-340,0 0 0,-3 0 0,-1 0 0,-2 0 971,4 0 1,-3 0 0,0 0-972,1 0 0,-1 0 0,-1 0 0,7 0 0,0 0 0,-6 0 0,1 0 0,-2 0 1638,0 0 0,-2 0-972,10 0 1,-2 0 971,-16 0 0,-3 0-1395,0 0 1,1 0 702,6 0 0,1 0-946,5 0 0,2 0 0,-6 0 0,1 0 0,1 0-37,3 0 1,2 0-1,-1 0 37,0 0 0,0 0 0,1 0 0,6 0 0,2 0 0,-1 0-415,-6 0 0,-1 0 0,2 0 415,-3 0 0,2 0 0,1 0 0,-1 0-409,-1 0 1,0 0 0,0 0 0,0 0 408,1 0 0,0 0 0,0 0 0,1 0 0,3 0 0,2 0 0,-1 0 0,-2 0 0,4 0 0,-3 0 0,1 0-276,1 0 0,1 0 0,-2 0 276,-6 0 0,-1 0 0,-1 0 0,-4 0 0,-1 0 0,2 0 0,7 0 0,3 0 0,-3 0 0,-6 0 0,-2 0 0,2 0 0,10 0 0,2 0 0,-1 0 0,-6 0 0,-1 0 0,-2 0 137,-3 0 1,-1 0-1,-1 0-137,0 0 0,-2 0 0,1 0 0,14 0 0,0 0 0,-2 0 0,0 0 0,-7 0 0,2 0 0,-1 0 200,-4 0 1,-1 0 0,2 0-201,3-1 0,1 1 0,1 1 0,2 3 0,1 3 0,-3-2 0,-7-4 0,-2-1 0,1 3 0,10 6 0,2 3 0,-2-2 0,-10-8 0,-1-3 0,1 4 0,2 5 0,2 3 0,-1 1 0,-1-4 0,2-5 0,-1-2 0,0 1 0,8 5 0,2 3 0,-4-4 0,4-5 0,-1-2 0,-12 1 0,1 0 0,-1 0 0,1 0 0,0 0 0,-1 0 808,8 0 1,1 0-809,-10 0 0,2 0 0,-2 0 0,9 0 0,-3 0 482,-7 0 1,1 0-483,8 0 0,0 0 260,8 0-260,-11 0 0,0 0 346,-10 0 0,-1 0-346,7 0 0,1 0 19,0 0 0,0 0-19,6 0 0,-1 0 0,-8 0 0,0 0 0,17 0 0,0 0 0,-15 0 0,1 0 0,-1 0 0,2 0 0,-2 0 0,-1 0 0,-2 0 0,11-1 0,-1 2 0,-9 7 0,0 0 0,11-6 0,3 0 0,-13 3 0,1 1 0,3-1-497,10-4 1,2-2-1,2 1 497,-3 0 0,1 0 0,2 0 0,-4 0 0,1 0 0,1 0 0,-2 0 0,-6 0 0,-2 0 0,1 0 0,0 0 0,4 0 0,-1 0 0,1 0 0,0 0 0,-4 0 0,1 0 0,-1 0 0,-1 0 0,-1 0 0,0 0 0,-1 0 0,1 0 0,3 0 0,0 0 0,0 0 0,-1 0 0,4 0 0,-2 0 0,1 0-299,6 0 0,1 0 0,-2 0 299,-5 0 0,-2 0 0,-1 0 0,7 0 0,-2 0 0,4 0 0,-6 0 0,-12 0 0,-3 0 0,-1 0 1419,-5 0-1419,5 0 968,-11 0-968,7 0 0,-17 0 0,34 0 0,-37 0 0,13 0 0,-16 0 0</inkml:trace>
  <inkml:trace contextRef="#ctx0" brushRef="#br0" timeOffset="39458">13758 5627 24575,'0'43'0,"0"-6"0,0 6 0,0 0 0,1-6 0,-2 3 0,-6 5 0,-1 2 0,6-12 0,2 2 0,-2-1 0,-5 12 0,-2 0 0,1-5 0,0 0 0,6-3 0,0 0 0,-4 5 0,-3-1 0,-4-11 0,2-2 0,9-1 0,-2-1 0,-19 14 0,23-21 0,0 1 0,0-7 0,0-12 0,0 35 0,0-17 0,0 8 0,0 6 0,1 4 0,-2 1 0,-7 3 0,0 4 0,6-9 0,2 2 0,-2-2 0,-6 8 0,1-2 0,6 4 0,2-2 0,-1-10 0,0-3 0,0-6 0,0-3 0,0 2 0,0 5 0,0-28 0,0 11 0,0-15 0,0 0 0,15 24 0,-11-18 0,35 17 0,-33-23 0,18 0 0,7 0 0,16 0 0,-2 8 0,6 0 0,-9-6 0,1-2 0,4 2-734,-4 1 1,2 2 0,2-1 0,2-1 733,-4-1 0,2-2 0,2-1 0,0 1 0,0-1-547,-6 1 1,1 0 0,1 0 0,0 0 0,0 0 0,1 0 513,-2 0 1,0 0 0,0 0 0,2 0 0,-1 0-1,0 0 1,1 0-411,1 0 1,1 0 0,0 0-1,0 0 1,1 0 0,-1 0 0,-1 0 442,-1 0 0,-1 0 0,1 0 0,-1 0 0,0 0 0,0 0 0,1 0 0,0 1 0,0-1 0,1 0 0,0 1 0,-1-1 0,-1-1 0,-1 0-313,8-1 0,-2-1 1,-1-1-1,0 0 0,0 2 313,-1 1 0,0 0 0,0 1 0,-1-1 0,-3 0 194,1-3 1,-2 0-1,-1-1 1,1 2-195,-2 2 0,1 1 0,-2 1 0,-1-1 731,4 0 0,-2 0 0,-1 0-731,-3 0 0,-1 0 0,-2 0 1638,7 0 0,-1 0-1529,2 0 1,-2 0-110,-8 0 0,1 0 0,-1 0 0,4 0 0,0 0 606,4 0 1,1 0 0,1 0-607,0 0 0,0 0 0,2 0 0,4 0 0,2 0 0,-1 0 0,-7 0 0,-1 0 0,1 0 0,7 0 0,0 0 0,0 0 0,-6 0 0,-2 0 0,2 0 0,-3 0 0,2 0 0,-1 0 0,-1 0 0,4 0 0,-2-1 0,1 2 0,6 4 0,1 1 0,-2-1 0,-6-4 0,-1 0 0,0 1 0,0 3 0,-1 1 0,2-2 0,6-2 0,2-3 0,-1 0-49,-1 1 1,0 0 0,1 0 48,-6 0 0,0 0 0,1 0 0,1 0-427,0 0 0,1 0 0,0 0 0,1 0 427,-6 0 0,2 0 0,-1 0 0,1 0 0,0 0 0,0 0 0,-1 0 0,2 0 0,-1 0 0,0 0 0,3 0 0,0 0 0,0 0 0,-1 0 0,0 0 0,3 0 0,-1 0 0,-1 0 0,1 0-294,1 0 0,0 0 0,0 0 0,-2 0 294,3 0 0,-2 0 0,2 0 0,-6 0 0,1 0 0,-1 0 0,-3 0 0,-3 0 0,-3 0 0,1 0 226,8 0 1,1 0-1,-5 0-226,-10 0 0,-1 0 665,13 0 0,0 0-665,8 0 1153,-19 0 1,1 0-1154,12 0 761,-14 0 1,0 0-762,20 0 0,-11 0 0,1 0 0,-11 0 0,-1 0 0,7 0 0,0 0 0,-6 0 0,-1 0 0,1 0 0,-3 0 0,3 0 0,11 0 0,-2 0 0,-4 0 0,5 0 0,9 0 0,2 0 0,-4 0 0,2 0-170,-8 0 0,2 0 1,-2 0 169,8 0 0,-2 0 0,-10 0 0,-1 0 0,1 0 0,0 0 0,0 0 0,-1 0 0,12 0 0,0 0-49,3 0 1,-2 0 48,-2 0 0,-3 0 0,-14 1 0,0-2 0,7-6 0,-3-1 0,5 4 0,-11-4 0,-1 0 506,12 8-506,7-23 100,-1 17-100,-6-18 0,-10 24 0,5 0 0,-28 0 0,35 0 0,-33 0 0,33 0 0,-35-15 0,12 11 0,-16-28 0,0 28 0,0-35 0,-16 33 0,12-33 0,-12 35 0,16-11 0,0-1 0,0-12 0,0-9 0,0 10 0,0-12 0,-23 17 0,17-21 0,-6 13 0,0 1 0,12-12 0,0 7 0,0 1 0,0-4 0,0 12 0,0-1 0,0-11 0,0-6 0,0 0 0,0 5 0,0 13 0,0-1 0,0-11 0,0-6 0,0 0 0,0 6 0,0 9 0,0-3 0,0 27 0,0-35 0,0 33 0,0-18 0,0 9 0,0 11 0,0-12 0,0-7 0,0 1 0,0-21 0,0 0 0,0 6 0,0 9 0,0-3 0,0 27 0,0-35 0,-15 33 0,11-18 0,-12 24 0,16 0 0,0 0 0,-16 0 0,12 0 0,-35 24 0,33-18 0,-33 17 0,35-23 0,-11 0 0,-1 0 0,-12 0 0,-9 0 0,12 0 0,-1 0 0,0 0 0,-1 0 0,-8 0 0,0 0 0,6 0 0,1 0 0,-5-1 0,-1 2 0,4 7 0,0 0 0,-2-6 0,-1 0 0,-2 6 0,-1-1 0,-2-6 0,0-2 0,5 1 0,1 0 0,-3 0 0,0 0 0,8 0 0,1 0 0,-8 0 0,1 0 0,-8 0 0,8 0 0,-1 0 0,8 0 0,-1 0 0,-1 0 0,2 0 0,-12 0 0,-1 0 0,20 0 0,-25 0 0,7 0 0,12 0 0,-1 0 0,-11 0 0,-6 0 0,23 0 0,-7 0 0,-1 0 0,3 0 0,-7-7 0,-3-1 0,5 7 0,-1-2 0,0-16 0,-2-1 0,-2 16 0,-4 5 0,3-4 0,-3-16 0,0-1 0,3 9 0,-2 2 0,2 1 0,-5-2 0,2-1 0,-5-10 0,-1 2 0,5 16 0,0 2 0,4-6 0,1-1 0,1-1 0,0 2 0,-1 6 0,-1-2 0,5-8 0,-1-5 0,-1 4-155,-2 9 0,-1 3 1,-1-3 154,2-9 0,0-3 0,-2 3-329,-10 8 0,-2 5 0,2-2 329,8-4 0,3 0 0,-3-1 0,0 2 0,-2-1 0,-1 2 0,1 0 0,-4 2 0,0 1 0,0-3 0,6-5 0,0-3 0,-1 0 0,1 1 0,-6 2 0,0 2 0,0-1 0,-2-1 0,0-1 0,2-2 0,8-2 0,1-2 0,1 4 0,0 8 0,-1 3 0,3-3 0,0-8 0,2-1 0,-4 3 0,3 2 0,-5 3 220,4-4 1,-1 1-221,-7 7 505,6 0 0,3 0-505,11 0 0,-19 0 0,21 0 0,-24 0 0,17 0 0,-1 0 0,-8 0 0,-1 0 0,-3 0 0,-2 0 0,-2 0 0,-2 0 0,11 0 0,-1 0 0,0 0-297,0 0 0,-1 0 0,-1 0 297,-8 0 0,-2 0 0,0 0 0,2 0 0,1 0 0,-2 0-489,2 0 1,-1 0 0,-1 0-1,0 0 489,3 0 0,1 0 0,-1 0 0,-1 0 0,4 0 0,-2 0 0,0 0 0,-1 0 0,0 0-551,-4 0 1,-2 0-1,0 0 1,0 0 0,0 0 550,2 0 0,0 0 0,0 0 0,-1 0 0,0 0 0,4 0 0,-2 0 0,1 0 0,-1 0 0,1 0 0,1 0 0,-4 0 0,2 0 0,0 0 0,0 0 0,0 0-352,0 0 0,0 0 0,1 1 0,-1-1 1,2-1 351,-6-3 0,0 0 0,2-1 0,0 2-35,4 2 1,2 0 0,0 1-1,1-2 35,-4-3 0,1-1 0,2 1 566,-6 5 0,0 0-566,12 0 0,-1 0 0,0 0 0,4 0 0,-1 0 0,-1 0 0,-7 0 0,-3 0 0,1 0 0,2 0 0,1 0 0,1 0 0,3 0 0,0 0 0,3 0 1306,-8 0 0,3 0-1306,3 0 0,6 0 2242,8 0-2242,-17 0 1072,35 0-1072,-27 0 436,3-23-436,-9 17 0,10-18 0,-5 24 0,5 0 0,-10 0 0,11 0 0,1 0 0,-13 0 0,-5 0 0,0 0 0,22 0 0,-19 0 0,37 0 0,-13 0 0,0 0 0,12 0 0,-11 0 0,-9 0 0,3 0 0,-12 0 0,-1 0 0,-7 0 0,7 0 0,1 0 0,-4 0 0,9 24 0,-3-18 0,4 17 0,5-23 0,-17 0 0,35 0 0,-12 0 0,-7 0 0,17 0 0,-18 16 0,9-12 0,11 12 0,-28-16 0,28 0 0,-11 0 0,15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3T17:48:15.23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10442 8555 24575,'45'0'0,"-13"0"0,3 0 0,10 0 0,6 0 0,-10 0 0,4 0 0,1 0 0,-4 0 0,-2 0 0,-3 0 0,2 0 0,2 0 0,3 0 0,-2 0 0,-8 0 0,7 0 0,-8 0 0,1 0 0,-8 1 0,0-2 0,2-7 0,-1 0 0,-1 6 0,1 0 0,7-6 0,-1 1 0,8 7 0,-1 1 0,2-2 0,-1-7 0,-1 0 0,-2 6 0,0 0 0,2-6 0,-3 0 0,6 8 0,0-23 0,-6 17 0,-10-18 0,5 24 0,-5 0 0,-5 0 0,17 0 0,4 0 0,-2 0 0,-7 0 0,-1 0 0,4 0 0,6 0 0,0 0 0,-21 0 0,17 0 0,-35 0 0,12 0 0,7 0 0,-17 0 0,18 0 0,-24 0 0,0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3T17:48:25.83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27746 7214 24575,'0'30'0,"0"-3"0,0 1 0,0 3 0,0 6 0,0 2 0,0-19 0,0 23 0,0-21 0,0 17 0,0-12 0,0 11 0,0-11 0,0 2 0,0-3 0,0-16 0,0 16 0,0 3 0,0-10 0,0 24 0,0-6 0,0-3 0,0-1 0,0 8 0,-1-7 0,2-1 0,15 4 0,-12 6 0,11 0 0,-15-21 0,0 17 0,0-35 0,0 35 0,0-33 0,0 18 0,0-9 0,0-11 0,0 28 0,0-28 0,0 35 0,0-33 0,0 33 0,0-35 0,0 35 0,0-33 0,0 17 0,0-7 0,0-12 0,0 27 0,0-27 0,0 35 0,0-33 0,0 18 0,0-24 0,0 15 0,0-11 0,0 12 0,0 0 0,0-12 0,0 35 0,0-18 0,0 4 0,0 1 0,0 12 0,0 5 0,0 0 0,0-22 0,0 19 0,0-36 0,0 27 0,0-27 0,0 11 0,0 9 0,0-2 0,0 10 0,0 2 0,0 7 0,0 7 0,0 2 0,0-15 0,0-1 0,5-1 0,1 3 0,-1-1 0,-3 9 0,0 0 0,6 1 0,0-2 0,-8-10 0,0-1 0,0-2 0,0-1 0,0 14 0,23-6 0,-20-4 0,0 1 0,20 7 0,-21-8 0,-4 0 0,2 5 0,0 5 0,16 0 0,-12-6 0,12 6 0,-16-23 0,0 19 0,0-33 0,0 17 0,0-23 0,0 0 0,0 0 0</inkml:trace>
  <inkml:trace contextRef="#ctx0" brushRef="#br0" timeOffset="2550">27869 10495 24575,'0'35'0,"0"12"0,0 4 0,0-14 0,0 1 0,0 3 0,0 4 0,0-4 0,0 0 0,0-1 0,0 5 0,0-4 0,0 0 0,0-10 0,0-7 0,0-20 0,0 35 0,0-17 0,0 2 0,0 3 0,2-1 0,-4 0 0,-9 9 0,-1 1 0,9 4 0,0 0 0,-9-6 0,1-3 0,11 12 0,-16-4 0,12-17 0,-12 5 0,16-11 0,0-16 0,0 16 0,0 11 0,0 10 0,0-4 0,0 1 0,0 7 0,-7 2 0,-1-4 0,4-13 0,-5 4 0,2-5 0,7-21 0,0 11 0</inkml:trace>
  <inkml:trace contextRef="#ctx0" brushRef="#br0" timeOffset="12584">25471 13511 24575,'45'0'0,"-13"0"0,2 0 0,-6 0 0,1 0 0,4 0 0,5 0 0,1 0 0,-2 0 0,3 0 0,1 0 0,-2 0 0,5 0 0,-2 0 0,1 0 0,4 0 0,0 0 0,-6 0 0,-8 0 0,-7 0 0,-6 0 0,19 0 0,-18 0 0,11 1 0,3-2 0,-3-6 0,1-1 0,6 7 0,2-2 0,2-16 0,0-1 0,-3 8 0,1 2 0,3-4 0,0 1 0,-4 5 0,0 0 0,3-4 0,0 0 0,-2 9 0,-1 1 0,5-9 0,-2-2 0,-10 4 0,-1 2 0,-2 6 0,-2-2 0,16-12 0,-16 14 0,4 2 0,11-1 0,3 0 0,0 0 0,0 0 0,-6 1 0,0-2 0,3-7 0,-4 0 0,2 4 0,-11-4 0,-1 0 0,14 8 0,-5 0 0,-13 0 0,1 0 0,11 0 0,6-23 0,0 17 0,-6-17 0,6 23 0,1 0 0,-7 0 0,-10 0 0,-11 0 0,7 0 0,-17 0 0,18 0 0,-9 0 0,29 0 0,-17 11 0,2 1 0,14-9 0,1 0 0,-3 9 0,-2-1 0,-5-9 0,-3-4 0,12 2 0,-28 0 0,9 0 0,-18 16 0,17-12 0,-23 12 0,0-16 0,0 15 0,0-11 0,0 12 0,0-16 0,0 0 0,0 24 0,-23-19 0,17 19 0,-18-24 0,24 0 0,0 0 0,0 0 0</inkml:trace>
  <inkml:trace contextRef="#ctx0" brushRef="#br0" timeOffset="18684">13053 14270 24575,'37'0'0,"0"0"0,1 0 0,3 0 0,4 0 0,0 0 0,4 0 0,1 0 0,2 0-656,-7 0 1,1 0-1,1 0 1,1 0 0,-1 0 210,1 0 0,0 0 0,0 0 1,0 0-1,-1 0 445,-1 0 0,0 0 0,0 0 0,-1 0 0,-1 0-173,4 0 1,-1 0 0,-1 0 0,2 0 172,-8 0 0,1 0 0,0 0 0,0 0 0,1 0 0,3 0 0,2 0 0,-1 0 0,0 0 0,-2 0 0,3 0 0,-2 0 0,0 0 0,0 0 0,3 0 0,2 0 0,-3 0 0,-6 0 672,1 0 1,-4 0-673,4 0 0,-1 0 0,-10 1 0,2-2 0,9-5 0,5-3 0,0 0 0,-1 2 0,0 0 0,1 0 300,-8 0 0,1 0 0,1-1 0,0 2-300,1 2 0,1 0 0,0 0 0,-1 1 0,7-2 0,-2 0 0,2-1 0,-6 0 0,0-1 0,1 0 0,1 0-7,0-2 0,1 0 0,1-1 0,-1 0 7,0 0 0,1-1 0,0 0 0,1 0 0,-7 2 0,1 1 0,1-1 0,-1 0 0,0 1 0,6-2 0,-1 1 0,0-1 0,-1 2 0,-3 1 0,0 1 0,-1-1 0,-2-1-122,6-5 1,-3-2 0,0 4 121,-3 8 0,0 4 0,-1-5 0,-3-8 0,0-3 0,0 3 0,4 8 0,2 5 0,-1-2 0,1-3 0,-1-2 0,0 1 0,0-1 0,1 0 0,-2 2 0,-3 3 0,-2 1 0,1-3 0,4-9 0,1-3 0,-2 3 0,7 8 0,0 2 0,-8-6 0,3-1 0,-1 2-283,4 5 1,0 3 0,0 0 282,-2-1 0,1 0 0,1 0 0,-4 0 0,1 0 0,1 0 0,-2 0 0,6 0 0,-1 0 0,-1 0 0,-4 0 0,-1 0 0,0 0 401,-2 0 0,0 0 0,-2 0-401,7 0 0,-3 0 1026,-7 0 0,0 0-1026,11 0 0,-3 0 417,1 0-417,-8 0 0,0 0 1046,5 0-1046,-6 0 0,2 0 83,-2 0 0,1 0-83,6 0 0,2 0 0,-8 0 0,2 0 0,-1 0 0,2 0 0,0 0 0,0 0 0,-2 0 0,0 0 0,0 0 0,3 0 0,1 0 0,-3 0 0,-2 0 0,-2 0 0,1 2 0,-3-4 0,14-13 0,0 11 0,-21-12 0,1 16 0,-7 0 0,4 0 0,8 0 0,3 0 0,18 0 0,-19 0 0,0 0 0,13 0 0,1 0 0,-23 0 0,3 0 0</inkml:trace>
  <inkml:trace contextRef="#ctx0" brushRef="#br0" timeOffset="23867">17745 12294 24575,'0'-43'0,"0"6"0,0 5 0,0-3 0,0 3 0,0 0 0,0-1 0,0 1 0,0 2 0,0 1 0,0-14 0,0 6 0,0 9 0,0-11 0,0 2 0,0 3 0,0-3 0,0-2 0,0-2 0,0-2 0,0-2 0,0 10 0,0-1 0,0 3 0,0-3 0,0 3 0,0 3 0,0 2 0,0-4 0,0 28 0,0-35 0,-16 33 0,12-33 0,-12 35 0,16-12 0,16 16 0,-12 0 0,35 0 0,6 0 0,-4 8 0,7 0 0,-12-6 0,4-1 0,3-1 0,0 1-656,-2 2 1,1 0-1,1 1 1,2-1 0,0 0 638,-2-2 0,1-1 1,0 0-1,2-1 0,-1 1 1,1 0 16,3 0 0,1 0 0,1 0 0,-1 0 0,0 0 0,-2 0 0,-4 0 0,-1 0 0,0 0 0,-1 0 0,-1 0 0,-1 0 0,12 0 0,-2 0 0,-2 0 0,-2 0-103,2 0 1,-3 0 0,-3 0 102,4 0 0,-6 0 0,-11 0 0,-1 0 0,6 0 0,-1 0 0,4 0 0,-9 0 3276,11 0-3235,-18 0 142,18 0 1,5 0-184,-11 0 0,2 0 0,3 0 0,4 0 0,-2 0 0,6 0 0,0 0 0,-11 0 0,0 0 0,-1 0 0,6 0 0,0 0 0,3 0 0,0 0 0,-3 0 0,1 0 0,-7 0 0,1 0 0,0 0 0,11 0 0,0 0 0,3 0 0,-2 0 0,-11 0 0,-2 0 0,-7 0 0,-1 0 0,0 0 0,-1 0 0,2 0 0,-1 0 0,1 0 0,1 0 0,6 0 0,1 0 0,0 1 0,0-2 0,4-7 0,3 0 0,-9 6 0,3 2 0,-2-2 0,13-5 0,-2-2 0,-10 1 0,-1 0 0,1 1 0,1 5 0,-1 1 0,-2-2 0,2-8 0,-1-1 0,16 2 0,-2 4 0,-7 2 0,-1-3 0,2-2 0,-10 1 0,1 1 0,10 5 0,2 0 0,-10-10 0,0-4 0,-1 4 0,8 9 0,0 1-254,-1-10 1,2-4 0,-1 4 253,-8 9 0,0 3 0,0-1 0,4-4 0,1-1 0,-1 2 0,12 4 0,-4 0 0,-9-8 0,-3 0 0,-7 6 0,-1 0 0,17-14 0,0 16 0,-13 0 0,1 0 0,0 1 0,2-2 0,-1-5 0,3-4 0,0 3-74,6 5 0,0 2 1,1-4 73,1-8 0,-1-3 0,2 3 0,5 8 0,1 5 0,-2-2 0,-6-4 0,-1-1 0,0 1 0,2 4 0,1 2 0,0-1 0,-2 0 0,0 0 0,-1 0 0,-4 0 0,-2 0 0,1 0 0,5 0 0,2 0 0,-1 0 0,-3 0 0,0 0 0,0 0 0,6 0 0,0 0 0,0 0 0,2 0 0,0 0 0,-1 0 0,-5 0 0,0 0 0,0 0 0,3 0 0,1 0 0,-3 0 0,-7 0 0,-2 0 0,1 0 0,10 0 0,2 0 0,-2 0 0,-10 0 0,0 0 0,-1 0-65,3 0 0,0 0 0,0 0 65,-1 0 0,-1 0 0,-1 0 0,8 0 0,-1 0 0,4 0 0,0 0 0,-12 0 0,0 0 0,10 0 0,-1 0 0,-9 0 0,0 0 485,8 0 1,1 0-486,2 0 0,0 0 0,-3 0 0,0 0 0,5 0 0,-1 0 102,-12 0 1,0 0-103,9-1 0,1 2 0,-10 7 0,0 0 0,8-6 0,1 0 0,2 4 0,0 4 0,-2 2 0,-2-1 0,-6-8 0,-1 0 0,2 8 0,-2 1 0,-5-3 0,-1-2 0,8-5 0,3 0 0,-7 7 0,2 2 0,2 0-370,8-1 1,3-2-1,-1 2 370,-1 2 0,-1 0 0,3 1 0,-6-3 0,3 0 0,0 1 0,-3 1 0,8 7 0,-2 1 0,-1 0 0,-4-4 0,-1-1 0,-1 3 0,0 6 0,-1 3 0,-2-2 0,6 4 0,-2-3 0,-6-6 0,-1-2 0,2 2 0,-1-1 0,4 0 0,-10 1 0,-9 1 0,-4-3 1109,-10-12-1109,11 18 0,-15-24 0,-15 0 0,11-24 0,-12 18 0,0-17 0,-11 23 0,5 0 0,-17-16 0,35 12 0,-12 4 0,16 4 0,0 12 0,0 7 0,0-17 0,0 33 0,0-35 0,0 12 0,-23 7 0,17-17 0,-17 18 0,23-9 0,0-11 0,0 12 0,0 0 0,0-12 0,0 11 0,0 9 0,0-18 0,0 33 0,0 4 0,0-12 0,0 3 0,1 6 0,-2 0 0,-7-4 0,0-1 0,6-1 0,0 0 0,-6-6 0,0-1 0,7 0 0,2-1 0,-1 1 0,0-3 0,0-2 0,0 1 0,0-23 0</inkml:trace>
  <inkml:trace contextRef="#ctx0" brushRef="#br0" timeOffset="26150">27234 12171 24575,'44'16'0,"-23"11"0,3-5 0,-9 1 0,-11-23 0,12 0 0,-16 16 0,23-12 0,-17 27 0,18-27 0,-8 12 0,3 7 0,24-1 0,-6 5 0,-10-5 0,-3-5 0,-2-11 0,17 18 0,-35-24 0,27 0 0,-27 0 0,12 0 0,8 0 0,-19 0 0,19 0 0,-8-24 0,-12 18 0,9-12 0,5-3 0,9-6 0,11 5 0,-13 10 0,1 1 0,11-5 0,6 12 0,-23-12 0,-5 1 0,-15 11 0,0-12 0,24 16 0,-18-23 0,33 17 0,-20-34 0,1 37 0,1-17 0,-3 0 0,-12 14 0,18-17 0,-24 23 0,15 0 0,-11 0 0,12 0 0</inkml:trace>
  <inkml:trace contextRef="#ctx0" brushRef="#br0" timeOffset="48589">27199 16704 24575,'0'0'0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3T17:49:30.53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27411 7761 24575,'-30'0'0,"46"0"0,13 0 0,7 0 0,9 0 0,2 0 0,-5-1 0,-4 2 0,5 15 0,-43-12 0,-16 14 0,-11 3 0,-3-9 0,-4-3 0,-6 6 0,-1-2 0,6-4 0,0-2 0,-4-6 0,1-2 0,-11 1 0,18 0 0,3 0 0,9 0 0,3 0 0,37 0 0,13 0 0,-8 0 0,1 0 0,20 0 0,2 0 0,-6 0 0,0 0 0,5 0 0,0 0 0,-1 0 0,-2 0 0,-4 0 0,-1 0 0,-4 1 0,-6-2 0,-8-15 0,1 12 0,-23-12 0,-39 16 0,16-11 0,-3-1 0,-12 8 0,-4 2 0,-1-10 0,0 0 0,2 11 0,1 2 0,8-1 0,0 0 0,-4 0 0,5 0 0,9 0 0,-17 24 0,35-18 0,-11 17 0,15-23 0,0 0 0,15 16 0,-11-12 0,12 12 0</inkml:trace>
  <inkml:trace contextRef="#ctx0" brushRef="#br0" timeOffset="3000">27358 16369 24575,'45'0'0,"-14"0"0,5 0 0,1 0 0,4 0 0,0 0 0,-2 0 0,0 0 0,1 0 0,2 0 0,0 0 0,-3 0 0,7 0 0,-9 0 0,-16 0 0,-21 0 0,-21 16 0,-10-14 0,-5-1 0,4 8 0,-1-2 0,-7-6 0,0-2 0,5 1 0,-1 0 0,-2 0 0,0 0 0,5 0 0,1 0 0,-3 0 0,0 0 0,8 0 0,1 0 0,0 0 0,1 0 0,-12 0 0,9 0 0,28 0 0,28 0 0,9 0 0,-4 0 0,0 0 0,9 0 0,-8 0 0,-2 0 0,-10 0 0,17 0 0,-35 0 0,12 0 0,-32 0 0,-12 0 0,-9 0 0,-6 0 0,24 0 0,-21 0 0,34 0 0,-17 0 0,23 0 0,23 0 0,-1 0 0,21 0 0,0 0 0,-21 0 0,17 24 0,-35-18 0,12 17 0,-16-23 0,0 0 0</inkml:trace>
  <inkml:trace contextRef="#ctx0" brushRef="#br0" timeOffset="10833">28240 8220 24575,'0'42'0,"0"0"0,11 3 0,1 2 0,-9-8 0,-3 3 0,3 1-415,6-7 0,2 2 0,1-1 0,-5-1 415,-4-1 0,-3 0 0,1 0 0,4 12 0,0 2 0,1-3 0,2-4 0,0 0 0,-6-4 0,-2 3 0,2-1 0,2-4 0,1-1 0,1 2 0,0 1 0,1 3 0,-1 1 0,-1 0-753,-3 0 0,-2 0 1,1 1-1,2 2 753,2-6 0,1 2 0,2 1 0,0 1 0,-1 0 0,-2 0-340,-3 0 1,-1 0 0,-1 0 0,-1 1 0,1-1 0,2 2 339,2 3 0,1 0 0,1 1 0,1 0 0,-2 0 0,-1 0 0,-2 0 0,-1 1 0,-1 0 0,0 0 0,0-1 0,1 1 0,1-1 0,1-1 0,0 1 0,0 0 0,0-1 0,-1 1 0,-1 0 0,-1-1 0,0 1 0,-1 0 0,1 0 0,0-1 0,0-2 0,-1 0 0,0 0 0,1-1 0,0 1 0,2-1 0,1 1 0,1-1 0,0 1 0,1-1 0,-1 0 0,-1-1-383,-1 3 1,-1 0 0,-1-1 0,1 0 0,1 1 382,2 0 0,1 1 0,0 0 0,0-1 0,0-2-171,-1 4 0,1-3 1,-2 1-1,0-1 171,-1 2 0,-2 0 0,1 0 0,0-2 0,3-4 0,0-2 0,1-1 0,-2 1 327,-2-2 0,-1 1 0,-1-2 1,1 0-328,0 4 0,0 0 0,0 0 0,0-2 0,0 2 0,0 0 0,0-3 0,0 2 0,0-3 0,0 4 352,0 3 0,0 3 0,0 1 0,0-1-352,0-6 0,0-2 0,0 1 0,0 1 0,0 6 0,0 2 0,0 0 0,0 0 0,0-2 0,0 0 0,0 0 0,0 0 0,0-1 0,0 0 0,0 0 0,0 0 0,0-2 0,0 0 0,0-1 0,0 0 0,0-2 0,0 0 0,0-1 0,0-1 579,0 7 0,0-1 0,0-1-579,0-2 0,0-1 0,0-4 835,0-4 1,0-1-836,0 2 0,0-2 728,0 5-728,0-9 1810,0-12-1810,0-1 637,0-11-637,0 12 0,0-16 0,0 23 0,0 22 0,0-14 0,0 3 0,0-2 0,0 3 0,0 0 0,0 1 0,0 0 0,0 0 0,0-2 0,0 0 0,0 0 0,0 3 0,0 0 0,0-1 0,0 5 0,0-2 0,0-6 0,0-1 0,0 3 0,0-4 0,0-9 0,0 17 0,0-35 0,0 27 0,0-27 0,0 12 0,0-16 0,0 0 0,0 23 0,0-17 0,0 33 0,0-35 0,0 28 0,0-5 0,0-5 0,0 1 0,0-23 0</inkml:trace>
  <inkml:trace contextRef="#ctx0" brushRef="#br0" timeOffset="15966">27658 10654 24575,'0'35'0,"0"-1"0,0 1 0,0 7 0,0 3 0,0-1 0,0-1 0,0 0 0,0 0 0,0 2 0,0-1 0,0-1 0,0 7 0,0-4 0,0-10 0,0-2 0,0-7 0,0-1 0,0 7 0,0 1 0,0-3 0,0 3 0,0-3 0,0 4 0,0 2 0,0 5 0,0 4 0,0 1 0,0-3 0,0 3 0,0-1 0,0 2-287,0-9 0,0 2 1,0 2-1,0-2 0,0-3 287,0 6 0,0-2 0,0-3 0,0 8 0,0-2 0,1-1 0,-2-5 0,-15-2 0,12-10 0,-11-11 0,15-16 0,-24 0 1434,18 16-1434,-17 27 0,9-13 0,0 5 0,2 4-571,5-1 1,2 4 0,0 2 0,-3 0 570,-2-5 0,-1 0 0,-2 1 0,0 1 0,1 0 0,0 4 0,0 2 0,1 0 0,-1-1 0,0-4 0,0-2 0,0-2 0,0-2 0,-1-1 0,-2 10 0,-1-2 0,2-5 0,2-9 0,1-5 0,-5 3 0,12-11 0,-19-15 0,-9-2 0,-5 11 0,-6 3 0,6-7 0,-4-1 0,-2 0 0,-3 1-343,8 0 0,-1 1 0,-2 1 0,-1-1 0,-1 1 0,-1-1 343,1 0 0,-1-1 0,-2 1 0,0 0 0,0-1 0,-1-1 0,0 0-410,3-1 0,0-1 1,0 0-1,-1-1 1,0 1-1,0-1 0,0 0 1,0 1 318,0 0 0,-1 0 1,1 0-1,-1 1 1,1-1-1,-1 0 1,1-1-1,1 0 91,-5-1 0,1 0 0,0-1 0,1-1 0,-1 1 0,1-1 0,-2 1 0,0 0 0,0 0 0,0 0 0,-1 0 0,0 0 0,1 0 0,-1 0 0,5 0 0,-1 0 0,1 0 0,0 0 0,-1 0 0,1 0 0,-1 0 0,1 0 0,0 0 0,0 0 0,0 0 0,0 0 0,0 0 0,-1 0 0,1 0 0,0 0 0,0 0 0,0 0 0,0 0 0,0 0 0,0 0 0,0 0 0,0 0 0,2 0-330,-4 0 1,1 0 0,1 0-1,0 0 1,0 0 0,1 0 0,0 0 329,-3 0 0,0 0 0,1 0 0,0 0 0,1 0 0,0 0-249,2 1 0,0-1 0,0 1 0,1-1 0,0 0 1,0-2 248,-7-1 0,1-2 0,-1 0 0,1 0 0,-1 0 0,7 1 0,0 2 0,0-1 0,-1 0 0,1-1 0,-2-2 16,-3-3 1,-2-2 0,1-1-1,-1 0 1,-1 0 0,1 2-17,0 2 0,0 1 0,0 2 0,0-1 0,-1-1 0,0-2 0,4-1 0,-1-1 0,0-2 0,0 0 0,-1 0 0,1 1 0,0 2 42,2 3 1,1 1 0,0 1 0,-1 0 0,1 0 0,-1-1-1,0-1-42,-2-3 0,1-2 0,-1-2 0,0 1 0,-1 0 0,-1 2 0,-2 2 0,6 3 0,-3 2 0,-1 1 0,0 1 0,-1 0 0,1 1 0,1-1 0,1 0 0,3-2 0,-7-2 0,2-1 0,2-1 0,1 1 0,-1 0 0,-1 3 0,2 2 0,-2 1 0,-2 1 0,2 1 0,1 0 0,5 0 0,5-1 683,-3 0 0,5 0 1,3 0-684,-11 0 0,3 0 965,10 0 1,0 0-966,-2 0 0,-1 0 0,1 0 0,-3 0 0,0 0 885,0 0 1,-1 0 0,-1 0-886,-4 0 0,-2 0 0,2 0 0,4 0 0,1 0 0,1 0 1092,0 0 0,0 0 0,3 0-546,-1 1 1,1-2-547,-6-9 0,0-4 0,3 4 0,-1-1 0,-11-2 0,-2-2 0,4-2 0,-2 3 0,13 11 0,-1 3 0,0-1 0,-10-7 0,2 0 0,9 8 0,4 0 0,-14 0 733,13 16-733,4-12 0,-11 12 0,8-15 0,-6-2 0,-1 1 0,-3 0 0,-3 0-602,6 0 0,-1 0 1,-2 1-1,-2-2 602,-1-2 0,-2 0 0,-2-1 0,0 1 0,2 0 0,-4 2 0,1 2 0,0-2 0,1-2 0,-2-4 0,-1-4 0,2 0 0,5 1-127,6 4 0,4 0 0,1-4 127,-6-8 0,1-5 0,6-2 0,9-6 0,3-3 0,-1 2 0,-2-3 0,5-2-289,8-3 1,5-1-1,-2-1 289,-7 0 0,-2 1 0,3-4-383,8 3 0,4-4 1,0 0-1,-2 2 383,-3 5 0,-2 0 0,1 1 0,1-3 0,3 2 0,2-3 0,1 0 0,0 0 0,-1-1-42,0 1 1,0 0 0,0 0-1,0-1 1,0 1 41,0-1 0,0 0 0,0 0 0,0 0 0,0-1 0,0-4 0,1-1 0,-1-1 0,0 1 0,-1 2 0,-1 6 0,-2 1 0,0 0 0,1 1 0,0-1 0,2-11 0,1 0 0,-1 1 0,-1 2-60,-3 1 0,-1 3 1,2 0 59,3 2 0,1 0 0,1 7 766,-1-14-766,0 17 0,0 9 1570,0 19-1570,15-12 2564,-11 16-2564,35 0 0,-1 0 0,3 0 0,11 0 0,4 0-656,-13 0 1,3 1-1,2-1 1,3 0 0,2-1 491,-13 0 1,2 0-1,2-1 1,1 0 0,1 0-1,1-1 1,0 1-1,1 1 1,-2-1-165,0 2 0,0-1 0,0 1 1,1 1-1,0-1 0,0 0 1,1 0-1,-1-1 0,0 0 1,1-1 157,0 0 0,1-2 1,1 0-1,-1 0 1,0-1-1,1 0 1,-1 1-1,-1 0 1,0 0-1,0 1 170,0 1 0,0 1 0,0 1 0,-1 0 0,0 0 0,0 0 0,-1-1 0,0 1 0,0-2-274,2 0 1,0-1 0,0 0 0,0-1 0,-2 1 0,1-1-1,-2 2 1,0 0 273,6 1 0,-2 0 0,0 2 0,0-1 0,-1 1 0,1-1-195,-4 0 1,0 0 0,0 0 0,0 0 0,-1 0 0,0 0 0,-2 0 194,8 0 0,-2 0 0,-2 0 0,1 0 0,-1 0 254,0 0 1,0 0 0,0 0 0,-1 0 0,0 0-255,-3 0 0,-1 0 0,0 0 0,0 0 0,-1 0 0,8 0 0,-2 0 0,0 0 0,3 0 0,-6 0 0,2 0 0,1 0 0,0 0 0,1 0 296,-6 0 0,2 0 0,-1 0 0,1 0 0,0 0 0,0 0-296,1 0 0,0 0 0,1 0 0,-1 0 0,2 0 0,-1 0 0,4 0 0,0 0 0,1 0 0,0 0 0,0 0 0,0 0-3,-6 0 1,-1 0-1,1 0 1,0 0-1,0 0 1,0 0 0,1 0 2,0 0 0,0 0 0,1 0 0,-1 0 0,1 0 0,0 0 0,0 0 0,2 0 0,0 0 0,0 0 0,0 0 0,0 0 0,0 0 0,-1 0 0,0 0 0,-1 0 0,0 0 0,-1 0 0,1 0 0,-1 0 0,0 0-6,4 0 1,1 0 0,-2 0 0,1 0 0,-1 0 0,0 0 5,-2 0 0,0 0 0,-1 0 0,0 0 0,0 0 0,-2 0-27,5 0 0,-2 0 0,0 0 1,0 0-1,0 0 27,-1 0 0,1 0 0,0 0 0,-1 0 0,0 0 0,-2 0 0,-1 0 0,0 0 0,0 0 0,1 0 0,-1 0 0,0 0 0,0 0 0,0 0 0,1 0 0,2 0 0,0-1 0,1 0 0,0 1 0,0 2 0,1 1 0,2 2 0,-1 0 0,0 0 0,-1 0 0,-4-1 0,-1 0 0,-1 0 0,1 0 0,-1 2 244,3 2 1,1 1 0,-1 0 0,-2 0 0,-3-1-245,4-1 0,-4-2 0,1 3 915,2 5 1,1 2 0,-3-4-916,2-8 0,-4 0 1416,-5 8 0,-1 1-1416,10-2 0,-2-4 2503,2-2-2503,-2 2 0,2 4 716,-18 2 1,1-1-717,6-8 0,5-3 0,-3 3 165,1 9 0,0-1-165,0-9 0,1-4 0,-2 2 0,1 8 0,-3 0 0,0-6 0,-1 0 0,13 14 0,-24-1 0,-3-11 0,-16 12 0,0 8 0,0-19 0,0 35 0,0-36 0,24 27 0,-18 12 0,13-12 0,1 3 0,-18 9 0,0 2 0,13-6 0,1 2 0,-13-5 0,-3 2 0,1-2 0,6 3 0,2 0 0,-1-3 0,0 1 0,-1 0-274,-5 11 0,2 0 274,8-13 0,3 0 0,-3 3-457,-9 9 0,-4 3 0,3 0 457,6-14 0,3 0 0,0 0 0,-2 1 0,-2 5 0,-3 1 0,1 2 0,1-1-465,2-5 0,1 1 0,0 0 0,1 1 0,-3-1 465,-2 2 0,-1 0 0,-1 1 0,0 1 0,2 1-547,0 0 1,2 2 0,0 1 0,0 0 0,0 1 0,-1 0 524,-2-6 0,-1 0 0,0 0 1,0 1-1,-1-1 0,1 1 1,0 0 21,1 0 0,0 1 0,0 0 0,1 0 0,-1 0 0,-1 0 0,1-1-303,-1 7 0,0-1 1,0 1-1,0-2 1,-1 0-1,-1-1 303,0 4 0,-1-2 0,0 0 0,0-2 0,-1-1 14,1 3 1,0-3 0,0 0 0,0-3-15,0 8 0,0-3 0,0-3 527,0-9 0,0-2 0,0-3-527,0 1 0,0-1 1638,0 9 0,0 0-1585,0-9 1,0 1 1525,0 11 0,0 0-1579,0-11 0,0-1 654,0 9 0,0 0-654,0-8 0,0-1 0,0 8 0,0 0 0,0-4 0,0-1 0,0-8 0,0-1 0,0 17 0,0-24 0,0 21 0,-15-19 0,11 7 0,-12 11 0,16-33 0,0 17 0,0-7 0,0-12 0,0 11 0,0-15 0</inkml:trace>
  <inkml:trace contextRef="#ctx0" brushRef="#br0" timeOffset="23467">27658 9895 24575,'0'35'0,"0"0"0,0-1 0,0 9 0,0 1 0,0 1 0,0-3 0,0 1 0,0 1-639,0 5 0,0 1 0,0-2 639,0-6 0,0-1 0,0-1 0,0-4 0,0-2 0,0 4 0,0 9 0,0 4 0,0 1 0,0-4 0,0-5 0,0-3 0,0 5-401,0-1 0,0 5 0,0 3 1,0-2-1,0-4 401,0 5 0,0-4 0,0 4 0,0-13 0,0 2 0,0 2 0,0 0 0,0 1 40,0-1 0,0 1 1,0 1-1,0 0 0,0-1 1,0 0-41,0 4 0,0-1 0,0 0 0,0-1 0,0 0 0,0-1 0,0 1 0,0-2 0,0-1 0,0-4 0,0 6 0,0-4 0,0-8 0,0-5 0,0 12 845,0-17-845,0 16 0,0 6 0,0-3 0,0 2 495,0-3 1,1 3 0,-2-2-496,-4-5 0,-1 0 0,1 0 0,5 4 0,0 2 0,-4-5 0,-15 2 0,-1-1 377,16 9 0,2-2-377,-9-17 0,-1-1 0,3-1 0,2 1 0,3 16 0,-12-24 0,-7-9 0,-9-4 0,-5-4 0,-8-3 0,-4 0-547,11 1 1,-3 0 0,-2 0 0,-3 0 0,-2 0 0,0 0 350,4 0 1,-1 0 0,-1 0 0,-2 0 0,-1 0 0,0 0 0,-1 0 0,0 0-1,1 0-132,4 0 0,-2 0 0,1 0 1,0 0-1,-1 0 0,0 0 1,0 0-1,0 0 0,0 0 1,0 0 172,-2 0 0,-1 0 0,1 0 0,-1 0 0,0 0 0,0 0 0,0 0 0,1 0 0,0 0 0,1 0 155,-1 0 0,0-1 0,1 1 0,0-1 0,0 1 0,1 0 0,0 0 0,1 1 0,1 0-345,-7 1 1,2 1 0,1 1 0,0-1-1,0 1 1,0 0 0,0 0 344,4-2 0,0 0 0,-1 0 0,0 1 0,1-1 0,-1 1 0,1 0 0,0 1 0,2 1 0,0 1 0,0 1 0,0 1 0,0-1 0,0 0 0,-1-1 0,-1-1-238,1-1 0,-1-1 0,-1-1 0,0 0 0,0 0 0,-1-1 1,1 1-1,0 1 0,1 0 238,-4 1 0,0 1 0,1 1 0,0-1 0,0 1 0,0-1 0,-1-1 0,0 0 0,3-2 0,0-1 0,0-1 0,-1 0 0,0-1 0,1 1 0,-1 0 0,1 0 0,-1 2 0,1 0 0,1 1 0,-1 0 0,1 1 0,-1 0 0,0 0 0,1 0 0,-1 0 0,0-1 0,-1 0 0,-1 1 0,0-1 0,1 0 0,-1 0 0,0 0 0,1 0 0,-1 0 0,1 0 0,2-1 0,0 0 0,0 0 0,0 0 0,0 0 0,0 1 0,1-1 0,-1 1 0,1 0 0,-6 1 0,0 1 0,1 1 0,-1 0 0,1 0 0,0-1 0,2-1 0,1-1 130,-6-1 0,2-1 1,0-1-1,2 0 1,0 0-1,0 1-130,1 1 0,0 1 0,1 0 0,1 0 0,1 0 0,2-1 618,-4-1 0,3-1 1,2-1-1,-1 1-618,1 0 0,-1 0 0,3 0 0,2 0 1261,-10 0 0,2 0-1261,6 0 0,-2 0 0,1 0 0,5 0 0,0 0 0,-2 0 1092,-11 0 0,-2 0 0,1 0-1069,1 0 0,0 0 1,-1 0-24,6 0 0,0 0 0,-2 0 0,1 0 327,-2 0 1,0 0 0,0 0 0,0 0-328,2 0 0,1 0 0,0 0 0,0 0 0,1-1 0,0 0 0,0 1 0,2 2 133,-8 5 1,1 2 0,3-2-134,7-4 0,1-3 0,1 3 0,0 5 0,1 1 0,-1-2 0,1-6 0,0-1 0,-2-1 0,-6 0 0,-2 1 0,-1 1-423,-2 3 0,-1 2 0,-2-1 423,4-3 0,-3-3 0,1 2 0,1 1 0,4 5 0,2 2 0,1 0 0,-1-2 176,2-5 1,1-2 0,0 0 0,2 2-177,-1 3 0,1 1 0,5-2 1685,-14-4-1685,6 0 621,35 0-621,-27 0 1944,27 0-1944,-35-15 482,17-5-482,9-7 0,-1-5 0,-7 1 0,2-2 0,11 1 0,2-4 0,-1 0-643,-6-6 1,-3-2-1,2-2 643,2 3 0,1-2 0,1-2 0,0-2-656,1 4 1,2-2-1,0-1 1,0-1 0,-1-1 621,1 3 0,0-1 0,0-1 1,0 0-1,0-1 0,-1 1 34,1 0 0,-1 0 0,0 0 0,1 0 0,0-1 0,1 0 0,2 6 0,1-1 0,0-1 0,1 1 0,0 0 0,-1 0 0,-1 2 0,-2-4 0,-1 2 0,-1 1 0,1-1 0,0 1 0,2 0 0,3 1 0,1-1 0,1 1 0,1 0 0,-1 1 0,-1 2-275,-3-9 0,-1 2 0,1 1 0,1 0 275,2 4 0,1 0 0,1 1 0,-1 3-70,0 1 1,0 2-1,0 0 70,0-1 0,0 0 0,0 4 715,0-2 0,0 3-715,0-12 3276,0 4-3044,16 33-232,27-18 0,-10 27 0,8 8 0,4-1-547,-9-7 1,3-2 0,3 0 0,2-1 0,1 0 0,0 1 541,1-1 1,1 1 0,1-1-1,2 0 1,0 0 0,2 0 0,0-1-324,-9 0 0,1 0 0,1 0 1,1 0-1,1-1 0,-1 0 1,1 0-1,0-1 0,0-1 1,0-1 160,1-1 0,0-1 1,0 0-1,1-2 1,0 0-1,-1 0 0,1-1 1,0 1-1,0 1 1,0 0-132,-4 1 0,-1 1 0,1-1 0,1 1 0,-1 0 0,0 0 0,0 0 0,0 0 1,0 0-1,0 0 0,0-1 281,0 0 0,0 0 0,0 0 0,0 0 1,0 0-1,0-1 0,0 1 0,0-1 0,0 1 1,0-1-1,-1 1 17,6-1 0,-1-1 0,1 0 0,-1 0 0,0 0 0,1 1 0,-1-1 0,0 2 0,0-1 0,-1 2 0,-2 0 0,0 1 0,0 1 0,0 0 0,-1 0 0,1 0 0,-1 1 0,0-1 0,0 1 0,0-2-225,3 1 0,1-1 0,-1-1 1,0 1-1,0 0 0,-1 0 1,1 0-1,0 1 0,-1 0 225,0 1 0,0 1 0,0 0 0,0 0 0,0 0 0,-1 1 0,0 0 0,0 0 0,-1 0-17,1 0 0,-1 1 1,0 0-1,-1 0 0,1 0 1,-1 0-1,2 1 0,-1-1 17,4 0 0,1 0 0,0 0 0,1 0 0,-1 0 0,0 0 0,0 0 0,-2 0 0,2 0 0,-1 0 0,0 0 0,-1 0 0,0 0 0,0 0 0,1 0 98,-4 0 1,0 0-1,0 0 1,0 0-1,1 0 1,-1 0 0,-1 0-1,0 0-98,2 0 0,-1 0 0,-1 0 0,0 0 0,1 0 0,-2 0 0,1 0 215,7 0 0,-1 0 0,0 0 0,0 0 0,-1 0 0,-1 0-215,-3 0 0,0 0 0,-1 0 0,0 0 0,0 0 0,-1 0 329,6 0 0,-1 0 0,0 0 0,0 0 0,-2 0-329,-4 0 0,-1 0 0,0 0 0,-1 0 0,0 0 493,8 0 0,0 0 1,0 0-1,-2 0-493,-5-1 0,-1 1 0,-1 0 0,2 1 0,2 1 0,0 1 0,1 1 0,0 2 0,2 3 0,0 2 0,0 1 0,0-1 264,-7-2 0,0-2 0,0 1 1,1 1-1,-1 0-264,3 1 0,1 2 0,-1 0 0,1 0 0,-1 0 0,-1 0 0,0 0 0,-1 0 0,1 0 0,0-1 0,1-1 0,0 0 0,0-1 0,0 1 0,-1 0 0,8 5 0,-2 1 0,-1 0 0,1-2 378,-4-2 0,-1-2 0,0 0 0,-1 1-378,-3 0 0,0-1 0,-2 1 0,-1 0 572,3 1 0,-2 0 0,-2 1-572,7 13 0,-2-1 0,3-6 0,-1 0 0,-8 2 0,-2 1 712,1 1 1,1-3-713,8-9 0,0-1 0,-9 11 0,1-2 0,0-15 0,3-5 0,-1 2 0,11 7 0,0-1 0,2-6 0,0-2 0,-4 0 0,-2 2 1174,-8 7 1,-3 0-1175,14-4 1480,-21 35-1480,-24-17 0,0 15 0,0 8 0,0-11 0,0 1 0,0 4-798,0 6 1,0 4 0,0 3 0,0 2 797,0-14 0,0 2 0,0 1 0,-1 0 0,2 2 0,-1 0-469,0 1 1,0 0 0,0 2 0,0 0 0,0 1 0,0 0 0,0 0 323,0-2 1,0 0 0,0 0 0,1 0 0,-1 1 0,0 0 0,0 1 0,-1-1 144,-1-4 0,0 0 0,-1 1 0,1 0 0,-1-1 0,0 1 0,0 0 0,0-1 0,0-1 0,0 4 0,1-1 0,0 1 0,0-2 0,0 1 0,-1 0 0,0-1 0,-2 0 0,0-1 0,0 0 0,-2 1 0,0-1 0,0-1 0,0 0 0,1-1 0,-1 0-343,1 6 1,0-1 0,0-1-1,0-1 1,0 0 0,-1 0 342,1-1 0,-1-1 0,-1 0 0,1 0 0,0-2 0,-1 0-202,0 2 1,-1-2 0,0 0 0,0-2 0,1 1 201,-1 6 0,1-1 0,-1-1 0,-2-5 626,-6-2 1,-2-4-1,4-1-626,4 14 0,0-10 3276,-12-16-2533,7 19 2254,12-33-2997,-12 18 1933,1-24-1933,-28 0 0,10 0 0,-8 0 0,-8 0 0,-4 0 0,-2 0 0,1 0-365,12 0 1,-2 0 0,-1 0 0,0 0 0,-2 0 0,-1 0 0,-2 0 0,-1 0 0,-2 0 145,10 0 1,-2 0-1,-2 0 1,0 0-1,-2 0 1,-1 1-1,0-1 1,-1 0-1,-1 0 1,0 0 0,0 0-1,0 0 1,-1 0-1,1-1 1,0 1 35,6-1 1,-1 0 0,-1 0 0,1 0 0,-1 0 0,0 0 0,-1 0 0,1 0 0,-1-1 0,1 1 0,-1-1 0,0 1 0,0-1 0,0 1 0,0-1 0,0 0 0,0 1 0,0-1 99,0 1 0,-1-1 0,0 0 1,0 1-1,1-1 0,-2 1 0,1-1 1,0 1-1,0-1 0,0 0 0,0 0 1,0 0-1,0 0 0,1 0 0,-1-1 1,1 0-1,0 0 0,0-1-96,-2 0 1,1 0-1,-1-1 1,1 0-1,-1 0 1,1 0-1,0-1 1,0 1 0,0-1-1,0 0 1,1 0-1,0 0 1,0 0-1,1 0 1,0-1 0,1 1-1,1 0 179,-4-1 0,1 0 0,0 1 0,1-1 0,0 0 0,0 0 0,1 0 0,0-1 0,1 1 0,0-1 0,1 1 0,1-1 0,0 0 0,0 0-175,-7-2 0,0 0 0,1 0 1,1 0-1,1-1 0,0 0 1,1 0-1,0 0 0,2-1 1,-1 0 174,1-1 0,0-1 0,2 0 0,-1-1 0,2 0 0,-1 0 0,2 1 0,-1 1 0,1 1 83,-6-1 1,1 2 0,1 0 0,0 1-1,0 0 1,0-1 0,-1-2-84,2 1 0,1-2 0,-1 0 0,0-1 0,0 1 0,0 0 0,0 0 0,0 2 0,-5-2 0,1 2 0,-1 0 0,1 0 0,-1 1 0,1 1 0,0 0 0,0 2 0,0 0 0,0 1 0,1 1 0,-1 0 0,0-1 0,-1 0 0,6 0 0,0 0 0,-1 0 0,0-1 0,1 1 0,-1 0 0,1 1 0,1 0 0,-3 1 0,0 1 0,2 0 0,-1 0 0,0 1 0,1-1 0,-1 1 182,0 0 1,-1-1 0,0 2 0,0-1-1,1 0 1,1 0 0,1-1-183,-8-1 0,0 0 0,2 0 0,2 0 0,1 2 640,1 2 0,1 1 0,2 0 1,1 1-641,-10-1 0,1 0 0,4 0 1609,3 0 1,0 0-1610,2-1 0,-4 0 0,3 3 0,6 5 0,2 2 0,-1-2 0,-2-4 0,-1-3 0,2 3 1638,-9 9 0,2 0-1361,4-11 1,-1-2-278,-3 2 0,-4-2 261,12-6 0,-3-2 0,-1-2 0,0-1-261,-4-2 0,-1-2 0,0 0 0,-1-3-252,4 0 0,-1-2 1,0-2-1,-1 0 1,2 1 251,0 1 0,1-1 0,0 1 0,0-1 0,2 0 0,-5-4 0,0-1 0,3 1 0,1 1 44,0 3 1,2 1 0,2 0-45,3 0 0,2-1 0,7-2 0,9-13 0,4-2 0,-3 6 0,1-3 0,8-8 0,5-6 0,-1 3-317,-1 11 1,0 3 0,0-4 316,0-3 0,0-3 0,0-2 0,0 3 0,0-7 0,0 1 0,0 0 0,-1 5 0,1 0 0,-1-2 0,3 1 80,3-2 0,1-1 0,1 1 0,-2 1-80,-3 5 0,-2 1 0,1 0 0,2 0 0,6-2 0,2 0 0,1 0 0,-4 1 497,-6-2 1,-3 1-1,3 1-497,7-2 0,3 1 0,-1 1 0,-2 3 0,-1 1 0,2 1 0,1-1 0,2 0 0,1 4 132,7-1 0,1 1-132,-2-11 0,3 4 541,7 17 0,1 3-541,-8-11 0,3 1 827,15 6 0,0 3-827,-21 1 0,1 1 421,19 2 1,2 4-422,-11 3 0,3 2 0,9 5 0,6 3 0,2 0-820,-7 0 1,2 0 0,2-1 0,2-2 789,-7 0 1,1-2-1,1 0 1,2-1-1,0 1 1,2 0-381,-8 1 0,1 1 1,2-1-1,-1 1 1,2-1-1,-1 1 0,2-1 1,-1-1 223,1 0 0,0 0 0,0-1 0,1 1 0,1-2 0,-1 1 0,1 0 0,0 0 0,0 0-142,-4 1 0,0-1 0,1 1 1,0 0-1,-1-1 0,1 1 1,0-1-1,1 1 0,-1 0 1,1 0 261,1 0 1,1 0 0,1 1 0,-1-1 0,1 1 0,-1-1 0,1 0 0,-1 1-1,0-1 1,0 0 65,2-1 0,0 1 0,-1-1 0,1 0 0,-1 0 0,0 0 0,-1 1 0,1-1 0,0 0-229,-2 0 1,-1 0 0,1 0 0,0 0-1,-1-1 1,0 2 0,0-1 0,-1 1 0,0 0 228,2 0 0,-1 1 0,0 0 0,-1 1 0,0 0 0,0-1 0,0 1 0,-1-1-36,3 0 0,0-1 0,-1 0 0,0 0 1,0 1-1,0 0 0,-1 1 36,5 0 0,0 2 0,0 0 0,-1 1 0,1-1 0,-1 1 0,0-1 0,0 0 0,-1 0 0,1 0 0,-1 0 0,1 0 0,0 0 0,-1 0 0,0 0 0,1 0 0,0 0 0,0 0 0,-5 0 0,1 0 0,0 0 0,0 0 0,0 0 0,0 0 0,0 0 0,4-1 0,0 1 0,0-1 0,-1 1 0,2 0 0,1 2 61,-3 0 1,1 1-1,1 0 1,0 1-1,0 0 1,0 0-1,-1-1-61,-1 0 0,-1 0 0,0-1 0,0 1 0,1 0 0,-1 1 0,1 0 0,-5 0 0,1 1 0,0 1 0,1 0 0,-1 0 0,0 0 0,0-1 0,0 0 0,6-1 0,-1-2 0,0 1 0,0-1 0,0 0 0,0 1 0,-1 0 0,1 2 0,-1 1 0,0 1 0,0-1 0,0 0 0,-1 0 0,1-2 160,-3-2 0,-1-1 1,1-1-1,-1-1 1,0 1-1,1 1 1,-1 1-161,1 2 0,0 2 0,1 0 0,-1 0 0,0 1 0,-1-1 0,0-1 155,2-1 1,-1-1 0,0 0 0,-1 0 0,0 0 0,0 0-156,-1 0 0,0 0 0,0 0 0,0 0 0,-1 0 0,-1 2 0,6 2 0,-1 2 0,-1 0 0,0-1 0,-1-2 346,7-3 0,-1-4 0,-1 1 0,-3 4-346,-7 4 0,-3 4 0,-1-1 0,0-3 1014,10-6 0,-2-4 0,-5 6-1014,-9 16 0,-1-1 1638,5-15 0,0-2-1635,-2 10 0,-1 0 1497,1-11 1,3-2-1501,-2 1 0,2 0 0,2 0 0,4 0 0,1 0 0,1 0 143,6 0 1,1 0 0,-1 0-144,-2 0 0,0 0 0,-3 0 0,-5-1 0,-3 0 0,-4 3 0,14 13 0,-21 5 0,-22 13 0,-4 8 0,9 3 0,2 4-723,-7-7 0,-2 3 0,0 4 0,1 0 723,2-3 0,1 1 0,-1 2 0,1 1 0,-2 2-469,-1-9 1,0 1 0,-2 1 0,1 1 0,0 1 0,-1-1 0,1 2 377,0-4 0,0 2 1,0-1-1,0 2 1,0-1-1,0 1 0,0 0 1,0 1-248,0-2 0,0 0 0,0 1 0,0 0 0,0 0 0,0 0 0,0 1 1,0-2-1,0 1 338,0 3 0,0-1 0,0 1 0,0-1 0,0 0 0,0 1 0,0-1 0,0 1 0,0 0 0,0 0 0,0 1 0,0-1 0,0 1 0,0-1 0,0 0 0,0 0-267,0-2 0,0 1 1,0 0-1,0-1 1,0 0-1,0-1 1,0 0-1,0-1 267,0 0 0,0-2 0,0 0 0,0 0 0,0-1 0,0 1 0,0 0-39,0 1 1,0 1 0,0 0 0,0 0 0,0-1 0,0 0 0,0-2 38,0 2 0,0-1 0,0 0 0,0-2 0,0 1 0,0 0 157,0 8 1,0 0 0,0 0-1,0-1 1,0 1-158,0-8 0,1 1 0,-1-1 0,0 0 0,0 1 0,-1 0 0,0 2 0,-1 0 0,-1 0 0,0 1 0,0-1 0,-1-1 0,1-1 0,-1-1 0,0 0 0,0 0 0,-2 0 0,0 0 0,-2 3 0,-2 1 0,-1-1 0,0 1 0,0-1 0,1-1 0,0 3 0,1-1 0,-1 0 0,0 0 0,0 0 0,1-6 0,-1 1 0,0 1 0,-1-2 0,2 1 0,-1-2 351,1 2 0,-1-1 1,2-1-1,-1 0 1,2 2-352,2 3 0,1 1 0,1 0 0,-1 0 0,-1-1 0,-5 7 0,-1-2 0,0-1 0,4 0 0,4-4 0,2-1 0,2 0 0,-2 0 569,-3-1 1,-1-1 0,1 0-1,1-3-569,2 1 0,2-3 0,-1-3 522,0 2 0,0-5 1,0 9-1,0-39 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3T18:02:18.63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28628 9490 24575,'0'29'0,"0"1"0,0 16 0,0 4 0,0-15 0,0 2 0,0 2-820,0 0 1,0 2 0,0 0 0,0 1 767,0-1 0,0-1 0,0 2 0,0 3 52,0 0 0,0 3 0,0 2 0,0 0 0,0 0 0,0-2 0,0 0 0,0-2 0,0 0 0,0 1 0,0 1 0,0-3 0,0 2 0,0 0 0,0 1 0,0 0 0,0-1 0,0 0 0,0 0 0,0 0 0,0-1 0,0 0 0,0-3 0,0 0 0,0-3 0,0 0 0,0 0 0,0 3-384,0 2 1,0 2 0,0 2 0,0 0 0,0-2 0,0-2 383,0-1 0,0-1 0,0-2 0,0 1 0,0 0 0,0 2 0,1 0 0,-1 1 0,0 1 0,-1 2-34,-1-3 1,-1 1 0,0 1-1,-1 2 1,0 0 0,0 0 0,0-1 33,1 1 0,0 1 0,0-1 0,0 0 0,0 1 0,0-2 0,0 0 0,-1-2 0,0-1 0,0 1 0,0-2 0,0 1 0,0-2 0,0 0 0,1 2 0,0 1 0,0-1 0,0-2 0,1-2 0,1-4 0,0 8 0,1-5 0,1 0-59,-1 0 0,0-2 1,0 0 58,0 11 0,0-2 0,0-4 0,0 0 0,0 5 0,0 0 0,0-13 0,0 1 0,0 1 0,0 4 0,0 1 0,0-2 0,0-3 0,0-2 0,0 1 0,0 4 0,0 1 0,0-2 0,0 7 0,0 0 465,0-10 1,0 0-1,0-4-465,0 17 1320,0-18 1,0-7-1321,0-20 0,0 11 0,0-15 0</inkml:trace>
  <inkml:trace contextRef="#ctx0" brushRef="#br0" timeOffset="6632">18715 10918 24575,'41'0'0,"0"0"0,6 0 0,-14 0 0,5 0 0,-3 0 0,-2 0 0,-1 0 0,7 0 0,2 0 0,-7 0 0,0 0 0,0 0 0,8 2 0,0-4 0,-7-4 0,1-4 0,-3 3 0,0 4 0,-1 0 0,10-9 0,-2 1 0,1 11 0,-7 0 0,-1 0 0,4 0 0,-5 0 0,3 0 0,-3 0 0,0 0 0,1 0 0,-1 0 0,-2 0 0,-1 0 0,1 0 0,-1 0 0,20 0 0,-19 0 0,0 0 0,14 0 0,-1 0 0,-6 0 0,-12 0 0,1 0 0,0 0 0,1 0 0,0 0 0,1 0 0,6 0 0,0 0 0,-6 0 0,-1 0 0,-1 0 0,1 0 0,7 0 0,-1 0 0,8 0 0,-8 0 0,1 0 0,3 0 0,6 0 0,0 0 0,-6 0 0,-12 0 0,1 0 0,1 0 0,-1 0 0,2 0 0,-1 0 0,0 0 0,-1 0 0,17 0 0,-14 0 0,1 0 0,19 0 0,-19 0 0,1 0 0,3 0 0,-2 0 0,9 0 0,-7 0 0,-1 0 0,4 0 0,6 0 0,0 0 0,-21 0 0,2 0 0,-24 0 0,0 23 0,0-17 0,0 17 0,-24-23 0,18 0 0,-17 0 0</inkml:trace>
  <inkml:trace contextRef="#ctx0" brushRef="#br0" timeOffset="8682">21943 12330 24575,'22'14'0,"1"1"0,20 9 0,-15-23 0,3-2 0,0 1 0,2 0 0,0 0 0,3 0 0,-1 0 0,11 0 0,0 0 0,-11 0 0,0 0 0,-1 0 0,7 0 0,-1 0 0,3 0 0,0 0 0,-11 1 0,1-2 0,-2-6 0,4-3 0,-1 3 0,11 4 0,2 0 0,-13-4 0,1-2 0,3 2 0,4 4 0,3 4 0,0 0 0,-2 0 0,-2-1 0,-2 0 0,2 0-296,6 0 0,4 0 0,0 0 0,-6 0 296,-5 0 0,-4 0 0,0 0 0,4 0 0,1 0 0,-2 0-28,6 0 1,-2 0 27,1 0 0,0 0 0,-4 0 0,0 0 0,4-2 0,-1 4 0,-4 9 0,2 1 0,-7-9 0,1-3 0,0 3 0,10 9 0,2 0 0,-10-10 0,3-2 0,1-2 0,0 2 0,8 0 0,0 0 0,2 0 0,-4 0 0,2 0 0,1-1 0,-2 2-20,-7-1 0,-1 0 1,0 0-1,-1 0 20,10-1 0,-1 1 0,2 1 0,-3-1 0,2 0 0,-1 0 0,-5 0 0,7 0 0,0 0-23,-6-1 1,6 2 0,-3-2 0,-12 2 22,-6-1 0,10 0 0,-7 0 0,-28 0 0,35 0 0,-17 0 627,2 0 0,3 0-627,10 0 153,6 0-153,-14-12 0,1 0 0,11 6 0,2-17 0,-27 23 0,-16 0 0</inkml:trace>
  <inkml:trace contextRef="#ctx0" brushRef="#br0" timeOffset="10716">20902 14728 24575,'40'0'0,"0"0"0,0 0 0,-4 0 0,1 0 0,2 0 0,0 0 0,2 0 0,0 0 0,2 0 0,4 0-469,-6 0 1,3 0 0,3 0 0,1 0 0,0 0 0,-2 0 0,-2 0-188,2 0 1,-2 0-1,-1 0 1,1 0 0,2 0 577,2 0 1,3 0 0,0 0-1,1 0 1,-2 0 0,-4 0 188,5 0 1,-3 0 0,-2 0 0,-1 0-112,4 0 0,-3 0 0,4 0 0,-9 0 0,3 0 0,2 0 0,-2 0 0,-1 0 0,-1 0 0,-3 0 0,1 0 0,3 0 0,3 0 0,4 0 0,0 0 0,-1 0 0,-5 0 0,6 0 0,-5 0 0,1 0 353,-6 0 0,1 0 1,-1 0-1,-2 0-353,-1 0 0,-2 0 0,1 0 0,5 0 0,1 0 0,-2 0 0,-3 0 0,-1 0 0,-1 0 0,0 0 0,0 0 0,-1 0 1092,1 0 0,0 0 0,-1 0-942,8 0 0,0 0 377,-7-1 0,1 0 1,-5 3-528,10 14 0,-2-12 0,-39 12 0,0-16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3T18:02:49.01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18838 10707 24575,'45'15'0,"-1"-11"0,-1 12 0,-13-15 0,0-2 0,19 1 0,-7 0 0,-1 0 0,0 0 0,-2 0 0,4 0 0,-2 0 0,-1 0 0,-7 0 0,2 0 0,16 0 0,-4 0 0,-6 0 0,-7 0 0,-1 0 0,4 0 0,-11 0 0,-1 0 0,12 0 0,6 0 0,1 0 0,-7 0 0,6 0 0,0 0 0,-6 0 0,-9 0 0,-2 0 0,3 0 0,20 0 0,-18 0 0,2 0 0,2 0 0,-3 0 0,5 0 0,6 0 0,-23 0 0,19 0 0,-17 0 0,21 0 0,0 0 0,-6 0 0,-5 0 0,3 0 0,-4 0 0,2 0 0,1 0 0,2 0 0,-2 0 0,1 0 0,-1 0 0,9 2 0,-4-4 0,-2-14 0,-3 14 0,-1 0 0,8-13 0,2 15 0,-11 0 0,-5 0 0,10 0 0,-11 0 0,-1 0 0,13 0 0,5 0 0,0 0 0,-6 0 0,-10 0 0,-11 0 0</inkml:trace>
  <inkml:trace contextRef="#ctx0" brushRef="#br0" timeOffset="25100">22207 11994 24575,'45'0'0,"1"0"0,0 0 0,4 0 0,-6 0 0,4 0 0,1 0-960,-1 0 1,1 0 0,1 0 959,-13 0 0,1 0 0,0 0 0,0 0 0,10 0 0,0 0 0,1 0-108,0 0 1,0 0-1,0 0 108,-7 0 0,-2 0 0,1 0 81,1 0 0,-1 0 0,0 0-81,-5 0 0,0 0 0,-1 0 0,0 1 0,-1-1 0,1-1 0,4-3 0,0-1 0,3-1 0,0 1 0,2 0 0,2 0 0,-4 0 0,3-1 0,-3 0 0,2-1 344,-3-3 1,2-1 0,0 0-1,-5 3-344,12 5 0,-4 0 0,-8-8 0,1-1 0,3 10 0,5 5 0,-5-4 0,-9-7 0,-1 0 502,15 7 0,-2-2-502,-2-12 576,0 15-576,-6 0 0,-9 0 0,3 0 0,-4 0 0,-5 0 0,15 0 0,4 0 0,-15 0 0,1 0 0,6 0 0,3 0 0,-1 0 0,5 1 0,0-2 0,1-6 0,3-2 0,-3 1 0,5 5 0,-2 0 0,-9-4 0,0-3 0,-1 4 0,9 5 0,-4 2 0,2-1 0,-10 0 0,-3 0 0,-8 0 0,19 0 0,-33 0 0,17 0 0,-23 0 0,0 0 0,0 23 0,0-17 0,-23 18 0,17-24 0,-17 0 0,7 0 0,12 0 0,-27 0 0,27 0 0,-12 0 0,16 0 0,0 0 0</inkml:trace>
  <inkml:trace contextRef="#ctx0" brushRef="#br0" timeOffset="31749">21149 14640 24575,'43'0'0,"-13"0"0,1 0 0,18 0 0,-9 0 0,2 0 0,-9 0 0,-1 0 0,0 0 0,1 0 0,7 0 0,2 0 0,5 0 0,2 0 0,-2 0 0,2 0 0,-10 0 0,2 0 0,-1 0 0,-5 1 0,0 0 0,-2-3 0,14-5 0,-2-1 0,4 6 0,-1 0 0,-4-7 0,-2 2 0,-14 6 0,1 2 0,11-1 0,2 0 0,-10 0 0,1 0 0,9 0 0,4 0 0,-12 0 0,1 0 0,0 0 0,11 0 0,0 0 0,1 0 0,2 0 0,-12 0 0,0 0 0,-1 0 0,2 0 0,2 0 0,0 0 0,3 0 0,-1 0-140,-5 0 1,-1 0 0,-1 0 139,-1 0 0,0 0 0,0 0 0,3 0 0,0 0 0,-1 0 0,12 0 0,0 0 0,-2 0 0,0 0 0,-5 0 0,-2 0 0,-3 0 0,-5 0 0,-9 0 0,17 0 0,-51 0 0,24 0 0,-28 0 0,16 0 0</inkml:trace>
  <inkml:trace contextRef="#ctx0" brushRef="#br0" timeOffset="53616">12506 9437 24575,'0'45'0,"0"-13"0,0 3 0,0 11 0,0 4 0,0-5 0,0 6 0,0-13 0,0 6 0,0 2 0,0-1 0,0-5 0,0 4 0,0-4 0,0 4-656,0-4 1,0 4-1,0 2 1,0-1 0,0-3 567,0-2 1,0-2 0,0-2 0,0 1 87,0 11 0,0 0 0,0 1-22,0-6 0,0 1 1,0-1-1,0-2 22,0-5 0,0-2 0,0 1 216,0 7 1,0 2-1,0-4-216,0 2 0,0-4 0,1-5 0,-2-1 0,-7 8 0,0 2 891,7 5 0,-2 2-891,-8-9 0,-5 0 0,4 0 0,9-6 0,2 0 0,-1 0 345,-5 2 1,-3 1 0,4-4-346,5-5 0,2 0 122,-1 15 1,0 1-123,0-4 0,0 0 0,0 4 0,0 0 0,1-4 0,-2 1 0,-7 2 0,0 0 0,6-11 0,0 0 0,-3 1 0,-1 3 0,2-5 0,3-4 0,2-1 0,-1 16 0,0-1 0,0-4 0,0-4 0,0 0 0,0 9 0,0-13 0,0 0 0,0 15 0,0-7 0,0-11 0,0-1 0,0-4 0,0 3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3T18:04:01.94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8767 11201 24575,'45'0'0,"-13"0"0,2 0 0,-3 0 0,3 0 0,4 0 0,3 0 0,-1 0 0,8 0 0,1 0-262,-5 0 0,3 0 0,-3 0 262,3 0 0,-2 0 0,2 0 0,2 0 0,-12 0 0,0 0 0,-1 0 0,3 0 0,0 0 21,-3 0 1,2 0 0,-2 0-22,5 0 0,-2 0 0,5 0 0,0 0 0,-10 0 0,1 1 0,0-2 0,1-4 0,-1-1 0,2 1 0,3 3 0,0 2 0,3-2 0,1-1 0,2-2 0,0 0 0,-3 2 0,-2 3 0,-2 0 0,2 0 0,2 0 0,3 0 0,-1 0 0,-4 0 0,6 0 0,-2 0 0,-11 0 0,1 0 0,0 0 0,0 0 0,-1 0 0,1 0 0,11 2 0,0-4 0,1-9 0,2-1 0,-8 10 0,3 2 0,-4-4 0,5-15 0,0-1 0,-7 13 0,3 2 0,1 2 0,-4-2 0,10-4 0,0-1 0,-11 0 0,2-1 0,1 0 0,-5 3 0,6 5 0,-2 1 0,0-6 0,1-1 0,-3 2 0,-4 7 0,-1 0 0,10-7 0,2-2 0,2 8 0,4-2 0,-15-3 0,2-3 0,1 0 0,-1 2 0,7 4 0,0 3 0,1-1-294,-5-2 1,2-2 0,-1 1 0,-1 0 293,5 3 0,-1 2 0,-2-1 0,-7 0 0,-2 0 0,1 0-111,8 0 0,1 0 0,-2 0 111,1 0 0,0 0 0,-9 0 0,2 0 0,1 0 0,3 0 0,2 0 0,-2 0 0,9 0 0,0 0 0,-7 0 0,0 0 0,-3 0 271,-5 0 1,-1 0-272,1 0 0,0 0 61,-2 0 1,-1 0-62,19 0 597,-20 0 0,1 0-597,-1 0 0,1 0 183,2 0 1,0 0-184,0 0 0,1 0 0,1 0 0,-1 0 0,-6 0 0,-2 0 0,7 0 0,-2-2 0,-5 4 0,-19 14 0,17-12 0,-23 12 0,0-16 0,0 15 0,0-11 0,0 12 0,0 8 0,0-19 0,0 19 0</inkml:trace>
  <inkml:trace contextRef="#ctx0" brushRef="#br0" timeOffset="15800">20655 10866 24575,'35'0'0,"-7"0"0,3 0 0,6 0 0,4 0 0,1 0 0,-3 0 0,-1 0 0,2 0 0,10 0 0,1 0 0,-5 0 0,-4 0 0,-3 0 0,4 0 0,-4 0 0,2 0 0,-7 0 0,-1 0 0,4 0 0,-11 0 0,-1 0 0,12 0 0,-9 0 0,3 0 0,-27 0 0,12 0 0</inkml:trace>
  <inkml:trace contextRef="#ctx0" brushRef="#br0" timeOffset="17988">23213 11924 24575,'37'0'0,"0"0"0,-4 0 0,3 0 0,6 0 0,5 0 0,-1 0 0,-5 0 0,-1 0 0,-1 0 0,-5 0 0,0 0 0,0 0 0,3 0 0,1 0 0,-8 0 0,-4 0 0,4 0 0,-5 0 0,-21 0 0,35 0 0,-18 0 0,23 0 0,-1 0 0,-6 0 0,-5 0 0,6 0 0,-2 0 0,-3 0 0,0 0 0,3 0 0,3 0 0,-4 0 0,-7 0 0,-3 0 0,18 0 0,0 0 0,-21 0 0,17 0 0,-12 0 0,11 0 0,5 0 0,-24 0 0,-3 0 0</inkml:trace>
  <inkml:trace contextRef="#ctx0" brushRef="#br0" timeOffset="23133">10654 10989 24575,'30'0'0,"1"0"0,-4 0 0,1 0 0,-1 0 0,-2 0 0,3 0 0,-28 0 0,-28 0 0,-9 0 0,10 0 0,11 0 0,0 0 0,-11 0 0,-10 0 0,-6 0 0,12 0 0,3 0 0,2 0 0,-13 0 0,39 0 0,0 0 0,16 0 0,-12 0 0,11 0 0,-15 0 0,0 0 0,0 0 0</inkml:trace>
  <inkml:trace contextRef="#ctx0" brushRef="#br0" timeOffset="29334">21237 14640 24575,'49'0'0,"0"0"0,-12 0 0,2 0 0,2 0 0,3 0 0,-5 0 0,3 0 0,2 0 0,0 0 0,1 0 0,0 0-547,1 0 1,0 0 0,1 0 0,0 0 0,0 0 0,0 0-1,1 0 1,1 0 0,-1 0 0,1 0 0,-2 0 0,0 0 526,2 0 0,-1 0 0,-1 0 1,0 0-1,1 0 20,-5 0 0,1 0 0,-1 0 0,2 0 0,0 0 0,2 0 0,0 0 0,2 0 0,1 0 0,0 0 0,1 0 0,-1 0 0,0 0 0,-4 0 0,0 0 0,-1-1 0,1 1 0,-1 0 0,1 0 0,1 1 0,-3 1 0,2 0 0,0 1 0,0 1 0,0-1 0,-1 0 0,0 1 0,0-1 0,1 0 0,0 0 0,0-1 0,-1 1 0,-1 0 0,-2 0 0,-2 1 194,10 2 0,-3 1 0,-3 0 0,1 1-194,1 0 0,1 1 0,-3-1 0,-6-2 644,-2-4 1,-6 0-645,8 14 0,5-16 0,-24 0 3276,-3 0-3103,-16 0 966,24 0-1139,13 0 0,8 0 0,4 0 0,-10 0 0,0 0 0,-2 0 0,1 0 0,-3 0 0,-1 0 0,-3 0 0,1 0 0,-4 0 0,0 0 0,-12 0 0,-16 0 0</inkml:trace>
  <inkml:trace contextRef="#ctx0" brushRef="#br0" timeOffset="39150">12594 11113 24575,'30'0'0,"-1"0"0,2 0 0,3 0 0,-1 0 0,2 0 0,1 0 0,10 0 0,0 0 0,2 0 0,0 0 0,-5 0 0,0 0 0,5 0 0,0 0 0,-3 0 0,2 0 0,-8 0 0,2 0 0,-1 0 0,6 0 0,0 0 0,-12 0 0,2 0 0,-2 0 0,6 0 0,0 0 0,4 0 0,-2 0 0,-10 0 0,1 0 0,16 0 0,2 0 0,-5 0 0,0 0 0,-3 0 0,-2 0 0,-8 0 0,-7 0 0,-10 0 0,-16 0 0,0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3T18:05:05.58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2099 10372 24575,'41'0'0,"-1"0"0,1 0 0,0 0 0,4 0 0,1 0 0,3 0 0,2 0 0,1 0 0,-6 0 0,1 0 0,2 0 0,1 0 0,1 0 0,0 0 0,2 0-365,-8 0 1,1 0 0,0 0 0,1 1 0,1-1 0,1 0 0,1 0 0,2-1 0,2 1 145,-11-1 1,2 0-1,1 0 1,1 0-1,1 0 1,1 0-1,1-1 1,0 1-1,1-1 1,0 0 0,1 0-1,-1 0 1,1 0-1,-1 0 1,0-1 25,-3 1 0,0-1 0,1 0 1,0-1-1,0 1 0,1-1 0,0 0 1,-1 1-1,1-1 0,0 0 0,0 0 1,0 0-1,0 0 0,-1 0 0,1 0 1,-1 1-1,-1-1 65,2 1 1,-1 0 0,1-1 0,-2 1-1,1 0 1,0 0 0,-1 0 0,1 0-1,-1 0 1,1 0 0,0 0 0,-1-1-1,1 1 1,1-1 0,-1 0 0,1 0 127,-2 1 0,0-2 0,1 1 0,0-1 0,1 1 0,0-1 0,1 0 0,-1 0 0,0 0 0,0 0 0,-1 0 0,0 0 0,-1 0 0,-1 1 0,-1-1 0,-2 1 0,-1 0 0,-1 0-92,11 0 1,-3-1-1,-1 1 1,-2 0-1,-1 1 1,-1-1-1,-1 1 1,1-1-1,0 1 1,1 0 91,4-1 0,0 1 0,0 0 0,-1 0 0,1-1 0,-1 1 0,0 1 0,-1-1 0,0 0-75,2 1 1,1-1 0,-1 1 0,0 0 0,-1 0 0,-2 0 0,0 1-1,-3 0 75,1 0 0,-3 1 0,-2 0 0,1 0 0,0 1 0,3-1 0,3 0 0,3 0 0,1 0 0,1 0 0,-1 0 0,-2 0 0,-2 0 0,3 0 0,-2 0 0,-2 0 0,1 0 0,3 0 0,-7 0 0,2 0 0,1 0 0,1 0 0,-1 0 0,-1 0 0,-2 0 0,8 0 0,-3 0 0,0 0 0,-1 0 0,0 0 0,1 0 0,0 0 0,0 0 0,-1 0 0,0 0 398,-5 0 1,0 0 0,-1 0 0,-1 0 0,-4 0-399,8 0 0,-4 0 0,0 0 0,4 0 0,1 0 0,-3 0 0,2 0 0,-2 0 0,-1-1 0,3 0 0,-7 3 0,-10 6 0,-1-1 1092,11-6 0,5-2 0,-5 5-477,-10 16 0,-2 0 1023,13-17 0,-1-1 383,6 22-442,-6-24-1579,-12 8 0,1 0 0,0-7 0,1 2 0,7 12 0,3 1 0,3-13 0,0-2 0,-7 6 0,-1 2 0,2 3 0,-2-1 0,6-5 0,5 17 0,0-7 0,-6-12 0,-9 12 0,3-16 0,-27 0 0,12 0 0,7 0 0,-17 0 0,33 0 0,-11 0 0,-7 0 0,3 0 0,-9 0 0,-11 0 0,28 0 0,-5 0 0,-5 0 0,1 0 0,-7 0 0,-12 0 0,35 0 0,-33 0 0,17 0 0,-23 0 0,0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1:37.11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670 6209 24575,'0'32'0,"0"1"0,0 7 0,0 2 0,0-2 0,0 0 0,0 6 0,0 0 0,0-11 0,0 0 0,0-1 0,0 7 0,0-1 0,0 2 0,0 2 0,-1 4 0,2 0 0,7-2 0,0 0 0,-6-12 0,-2 2 0,2-2 0,6 11 0,0-2 0,-9-3 0,2 0 0,5-7 0,4 1 0,-3 1-443,-5 5 0,-2 2 0,4 0 443,7 0 0,4 1 0,-2 1 0,-3 5 0,-1 1 0,0-2 0,-3-11 0,1-1 0,1-1 108,5 1 0,2-1 0,-4-2-108,-8 0 0,-2-2 0,8 1 0,-2-5 0,-7-7 0,0 19 0,0-33 1005,0 17-1005,0-23 0,0 16 0,0-12 0,0 20 0,0 7 0,0 18 0,4-17 0,3 4 0,-2 0 0,-4 0 0,0 0 0,1 0 0,2 0 0,3 0 0,-3-1 0,-3 1 0,-1-1 0,-1-2 0,1 0 0,0-1 0,0 9 0,0 0 0,-1-12 0,2-1 0,10 15 0,2 0 0,-11-10 0,2-1 0,8-1 0,-1-1 0,-11 13 0,0-24 0,0 21 0,0-34 0,0 33 0,0-20 0,0 24 0,0-5 0,0-7 0,0-11 0,0-22 0,0 19 0,0-40 0</inkml:trace>
  <inkml:trace contextRef="#ctx0" brushRef="#br0" timeOffset="30699">18415 1393 24575,'0'36'0,"0"7"0,0-7 0,0 4 0,0 5 0,0 2-339,0-6 0,0 1 0,0-1 339,0-5 0,0 0 0,0 0 0,0-1 0,0 0 0,0-1 0,0 7 0,0-2 166,0-3 1,0-2-167,0 1 0,0-1 84,0-6 1,0-1-85,0 0 0,0-1 0,0 1 0,0-3 0,0-3 515,0 19-515,0-21 0,-16 24 0,12-5 0,-11 5 0,15 0 0,0-22 0,0 19 0,0-13 0,0-1 0,0 1 0,0 4 0,0-3 0,0-1 0,0-5 0,0 2 0,0 3 0,0 10 0,0 6 0,0-23 0,0 19 0,0-2 0,0-11 0,0 3 0,0 9 0,0 0 0,0-6 0,0 1 0,0 0 0,0 2 0,0-1 0,0 7 0,0 2 0,0 4 0,0 4 0,0-6 0,0-7 0,0-1 0,0 16 0,0-8 0,0-26 0,0 21 0,0-35 0,0 35 0,0-36 0,0 11 0,0 9 0,0-3 0,0 10 0,0 5 0,0-4 0,0 1 0,0 7 0,0 0 0,1-4 0,-2-2 0,-7-6 0,0-3 0,4 19 0,-12-1 0,16-22 0,0 18 0,0-35 0,0 12 0,0-16 0,0 24 0,0-19 0,0 19 0,0-8 0,0 3 0,0 24 0,0-16 0,0-1 0,0 6 0,0-2 0,0-6 0,0-18 0,0 34 0,0-37 0,0 13 0,0 8 0,0-18 0,0 33 0,0-35 0,0 11 0,0 1 0,0-12 0,0 22 0,0 3 0,0-19 0,0 15 0,0 4 0,0-1 0,0-7 0,0 3 0,0-8 0,0-12 0,0 11 0,0 9 0,0-18 0,0 33 0,0-35 0,0 11 0</inkml:trace>
  <inkml:trace contextRef="#ctx0" brushRef="#br0" timeOffset="33832">22490 3651 24575,'45'0'0,"-6"0"0,4 0 0,-9 0 0,2 0 0,2 0-820,1 0 1,3 0 0,2 0 0,-1 0 680,3 0 1,1 0 0,0 0 0,1 0 138,-7 0 0,0 0 0,1 0 0,1 0 0,0 0 0,-1 0 0,2 0 0,0 0 0,0 0 0,0 0 0,-3 0 0,9 0 0,-2 0 0,-1 0 0,2 0 0,-5 0 0,1 0 0,1 0 0,-2 0 0,-4 0 196,8 0 1,-5 0 0,-2 0-197,2 0 0,-2 0 379,2 0 1,-4 0-380,-1 0 0,5 16 0,-15-14 0,2 0 981,2 6 1,1 0-982,11-7 0,0-2 0,-4 1 0,1 0 0,-8 0 0,2 0 0,-1 0 0,8 0 0,0 0 259,2 0 0,0 0-259,-5 0 0,-1 0 0,-10 0 0,-2 0 0,1 0 0,-1 0 0,0 0 0,-1 0 0,12 0 0,-4 11 0,1 1 0,-6-9 0,1 0 0,14 8 0,0 1 0,-10-3 0,-1-2 0,7-5 0,-2 0 0,-9 5 0,-1 2 0,0-1 0,-1-1 0,17-3 0,-23 12 0,19-16 0,-17 0 0,5 0 0,12 0 0,-17 0 0,21 0 0,-14 0 0,1 0 0,11 0 0,-8 0 0,0 0 0,5 0 0,-13 0 0,1 0 0,0 0 0,1 0 0,-1 1 0,2-2 0,11-7 0,-1 0 0,11 4 0,-19-4 0,-1 1 0,14 7 0,-6-16 0,6 12 0,0-12 0,-5 16 0,-12 0 0,-2 0 0,-2 0 0,17 0 0,-19 0 0,-1 0 0,21 0 0,-19-23 0,7 17 0,-13-17 0,-15 23 0,16 0 0,-12 0 0,12 0 0,-16 0 0,23 0 0,-17 0 0,18 0 0,-9 0 0,-11 0 0,12 0 0,-16 0 0,0 0 0</inkml:trace>
  <inkml:trace contextRef="#ctx0" brushRef="#br0" timeOffset="82766">24465 3563 24575,'20'29'0,"-5"-5"0,-15-24 0,24 0 0,-3 0 0,4 0 0,1 0 0,12 0 0,-5 0 0,0 0 0,8 0 0,3 0 0,-13 0 0,-4 0 0,11 0 0,-4 0 0,-2 0 0,-6 0 0,1-11 0,1-2 0,-1 8 0,-5-19 0,17 24 0,-35 0 0,35 0 0,-33 0 0,17 0 0,-23 0 0,16 0 0,-12 0 0,12 0 0,-1 0 0,-11 0 0,12 0 0,7 0 0,-17 0 0,33-16 0,-35 12 0,28-11 0,-28 15 0,35 0 0,-33 0 0,17 0 0,-7 0 0,-12 0 0,35 0 0,-33 0 0,33 0 0,-35 0 0,27 0 0,-27 0 0,36 0 0,-19 0 0,7 0 0,3 0 0,-27 0 0,35 0 0,-17 0 0,5 0 0,12 0 0,-17 0 0,21 0 0,0 0 0,-6 0 0,6 0 0,0 0 0,-5 0 0,-13 0 0,1 0 0,11 0 0,6 0 0,0 0 0,-21 0 0,17 0 0,-35 0 0,35 0 0,-33 0 0,33 0 0,-19 0 0,23 0 0,-22 0 0,19 0 0,-37 0 0,29 0 0,-28 0 0,35 0 0,-33 0 0,33 0 0,-35 0 0,12 0 0,7 0 0,-17 0 0,18 0 0,-24 0 0,0 0 0,0 0 0</inkml:trace>
  <inkml:trace contextRef="#ctx0" brushRef="#br0" timeOffset="93933">21325 8520 24575,'36'0'0,"3"0"0,4 0 0,-1 0 0,2 0 0,-9 0 0,1 0 0,1 0 0,4 0 0,2 0 0,-2 0 0,-1 0 0,-1 0 0,0 0 0,1 0 0,0 0 0,0 0 0,1 0 0,0 0 0,-4 0 0,-2 0 0,-5 0 0,13 0 0,-12 0 0,-27 0 0,35 0 0,-1 0 0,-5 0 0,4 0 0,3 0 0,1 0 0,2 0 0,2 0 0,-1 0 0,0 0 0,-4 0 0,0 0 0,2 0 0,3 0 0,-3 0 0,3 0 0,3 0-553,-7 0 1,2 0 0,1 0 0,0 0 552,5 0 0,1 0 0,1 0 0,-1 0 0,0 0 0,1 0 0,-1 0 0,-1 0 0,-4 0 0,-1 0 0,-1 0 0,0 0-332,6 0 1,-1 0 0,0 0 331,1 0 0,0 0 0,0 0 0,-7 0 0,-1 0 0,-1 0-154,-4 0 1,0 0 0,0 0 153,4 0 0,0 0 0,-1 0 0,7 0 0,0 0 0,-6 0 0,1 0 0,-2 0 0,8 0 0,-2 0 0,4 0 0,-2 0 0,-11 0 0,-1 0 1016,3 0 1,0 0-1017,-5 0 0,-1 0 542,4 0 1,-2 0-543,-7 0 0,-1 0 272,8 0 1,-1 0-273,8 0 0,-8 1 0,1-2 0,-8-7 0,1 0 0,17 7 0,6-2 0,-13-8 0,2-4 0,2 2-402,-3 6 0,2 2 1,1 0-1,-1 0 402,0-1 0,0-1 0,0 0 0,1 0 0,5-3 0,2-1 0,1 0 0,-2 4-480,-4 3 1,0 4-1,0 0 1,0-2 479,-4-2 0,1-2 0,1 1 0,-1 0 0,0 1 0,9 3 0,0 1 0,0 1 0,-2-1 0,-5 0 0,-1 0 0,0 0 0,0 0-173,2 0 1,2 0-1,-2 0 1,-4 0 172,-3 0 0,-2 0 0,-2 0 0,18 0 0,-6 0 0,-6 0 1385,1 0-1385,-20 0 1997,1 0-1997,19 0 833,-33 0-833,33 0 0,-35 0 0,35 0 0,-33 0 0,34 0 0,-37 0 0,29 0 0,-28 0 0,11 0 0,-15 0 0</inkml:trace>
  <inkml:trace contextRef="#ctx0" brushRef="#br0" timeOffset="208166">24677 12629 24575,'43'0'0,"-6"0"0,2 0 0,-1 0 0,1 0 0,2 0 0,-2 0 0,-8 0 0,-3 0 0,15 0 0,-21 0 0,17 0 0,-12 0 0,10 0 0,7 0 0,-25 0 0,20 0 0,-33 0 0,18 0 0,-9 0 0,5 0 0,8 0 0,3 0 0,18 0 0,-12 0 0,2 0 0,5 0 0,-1 0 0,-9 0 0,0 0 0,7 0 0,-5 0 0,-9 0 0,1 0 0,-1 0 0,-2 0 0,8 0 0,1 0 0,3 0 0,-9 0 0,3 0 0,-4 0 0,11 0 0,-13 0 0,1 0 0,11 0 0,6 0 0,-23 0 0,19 0 0,-33 0 0,33 0 0,-12 0 0,0 0 0,-1 0 0,6 0 0,-2 0 0,-6 0 0,-18 0 0,34 0 0,-21 0 0,24 0 0,-21 0 0,17 0 0,-12 0 0,11 0 0,5 0 0,0 0 0,-6 0 0,2 0 0,-1 0 0,1 0 0,1 0 0,0 0 0,3 0 0,-4 0 0,3 0 0,-12 0 0,-2 0 0,-8 0 0,19 0 0,-33 0 0,18 0 0,-9 0 0,-11 0 0,35 0 0,-17 0 0,9 0 0,5 0 0,-3 0 0,-2 0 0,18 0 0,-20 0 0,-3 0 0,-6 0 0,-1 0 0,21 0 0,-35 0 0,19 0 0,-24 0 0,16 0 0,3 0 0,24 0 0,-5 0 0,-13 0 0,1 0 0,11 0 0,6 0 0,-14 0 0,1 0 0,11 0 0,-8 0 0,6 0 0,-5 0 0,13 0 0,-14 0 0,5 0 0,-3 0 0,-7 0 0,0 0 0,15 0 0,1 0 0,-11 0 0,-2 0 0,0 0 0,-1 0 0,13 0 0,0 0 0,-21 0 0,17 0 0,-35 0 0,27 0 0,-27 0 0,12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5:52.99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9948 14146 24575,'20'0'0,"-4"0"0,7 0 0,-1 0 0,21 0 0,0 0 0,-6 0 0,-9 0 0,-13 0 0,-15 0 0,0 0 0,24 0 0,-18 0 0,17 0 0,-7 0 0,-12 16 0,11-12 0,-15 12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7:44.59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1305 13847 24575,'0'19'0,"0"20"0,0-17 0,0 10 0,0 3 0,0 6 0,0-2 0,0 4 0,0-4 0,0 2 0,0-6 0,0 1 0,0 1-277,0 4 0,0 0 0,0 1 277,0 1 0,0 1 0,0 0 0,0-1 0,0-1 0,0-2 0,0 7 0,0-2 0,0 6 0,0-4 0,0-14 0,0-1 0,0 7 0,0 2 0,0-5 0,0 2 0,0-2 0,0 4 0,0-1 0,2 9 0,-4-2 0,-9-18 0,-1-3 0,6 18 0,-6-14 0,0 1 831,12 19-831,1-20 0,-2 2 0,-6 3 0,-1-1 0,6-5 0,0 1 0,-6 13 0,0 2 0,7-4 0,2 0 0,0 4 0,-2 1 0,-3-11 0,-3 1 0,2-1 0,3 13 0,0-1 0,-6 2 0,1 0 0,6-5 0,2 0 0,-1-3 0,0 0 0,0 5 0,0-2 0,0-9 0,0-3 0,0-1 0,0-1 0,0 14 0,0-6 0,-11-11 0,-2-1 0,7 12 0,-6-3 0,1-1 0,11-8 0,0 6 0,0-7 0,0-20 0,0 28 0,0-28 0,0 11 0,0 9 0,0-18 0,0 33 0,0-12 0,0 11 0,0-4 0,0-2 0,0-6 0,0 2 0,0-1 0,0-8 0,0 24 0,0-21 0,0 17 0,0-35 0,0 35 0,0-33 0,0 18 0,0-24 0,0 15 0,0-11 0,0 12 0,23-16 0,-17 0 0,18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50:13.22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13847 7514 24575,'0'20'0,"0"19"0,0-17 0,0 10 0,0 2 0,0 7 0,0-11 0,0-1 0,0 14 0,0-6 0,1-4 0,-2 1 0,-7-2 0,0 1 0,6 6 0,0 2 0,-6 2 0,0 0 0,9 5 0,-2 0 0,-10-2 0,-1 1 0,9-13 0,3 1 0,-3-1 0,-8 11 0,-2-1 0,4-4 0,3 0 0,4-5 0,0 0 0,-5 5 0,-2-3 0,1-12 0,0-1 0,6 5 0,0 1 0,-4-1 0,-3 1 0,-4 2 0,2 0 0,8 0 0,0 1 0,-9 9 0,1-2 0,11 1 0,-8-7 0,0-1 0,4 4 0,-11 6 0,15 0 0,0-21 0,-24 17 0,18-11 0,-17 9 0,23-10 0,0 5 0,0-5 0,-16 10 0,14-11 0,0-1 0,-14 13 0,16 5 0,0 0 0,0-6 0,-15 6 0,11 0 0,-12-6 0,15-4 0,2 1 0,-1 7 0,0-7 0,0-1 0,0 4 0,0 6 0,0 0 0,0-21 0,0 17 0,0-11 0,0-4 0,0 5 0,0 6 0,0 0 0,0-6 0,0-1 0,0 6 0,0-1 0,0 4 0,0-11 0,0-1 0,0-4 0,0 18 0,0-35 0,0 28 0,0-28 0,0 35 0,0-18 0,0 4 0,0 1 0,0 12 0,16-11 0,3 4 0,2-16 0,2-2 0,14 8 0,-13-7 0,3-4 0,-2-9 0,3-2 0,6 0 0,2 2 0,3 6 0,3 2 0,-9-8 0,1-1 0,2 3-498,7 5 0,1 3 1,1 1 497,-10-2 0,1 1 0,0 0 0,2 0-545,4 1 0,1 0 1,1 0-1,1 1 545,-6-1 0,1 1 0,0-1 0,1 1 0,-1-2 0,0-1 0,-1-2 0,1 1 0,0-1 0,1 0 0,4 1 0,1-1 0,0 1 0,0 0 0,-2-1 0,5 2 0,-3-1 0,1 1 0,-1-2 0,3 0 0,-1-2 0,0 0 0,-2 2-288,3 3 0,-1 0 1,0-2 287,1-6 0,1-3 0,-2 1 0,-11 4 0,-2 1 0,0-1-69,5-4 1,1-2 0,-2 1 68,7 0 0,0 0 0,-7-1 0,2 0 0,-1 3 0,-4 4 0,0 4 0,-1-3 187,1-5 0,0-1 1,0 2-188,9 8 0,1 4 0,-2-2 0,-6-3 0,-2-1 0,2 0 0,7-2 0,3 0 0,-2 0 0,-2 1 0,0 0 0,0 0 0,-2-2 0,0-1 0,-1-1 0,-5-2 0,0-1 0,0 0 0,6 4 0,1 2 0,-3-3 0,-1-3 0,1-2 0,0 1 0,3 0 0,-1 0 0,-6 0 0,0 0 0,0 0 0,5 0 0,0 0 0,2 0 0,6 0 0,1 0 0,-2 0 0,-5 0 0,-2 0 0,3 0 75,-5 0 1,2 0 0,0 0 0,0 0-76,1 0 0,0 0 0,1 0 0,-1 0 0,1 0 0,-1 0 0,1 0 0,1 0 0,-3 0 0,0 0 0,1 0 0,0 0 0,-2 0 0,4 0 0,-2 0 0,0 0 0,3 0 0,0 0 0,2 0 0,2 0 0,0 0 0,0 0-518,-7 0 1,-1 0 0,1 0 0,1 0 0,1 0 0,2 0 517,-1 0 0,2 0 0,0 0 0,2 0 0,1 0 0,1 0 0,0 0 0,-1 0-328,-5 0 0,0 1 0,0-1 1,1 1-1,0-1 0,1 0 1,0 0-1,0 0 0,1-1 1,1 0 237,-3-1 0,0 0 0,2-1 0,0 0 1,0 0-1,1 0 0,-1-1 0,1 0 1,0 0-1,-1 1 0,0-1 0,-1 0 90,2 0 0,1 0 0,-2 0 0,1 0 0,0-1 0,-1 1 0,0-1 0,1 1 0,-1-1 0,-1 0 0,1 0 0,-1 0 0,0-1 0,0 1 0,1-1 0,-1 0 0,-1 0 0,0 0 0,0 0 0,-1-1 0,-1 1 0,-1 0-224,7-1 0,-2-1 0,0 0 0,-2 0 0,0 0 0,-1 0 0,0 2 0,-1 0 224,8 1 0,-1 1 0,0 2 0,-2-1 0,-1 1 0,-1-1-5,1-1 1,-1 1 0,-1-1 0,-2 1 0,-1 1 4,1 1 0,-1 1 0,-2 1 0,-1-1 657,6 0 0,-2 0 0,-3 0-657,9 0 0,-4 0 0,-2 0 0,-1 0 0,-3 0 0,0 0 1638,5 0 0,-2 0-972,-10 0 0,-1 0 972,-1 0 0,-3 0-806,-9 0 1190,21 0-2022,-35 0 437,19-23-437,-24 1 0,0-9 0,0-5 0,0-2 0,0-4 0,0-3 0,0-5 0,0-2-790,0 7 1,0-1 0,0-2 0,0-1 789,0 4 0,-1-1 0,1-1 0,0 0 0,1 1 0,1-1 0,2 2 0,-1-1 0,1-1 0,-1 0-272,-2 5 0,-1-1 1,0 0-1,0 0 0,1 2 1,1 2 271,1-2 0,2 3 0,-1 1 0,-1-1-87,-2-4 1,-1-2 0,0 2 0,-1 5 86,1-5 0,0 4 0,0-6 0,0-1 0,1 5 0,-2 0 0,-6 4 0,-1 2 1398,6 7 0,0 1-1398,-6-7 0,0-1 0,7 3 0,2-3 0,-1 2 0,0-3 0,0-2 139,0-2 0,0-2 0,0-2-139,0 3 0,0-2 0,0 0 0,0-1 0,0 1 0,0-1 0,0 0 0,0-1 0,0-2 0,0-2 0,0 2 0,0 2 0,0-3 0,0 3 0,0-1-48,0-1 0,0 0 0,0 3 48,0-4 0,0 2 0,0 10 0,0 0 0,0 1 0,0-6 0,0 0 0,0-3 0,0 0 0,0-5 0,0 0 0,0 2 0,0 0 0,0 6 0,0-1 0,0 2 0,0-8 0,0 2 0,0 10 0,0-1 0,0 3 0,0-1 0,0 3 0,0 0 0,0 4 1457,0 7-1457,0 4 606,-24 16-606,3 0 0,-7-23 0,-3 17 0,27-18 0,-35 24 0,17 0 0,-10 0 0,-2 0 0,-7 0 0,1 0 0,-3 0 0,3 0 0,0 0 0,-5 0 0,-2 0 0,8 0 0,-1 0 0,-1 0-514,-2 0 1,-1 0 0,0 0 513,-3 0 0,-2 0 0,0 0 0,6 0 0,-1 0 0,-1 0 0,2 0 0,-6 0 0,2 0 0,-2 0 0,9 0 0,-2 0 0,1 0 0,2 0 0,0 0 0,3 0 0,-1 0-41,-3 0 1,-1 0 0,3 0 40,-7 0 0,1 0 0,10 0 0,-1 0 0,0 0 0,-6 0 0,-2 0 0,3 0 0,-4 0 0,3 0-350,7 0 0,1 0 1,-2 0 349,-13 0 0,-2 0 0,1 0 0,6 0 0,1 0 0,-1 0 0,-5 0 0,-1 0 0,-1 0 0,4 0 0,-1-1 0,-1 2 0,6 4 0,-1 2 0,-2 0 0,1-2-545,-2-3 1,-1-2 0,0 1 0,-1 2 544,6 3 0,0 2 0,0 1 0,-1 0 0,0-2 0,-2-2 0,0-1 0,-1 0 0,0-1 0,1 1 0,-2-1 0,1 2 0,-1-1 0,1-1 0,0 1 0,3 0 0,-1-1 0,1 1 0,0-1 0,1-1 0,-9-1 0,0-1 0,1-1 0,2 1 107,8 0 1,2 0 0,1 0 0,1 0-108,-6 0 0,1 0 0,1 0 0,5 0 0,1 0 0,-1 0 0,-7 0 0,-1 0 0,0 0 0,2 0 0,-1 0 0,-4 0-506,4 0 1,-3 0 0,-3 0 0,0 0 0,2 0 505,3 0 0,2 0 0,-1 0 0,-1 0 0,-2 0-297,4 0 0,-3 0 0,0 0 0,-2 0 0,0 0 0,1 0 0,1 0 297,-3 0 0,0 0 0,1 0 0,-1 0 0,1 0 0,-1 0 0,-1 0 0,-1 0 0,0 0 0,0 0 0,0 0 0,1 0-88,2 0 1,0 0 0,1 0 0,0 0 0,0 0 0,2 0 87,-5 0 0,1 0 0,1 0 0,1 0 0,-1 0-124,3 0 0,0 0 1,1 0-1,0 0 0,1 0 124,-6 0 0,0 0 0,2 0 0,-1 0 0,2 0 0,-1 0 0,1 0 0,3 0 499,-1 0 0,3 0 0,-1 0-499,-11 0 0,-1 0 0,6 0 0,6 0 0,1 0 0,-1 0 0,-3 0 0,1 0 0,6 0 0,0 1 0,0-2 0,-5-4 0,-1-1 0,0 1 0,-7 3 0,0 2 0,0-2 498,11-1 1,0-2-1,0 1 1,1 1-499,-12 1 0,0 3 0,2 0 0,2-1 0,0 0 0,3 0 1337,-8 0 0,4 0-1337,10 1 0,2-2 950,7-7 1,1 0-951,0 6 0,1 0 787,-12-14-787,-7 16 675,15 2 0,0-4-675,-12-21 0,7 20 0,1 0 0,-4-21 0,11 23 0,1 2 0,3-1 0,-17 0 0,19 0 0,1 0 0,-20 0 0,1 0 0,11 0 0,-1 0 0,2 0 0,0 0 0,-9-2 0,3 4 0,-9 22 0,1-21 0,-3 0 0,11 9 0,0-1 0,-1-9 0,1-4 0,-11 2 0,4 0 0,33 0 0,-33 0 0,35 0 0,-12 0 0,0 16 0,12-12 0,-11 12 0,15-16 0,0 0 0,0 0 0</inkml:trace>
  <inkml:trace contextRef="#ctx0" brushRef="#br0" timeOffset="14801">14764 10319 24575,'45'0'0,"-19"0"0,-1 0 0,12 0 0,6 0 0,0 0 0,-6 0 0,-11 0 0,-1 0 0,13 0 0,-11 0 0,4 0 0,-3 0 0,-7 0 0,3 0 0,-24 0 0,0 0 0,-24 0 0,3 0 0,-7 0 0,-3 0 0,4 0 0,5 0 0,-17 0 0,35 0 0,-12 0 0,-7 0 0,17 0 0,-18 0 0,24 0 0,0-16 0,0 12 0,0-12 0,0 16 0,0-23 0,-15 17 0,11-17 0,-12 7 0,0 12 0,13-12 0,-13 16 0,16 0 0,16 0 0,-13 16 0,29-12 0,-28 35 0,35-17 0,-33 5 0,14-5 0,-1-5 0,-15-11 0,15 14 0,1-1 0,-14-15 0,33 12 0,-35-16 0,12 16 0,-1-12 0,-11 11 0,12-15 0,-16 0 0,0 0 0,24 24 0,-19-18 0,19 17 0,-24-23 0,0 16 0,-24-12 0,19 11 0,-35 1 0,21-12 0,-24 12 0,5 7 0,11-17 0,5 14 0,5-1 0,11-15 0,-33 12 0,35-16 0,-12 0 0,16 0 0,0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50:40.46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14058 9402 24575,'43'0'0,"-5"0"0,-5 0 0,0 0 0,8 0 0,2 0 0,-15 0 0,-1 0 0,22 0 0,-6 0 0,3 0 0,-6 0 0,0 0 0,-4 0 0,-2 0 0,-6 0 0,-3 0 0,18 0 0,-23 0 0,-4 0 0,-16 15 0,0-11 0,0 12 0,0-16 0,0 0 0</inkml:trace>
  <inkml:trace contextRef="#ctx0" brushRef="#br0" timeOffset="3749">15487 10283 24575,'-43'0'0,"6"0"0,4 0 0,-1 0 0,3 0 0,-3 0 0,1 0 0,-3 0 0,1 0 0,-11 0 0,0 0 0,6 0 0,0 0 0,-3 0 0,4 0 0,-3 0 0,2 0 0,-2 0 0,10 0 0,-1 0 0,-5 0 0,-4 0 0,5 0 0,-2 0 0,5 0 0,-13 0 0,6 0 0,4 0 0,17 0 0,1 0 0,-20 0 0,33 0 0,-34 0 0,21 0 0,-1 0 0,-19 0 0,33 0 0,-33 0 0,12 0 0,-11 0 0,7-11 0,-4-1 0,-5 10 0,-1-2 0,11-8 0,0-3 0,-2 3 0,-8 9 0,-2 5 0,5-5 0,2-13 0,1 1 0,-18 12 0,6 2 0,21-15 0,-5 14 0,5 4 0,21-2 0,-35 0 0,33 0 0,-18 0 0,9 0 0,-5 0 0,0 0 0,-19 0 0,18 0 0,-5 0 0,1 0 0,3 0 0,-17 0 0,35 0 0,-12 0 0,16 0 0,-15 0 0,11 0 0,-12 0 0,16 0 0,16 0 0,-12-24 0,27 19 0,-27-35 0,35 36 0,-33-11 0,33-1 0,-11 12 0,-7-35 0,18 33 0,-35-33 0,28 35 0,-28-12 0,11 16 0,-15 0 0,-15 16 0,-6-3 0,-2 1 0,4 5 0,-3 0 0,-12-6 0,2 1 0,10 17 0,-17-27 0,35 36 0,-12-35 0,1 19 0,11-24 0,-12 0 0,16 16 0,0-12 0,0 11 0,0 1 0,0-12 0,16 35 0,-12-33 0,11 14 0,1-1 0,-12-15 0,12 35 0,7-33 0,-17 18 0,33-24 0,-35 15 0,12-11 0,-16 28 0,0-28 0,0 35 0,0-33 0,0 33 0,0-20 0,0 25 0,0-23 0,0 18 0,0-11 0,0-7 0,0 3 0,0-48-820,0 3 1,0-7 0,0 13 0</inkml:trace>
  <inkml:trace contextRef="#ctx0" brushRef="#br0" timeOffset="6532">12753 7426 24575,'0'43'0,"0"-13"0,0 1 0,0 18 0,0-8 0,0 0 0,0-13 0,0 1 0,0 6 0,0 3 0,0-1 0,0 2 0,0 0 0,0 1 0,0 3 0,0 0-192,0-7 0,0 0 0,0-1 192,0-1 0,0-1 0,0 2 0,0 9 0,0 2 0,0-2 0,0-10 0,0 0 0,0-1 0,0 4 0,0-1 0,0-1 71,0 10 1,0-4-72,0-13 0,0-3 0,0 1 0,0-1 0,0 13 0,0 5 0,0-15 0,0 3 216,0 1 1,0 0-217,0 0 0,0 1 0,0 9 0,0-2 0,0 1 0,0-7 0,0-1 0,0 4 0,0 6 0,0-23 0,0 19 0,0-17 0,0 3 0,0 1 0,0-5 0,0 18 0,0-19 0,0 0 0,0 19 0,0-18 0,0 7 0,0 11 0,0-33 0,0 33 0,0-19 0,0-1 0,0 20 0,0-33 0,0 34 0,0-37 0,0 29 0,0-5 0,0-5 0,0 17 0,0-12 0,0 11 0,0 5 0,0 0 0,0-17 0,0 1 0,0 7 0,0 2 0,0 5 0,0-1 0,0-8 0,0 0 0,0 3 0,0-3 0,0 5 0,0 6 0,0 1 0,0-7 0,0-10 0,0-11 0,0-16 0,0 0 0,0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51:13.49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14093 8343 24575,'35'0'0,"-1"0"0,-2 0 0,1 0 0,9 0 0,2 0 0,-4 0 0,0 0 0,-6 0 0,1 0 0,0 0-436,1 0 1,-1 0 0,2 0 435,4 0 0,1 0 0,-2 0 0,-3 0 0,-1 0 0,-1 0 0,1 0 0,-1 0 0,-2 0 212,0 1 1,-1-2-213,2-6 0,-2-1 217,6 4-217,5-12 0,0 16 0,-6 0 664,6 0-664,-23 0 0,19 0 0,-17 0 0,5 0 0,12 0 0,-33 0 0,33 0 0,-19 0 0,0 0 0,19 0 0,-18 0 0,7 0 0,3 0 0,-27 0 0,35 0 0,-17 0 0,5 0 0,12 0 0,-17 0 0,21 0 0,0 0 0,-6 0 0,-9 0 0,3 0 0,-27 0 0,35 0 0,-33 0 0,18 0 0,-24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52:18.14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25012 2064 24575,'38'0'0,"0"0"0,1 0 0,-1 0 0,13 0 0,-1 0 0,-4 0 0,-3 0 0,-2 0 0,9 0 0,-2 0 0,-15 0 0,-1 0 0,7 0 0,2 0 0,2 0 0,0 0 0,-2 0 0,-1 0 0,-8 0 0,0 0 0,3 0 0,-3 0 0,5 0 0,6 15 0,-23-11 0,19 12 0,-17-16 0,2 7 0,3 2 0,-1-8 0,1 2 0,-1 16 0,2 1 0,10-16 0,1-2 0,-7 10 0,1-1 0,9-9 0,2-4 0,-4 2 0,0 0 0,4 0 0,0 0 0,-10 0 0,1 0 0,0 0-401,0 0 1,0 0 0,3 0 400,1 0 0,2 0 0,1 0 0,-1 0-607,8 0 0,-1 0 0,4 0 607,-13 0 0,3 0 0,1 0 0,-1 0 0,-3 0 0,13 0 0,-3 0 0,-1 0-81,3 0 0,0 0 0,-6 0 81,-2 0 0,-5 0 0,-2 0 0,-6 0 0,-8 0 1072,1 0-1072,-46 0 477,17 0 0,-17 0 0,23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52:38.59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8819 10231 24575,'40'0'0,"-1"0"0,0 0 0,-1 0 0,1 0 0,2 0 0,2 0 0,1 0 0,3 0 0,2 0 0,0 0 0,1 0-547,-6 0 1,0 0 0,0 0 0,1 0 0,1 0 0,-1 0-1,4 0 1,1 0 0,0 0 0,1 0 0,-2 0 0,0 0 467,-3 0 1,-2 0-1,1 0 1,-1 0-1,0 0 1,2 0 78,2-1 0,1 1 0,1-1 0,-1 1 0,0 0 0,0 2 0,-3 0 0,1 2 0,-1 1 0,0 0 0,0-1 0,-1-1 0,-1-1 0,0-2 0,0 0 0,0 0 0,-1 1 0,-1 2 155,5 3 1,0 3 0,-1 1-1,-1-2 1,-3-2-156,-2-3 0,-1-3 0,-3 0 0,0 1 0,6 4 0,-2 1 0,-2-1 549,2-6 1,0 2-550,-5 5 0,3 4 0,-1-3 0,-4-4 0,-1-2 0,5 1 0,-1 2 0,6 2 0,1-1 0,-1 0 0,-4-1 0,6-3 0,-4-2 0,2 1 0,1 0 0,5 0 0,-3 0 0,-7 0 0,-4-1 0,-3 2 0,10 6 0,0 1 0,-9-6 0,1 0 0,0 8 0,2 2 0,1-2 951,-1-7 0,1-4 1,1 3-952,3 2 0,2 1 0,-1 1 0,0 2 0,0 1 0,1-2 0,-2-5 0,1-1 0,1 2 17,6 3 1,2 3-1,-1-1-17,-5-2 0,-1 0 0,-1-2 0,-5-3 0,-1 0 0,-1 1 152,17 6 1,-6-1-153,3-7 0,-11 0 0,1 0 0,-12 0 0,0 0 372,12 0 0,-1 0-372,11 0 596,-8 0 1,0 0-597,-13 0 0,1 0 0,5 0 0,4 0 0,0 0-346,0 0 0,1 0 0,1 0 346,-2 0 0,2 0 0,1 0 0,-1 0 0,0 0 0,1 0 0,-1 0 0,0 0 0,-2 0 0,1 0 0,-2 0 0,0 0 0,6 0 0,-1 0 0,-4 0 0,4 0 0,-3 0 0,-4 0 0,-4 0 0,6 0 0,-5 0 0,3 0 0,3 0 0,4 0 0,-5 0 0,3 0 0,3-1 0,0 2-545,-4 2 0,0 0 0,1 1 0,1-1 0,0 0 545,3-2 0,1-1 0,0 0 0,1 0 0,-1 3 0,2 3 0,1 3 0,-1 0 0,0 0 0,-2-3-138,3-3 1,0-2 0,-2-1 0,0 2 137,-2 3 0,-1 2 0,-1 0 0,-3-2-13,-1-4 1,-3-2-1,0 1 13,17 0 0,-6 0 0,3 0 0,-18 0 0,-1 0 2630,13 0-2630,-23 0 1673,19 0-1673,-33 0 47,33 0-47,-19 0 0,-1 0 0,20 0 0,-17 0 0,10 0 0,2 0 0,8 0 0,-3 0 0,4 0 0,-3 0 0,0 0 0,-1 0 0,-1 0 0,2 0 0,-4 0 0,-8 0 0,3 0 0,-27 0 0,12 0 0,-16 0 0,0 0 0</inkml:trace>
  <inkml:trace contextRef="#ctx0" brushRef="#br0" timeOffset="7950">24977 11589 24575,'35'0'0,"3"0"0,6 0 0,-11 0 0,1 0 0,1 0-841,8 0 0,3 0 0,0 0 841,-6 0 0,2 0 0,-1 0 0,-1 0 0,4 0 0,-2 0 0,1 0-25,-2 0 0,1 0 0,0 0 0,-4 0 25,12 0 0,-4 0 311,2 0 1,-4 0-312,-1 0 0,-23 0 0,19 0 0,-11 0 0,5 0 0,2 0 0,5 1 0,1-2-96,5-6 0,3-2 1,1 1 95,-8 6 0,3 1 0,-1 1 0,-1-3 0,6-4 0,-1-2 0,0 2-82,1 5 1,1 3 0,-2 0 81,-6-1 0,-1 0 0,0 0 0,-1 0 0,1 0 0,1 0 0,6 0 0,2 0 0,-1 0 0,-2 0 0,1 0 0,2 0-486,-11 0 1,1 0 0,2 0 0,0 0 0,1 0 485,2-1 0,1 1 0,1-1 0,-1 1 0,1 2 0,0 1 0,0 2 0,1 1 0,-1-1 0,1-1 0,-6-2 0,1-2 0,0 0 0,-1 0 0,-1 1 0,-1 2 0,10 6 0,-3 2 0,-1 0 0,-1-3-93,-5-5 1,-1-3 0,-2 0 0,-2 1 92,16 8 0,-6-2 642,-9-6 1,-5-2-643,-10 1 852,19 0-852,3 16 0,-6-3 0,6 1 669,-9-6 1,3-1 0,0 0-670,4 1 0,0 1 0,0-3 0,-4-4 0,-1-3 0,-1 0 156,1 1 1,-1 0-1,-2 0-156,1 0 0,-3 0 0,12 0 0,-28 0 0,-15 0 0</inkml:trace>
  <inkml:trace contextRef="#ctx0" brushRef="#br0" timeOffset="16399">1429 10160 24575,'43'0'0,"-5"0"0,7 0 0,3 0 0,-5 0 0,3 0 0,1 0 0,1 0-547,-8 0 1,1 0 0,2 0 0,0 0 0,0 0 0,0 0 62,2 0 1,0 0-1,1 0 1,-1 0 0,0 0-1,0 0 484,5 0 0,-1 0 0,0 0 0,0 0 0,1 0 0,-6 0 0,1 0 0,1 0 0,-1 0 0,0 0 0,0 0 0,-2 0 0,-1-1 0,0 1 0,0 0 0,0 0 0,0 1 0,1 1 0,0 1 0,0 0 0,-1 0 0,1 0 0,-2-1 30,3-1 0,-1-1 0,0 0 1,-1 1-1,-3 1-30,1 1 0,-1 2 0,-2-1 0,0-1 438,12-2 1,-1-1 0,-2-1-439,-9 1 0,-1 0 0,-1 0 0,1 0 0,0 0 0,0 0-181,4 0 0,0 0 0,-1 0 181,-2 0 0,-2 0 0,1 0 0,5 0 0,0 0 0,1 0 0,-1 0 0,1 0 0,-2 0 0,-3 0 0,-2 0 0,1 0 0,-2 0 0,1 0 0,0 0 0,4 0 0,2 0 0,-2 0 0,-2 0 0,-1 0 0,3 0 0,0 0 0,1 0 0,2 0 0,0 0 241,-1 0 1,1 0 0,0 0-1,1 0-241,5 0 0,1-1 0,1 1 0,-1 1 0,-8 2 0,0 0 0,0 1 0,0-1 0,-1 0 0,9-2 0,1 0 0,-2-1 0,-1 2 185,-5 1 0,0 0 0,-3 1 1,-1 2-186,0 1 0,-2 2 0,-2-2 0,11-6 0,-8 4 0,-15 18 0,1-23 0,-23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53:16.52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1799 10566 24575,'49'0'0,"0"0"0,-1 0 0,1 0 0,0 0 0,-1 0 0,1 0 0,-2 0 0,0 0 0,0 0 0,-1 0 0,0 0 0,-1 0 0,-1 0 0,8 0 0,-2 0 0,-1 0 0,0 0 0,0 0-656,-3 0 1,-1 0-1,0 0 1,0 0 0,1 0 227,1 0 1,0 0 0,0 0 0,-1 0 0,0 0 427,-4 0 0,0 0 0,-1 0 0,1 0 0,1 0 0,-3 0 0,2 0 0,0 0 0,1 0 0,-1 0 0,0 0 0,5 0 0,-1 0 0,0 0 0,0 0 0,0 0 0,0 0 0,1 0 0,-1 0 0,0 0 0,0 0 0,0 0 0,-1 0 0,1 0 0,-1 0 0,1 0 0,-1-1 0,0 1 0,0-1 0,1 1 0,0 2 0,-5 0 0,1 2 0,0 0 0,0 1 0,2-1 0,0 0 0,-2-1 0,1 0 0,1-1 0,0 0 0,0 1 0,1 1 0,0 1-410,-2 1 0,0 2 1,0 1-1,1 0 1,0 0-1,-1 0 0,1 0 1,-1-2 401,5 0 0,0-1 0,-1-1 0,1 0 0,-1 1 0,1 0 1,-1 1 7,2 1 0,-1 2 0,1 0 0,0 0 0,-1 0 0,0 0 0,-1-2-101,3 0 1,-1-1 0,0-1 0,-1 0 0,0-1 0,0 0 100,-4 1 0,0-1 0,-1-1 0,1 1 0,-2-1 0,1 0-289,7 0 1,-1 0 0,0-1 0,-1 0 0,-1-1 288,-4-2 0,-2 0 0,0-1 0,0 1 0,3 1 0,1 1 0,2 2 0,1 0 0,1 0 0,-2 1 0,-1-1 0,1 0 0,-1 1 0,-1-1 0,0 0 0,3 1-40,-6-2 1,2 1 0,0 0-1,1 0 1,0 0 0,-1 0 0,-2 0 39,2 1 0,-2 1 0,0 0 0,0 0 0,0-1 0,1-2 40,4-1 0,1-1 0,1-2 0,0 1 0,0 0 0,1 2-40,-5 2 0,0 1 0,1 1 0,0 0 0,0 0 0,0 1 0,-1-1 0,0-1 0,0 0 0,-1 0 0,1 0 0,-1 0 0,1 1 0,-1 0 0,1 1 0,0 0 0,0 1 0,-1 0 0,1 1 0,0-1 0,0 0 0,-1 0 0,0 0 0,-1 0 0,1 0 0,0-1 0,0 0 0,0 0 0,2-2 0,-1 0 0,1-1 0,-1-1 0,1 1 0,0-1 0,0 0 0,-1 0 0,1 0 0,-1-1 0,1 1 0,0-1 0,-1-1 0,1 1 0,1-1 0,1-1 0,-1 0 0,1 0 0,-1-1 0,0 1 0,0 0 0,-1 0 0,0 0 0,-1 0 0,1 0 0,-1 0 0,1 0 0,0 0 0,2 0 0,0 0 0,0 0 0,0 0 0,1 0 0,-2 0 0,0 0 0,4 0 0,-2 0 0,1 0 0,-2 0 0,1 0 0,0 0 50,-1 0 0,1 0 1,-1 0-1,0 0 1,-1 0-1,-1 0-50,2 0 0,-1 0 0,-2 0 0,1 0 0,-1 0 0,1 0 0,0 0 0,-1 0 0,0 0 0,1 0 0,-1 0 0,1 0 0,0 1 0,-1-1 0,0-1 0,-2-1 0,0-1 0,0 0 0,0-1 0,1 0 0,-3 0 0,1 0 0,1 0 0,0-1 0,-2 0 0,0 0 0,9-4 0,-2 0 0,0-1 0,0 0 116,0 0 1,0 0 0,0 0 0,-2-3-117,-5-1 0,-1-1 0,0-1 0,1 2 0,4 3 0,1 3 0,0-2 0,2-2 7,-7-2 0,1-4 0,1 0 1,1 1-1,1 2-7,-2 5 0,2 2 0,1 1 0,0 0 0,0-1 0,-1-1 0,-2-2 0,-1-2 0,0-1 0,0 1 0,0-1 0,-1 3 0,8-2 0,0 2 0,-1 0 0,0 0 0,-2 2 584,2-2 1,0 2 0,-2 0 0,-4 0-585,-4 1 0,-3 0 0,0 1 1118,16-2 0,-4 2-1118,-6 3 731,-1-4 0,2 1-731,-10 6 0,1 2 0,10-1 0,2 0 0,-12 0 0,2 0 0,1 0 467,10 0 0,4 0 0,1 0-467,-6 0 0,2 0 0,0 0 0,2 0-310,-7 0 1,1 0 0,1 0 0,0 0-1,-1 0 310,-2 0 0,0 0 0,0 0 0,0 0 0,-2 0 0,7 0 0,-1 0 0,-2 0 0,-2 0-11,0 0 1,-2 0 0,-2 0 10,12 0 0,-4 0 0,-9 0 0,-3 0 0,-5 0 0,-1 0 835,0 0 0,-1 0-835,0 0 0,-1 0 2448,12 0-2448,-5 0 0,3 0 19,-7 0 1,1 0-20,6 0 0,0 0 0,-7 0 0,-3 0 0,2 0 0,-11 0 0,-16 0 0,-16 0 0,13 0 0,-13 0 0</inkml:trace>
  <inkml:trace contextRef="#ctx0" brushRef="#br0" timeOffset="8518">8343 12330 24575,'34'0'0,"1"0"0,14 0 0,-8 0 0,0 0 0,0 0 0,0 0 0,1 0 0,-1 0 0,-2 0 0,4 0 0,-3 0 0,0 0 0,6 0 0,1 0 0,-13 0 0,2 0 0,-3 0 0,8 0 0,-1 0 0,3 0 0,0 0 0,-10 0 0,-1 0 0,-1 0 0,-2 0 0,15 0 0,-25 0 0,-3 0 0,7 0 0,-1 0 0,9 0 0,5 0 0,-5 0 0,2 0 0,7 0 0,1 0 0,2 0 0,0 0 0,-3 0 0,0 0 0,5-8 0,-2 0 0,-9 6 0,-3 0 0,-1-6 0,-1 0 0,14 8 0,-6 0 0,-4 0 0,1 0 0,7 0 0,-2 1 0,4-2 0,-2-6 0,-1-1 0,-2 6 0,0 0 0,9-6 0,-2 0 0,-16 9 0,-3-2 0,1-10 0,-1-1 0,17 6 0,-14-6 0,1 0 0,1 11 0,3 2 0,9-1 0,2 0 0,-6 0 0,2 0 0,-5 0 0,2 0 0,-2 0 0,3 0 0,0 0 0,9 0 0,-2 0 0,-19 0 0,-1 0 0,7 0 0,1 0 0,-2 1 0,1-2 0,-1-6 0,0-2 0,-2 8 0,-1-1 0,14-14 0,-6 16 0,-11 0 0,-1 0 0,13 0 0,5 0 0,0 0 0,-6 0 0,-4 0 0,1 0 0,7 0 0,-8 0 0,0 0 0,-6 0 0,-1 0 0,2 0 0,-1 0 0,0 0 0,-1 0 0,17 0 0,0 0 0,-5 0 0,-5 0 0,0 0 0,8 0 0,-1 0 0,3 0 0,-4 0 0,2 0 0,-6 0 0,1 0 0,1 0 0,-1 0 0,0 0 0,0 0 0,-1 0 0,0 0 0,-1 0 0,11 0 0,-2 0 0,-10 0 0,-2 0 0,-1 0 0,-1 0 0,0 0 0,1 0 0,2 0 0,1 0 0,10 0 0,2 0 0,-5 0 0,0 0 0,3 0 0,1 0 0,-4 0 0,0 0 0,3 0 0,2 0 0,-11 0 0,1 0 0,0 0 0,11 0 0,0 0 0,3 0 0,-2 0 0,-10 0 0,-3 0 0,3 0 0,2 0 0,-11 0 0,-3 0 0,2 0 0,0 0 0,1 0 0,6 0 0,1 0 0,0 0 0,0 0 0,-2-1 0,-1 2 0,7 6 0,-1 2 0,-10-8 0,-2 1 0,12 14 0,1-16 0,-20 0 0,1 0 0,19 0 0,-33 0 0,18 0 0,-9 0 0,-11 0 0,35 0 0,-1 0 0,-5 0 0,4 0 0,4 0 0,-1 0 0,-8 0 0,0 0 0,11 0 0,-3 0 0,1 0 0,-9 0 0,2 0 0,-3 0 0,-1 0 0,19 0 0,-19 0 0,-1 0 0,14 0 0,-17 0 0,1 0 0,0 0 0,1 0 0,10 0 0,0 0 0,11 0 0,-8-2 0,1 4 0,-14 10 0,0 0 0,14-9 0,3 0 0,3 8 0,0 1 0,-2-3 0,0-2 0,-2-5 0,0 0 0,-5 5 0,-2 1 0,-9 1 0,-1-2 0,8-5 0,-1 0 0,-7 5 0,1 2 0,10 3 0,0-1 0,11-5 0,-7 5 0,-1 2 0,0 2 0,-10-13 0,-3 0 0,-9 14 0,20-16 0,-33 0 0,18 0 0,-24 0 0,15 0 0,-11 0 0,35 0 0,-1 0 0,-12 11 0,3 1 0,4-9 0,2 0 0,0 9 0,1 0 0,3-11 0,2-2 0,4 1 0,-2 0 0,-10 0 0,-1 0 0,-2 0 0,-1 0 0,14 0 0,-6 0 0,-11 0 0,-1 0 0,12 0 0,6 0 0,-13 7 0,-1 1 0,20-4 0,-12 4 0,3 0 0,3-8 0,0 0 0,-1 8 0,0 0 0,-8-6 0,0-2 0,2 2-370,3 2 0,1 3 0,1-3 370,3-2 0,1-3 0,1 0-460,-7 1 0,0 0 0,2 0 1,1 0 459,3 0 0,2 0 0,1 0 0,2 0 0,-3 0 0,3 0 0,0 0 0,-1 0 0,-2 0 0,-2 0 0,-3 0 0,0 0 0,-1 0 0,1 0 0,0 0 0,-2 0 0,-5 0 0,0 0 0,-7 0 0,-7 0 0,7 0 0,3 0 1004,-4 0-1004,11 0 1945,5 0-1945,0 0 0,-22 0 0,3 0 0,-24 0 0,16 0 0,-12 0 0,11 0 0,9 0 0,-18 0 0,33 0 0,-35 0 0,27 0 0,-27 0 0,12 0 0</inkml:trace>
  <inkml:trace contextRef="#ctx0" brushRef="#br0" timeOffset="20249">10619 13970 24575,'38'0'0,"0"0"0,0 0 0,0 0 0,6 0 0,-1 0 0,3 0 0,4 0 0,-8 0 0,3 0 0,2 0 0,2 0 0,0 0 0,1 0 0,-1 0-410,-5 0 0,1 0 1,0 0-1,1 0 1,-1 0-1,1 0 0,0 0 1,0 0-1,0 0 0,1 0 1,0 0-1,-1 0 1,2 0-1,-1 0 0,0 0 1,1 0 102,-4 0 0,1 0 0,0 0 0,0 0 0,0 0 0,0 0 0,0 0 0,-1 0 0,0 0 307,1 0 0,1 0 0,-1 0 0,0 0 0,-1 0 0,0 0 0,0 0 0,-1 0-112,4 0 1,-1 0 0,0 0 0,0 0 0,-1 0 0,0 0 0,0 0 111,4 0 0,0 0 0,-1 0 0,0 0 0,-1 0 0,-2 0 92,0 0 0,-2 0 0,-1 0 1,1 0-1,0 0-92,2 0 0,0 0 0,1 0 0,-1 0 0,-3 0-95,-1 0 0,-2 0 0,0 0 0,-1 0 95,12 0 0,-1 0 0,-1 0 0,-7 0 0,-2 0 0,0 0 0,-3 0 0,0 0 0,0 0 0,3-1 0,2 1 0,3 1 0,-5 2 0,5 2 0,1 1 0,1 0 0,-3-2 0,4-2 0,-2-1 0,1-1 0,2 2 321,-6 2 1,3 0 0,1 1 0,1-1 0,-3 0 0,-1-1-322,6-2 0,-2-1 0,-1-1 0,0 1 0,2-1 0,1 1 0,-2 0 0,-1 1 628,4 3 0,-3 3 0,1-2-628,-8-4 0,2-2 0,-1 2 0,-1 2 0,5 6 0,0 3 0,0-2 0,-7-8 0,2-2 0,-1-1 0,1 4 0,-1 5 0,0 3 0,1 1 0,1-4-11,3-5 0,2-3 1,1 0-1,0 3 11,-6 3 0,1 3 0,0 0 0,1 0 0,0-3-353,5-3 1,1-2 0,1-1 0,0-1 0,0 2 352,-7 1 0,0 1 0,1 0 0,-1 0 0,0 0 0,0-1 0,7-1 0,0-1 0,0-1 0,0 1 0,-1 0 0,-1 0 0,-1 0 0,1 0 0,-2 0 0,0 0 0,-4 0 0,-2 0 0,0 0 0,1 0 0,0 0 0,5 0 0,0 0 0,1 0 0,1 0 0,-2 0 0,-1 0 0,-2 0 0,1 0 0,1 0 0,4 0 0,-7 0 0,4 0 0,2 0 0,0 0 0,2 0 0,-2 0 0,-2 0 0,-2 0 0,0 0 0,-2 0 0,-1 0 0,-1 0 0,2 0 0,2 0 0,3 0 0,3 0 0,2 0 0,-1 0 0,0 0 0,-3 0 0,-4 0 0,7 0 0,-3 0 0,-3 0 0,-1 0 316,-4 0 1,-1 0 0,-2 0 0,0 0-317,6 0 0,-2 0 0,-6 0 915,12 0-915,-16 0 0,-7 0 0,-18 0 0,18 0 0</inkml:trace>
  <inkml:trace contextRef="#ctx0" brushRef="#br0" timeOffset="23717">8767 16069 24575,'42'0'0,"1"0"0,0 0 0,0 0 0,-1 0 0,1 0 0,2 0 0,0 0 0,-1 0 0,2 0 0,-1 0 0,1 0 0,1 0 0,1 0 0,0 0 0,0 0 0,1 0 0,1 0-469,-4 0 1,1 0 0,1 0 0,0 0 0,1 0 0,-1 0 0,1 0 58,-5 0 0,0 0 1,0 0-1,0 0 1,1 0-1,0 0 0,0 0 1,1 0 44,-3 0 1,2 0 0,0 0 0,0 0 0,0 0 0,0 0 0,0 0 0,0 0 0,-2 0 203,3 0 1,0 0 0,-1 0 0,0 0-1,0 0 1,-1 0 0,1 0 0,0 0 160,0 0 0,0 0 0,0 0 0,0 0 0,0 0 0,0 0 0,0 0 0,-1 0-36,4 0 1,0 0 0,0 0-1,0 0 1,-1 0 0,-1 0 0,0 0 35,2 0 0,0 0 0,-2 0 0,1 0 0,-2 0 0,1 0-160,-2 0 0,-1 0 1,0 0-1,0 0 1,-2 0-1,0 0 160,11 0 0,-2 0 0,-1 0 0,0 0 0,-5 0 0,0 0 0,-1 0 0,0 0 0,-2 0 0,-1 0 0,0 0 0,0 0 665,-2 0 1,-2-1 0,2 1 0,1 1-666,0 1 0,3 0 0,1 1 0,-2 1 0,-4 1 0,3 3 0,-3 2 0,1-1 0,0-3 0,1-1 0,0 0 0,-6 1 0,3 6 0,-3-1 0,1-2 0,3-2 0,9-5 0,4 0 972,-13 2 0,1 1 1,2 2-973,6 1 0,2 0 0,-1-1 0,-2-4 0,0-3 0,1 3 0,-7 2 0,2 2 0,1 0 0,-2-3 0,8-2 0,0-4 0,1 2 356,-3 3 0,2 2 1,0 0-1,0-2-356,-1-1 0,0-2 0,0 1 0,0 0 0,-5 2 0,1 0 0,0 1 0,-1-1 0,0 0 0,6-2 0,-1-1 0,0-1 0,-1 1 157,-1 0 0,-1 0 1,0 0-1,-2 0-157,7 0 0,-1 0 0,-4 0 0,4 0 0,-4 0 0,-6 0 0,-2 0 536,-6 0 1,-1 0-537,2 0 0,3 0 0,-1 0 0,2 0 0,1 0 0,-1 0 0,0 0 0,3 0 342,9 0 1,3 0 0,0 0-343,-2 0 0,0 0 0,1 0 0,-12 0 0,1 0 0,0 0 0,-1 0 0,14 0 0,-1 0 0,-4 0 295,-11 0 0,-2 0 0,1 0-295,8 0 0,1 0 0,-2 0 0,1 0 0,0 0 0,-3 0 0,1 0 0,1 0 0,-6 0 0,0 0 0,2 0-347,11 0 1,2 0 0,-1 0 346,-5 0 0,-2 0 0,2 0 0,-3 0 0,2 0 0,0 0 0,0 0-395,-1 0 0,1 0 0,-1 0 0,0 0 395,1 0 0,-1 0 0,2 0 0,-1 0 0,5 0 0,0 0 0,0 0 0,-2 0 0,4 0 0,-2 0 0,-1 0 89,3 0 0,0 0 0,-3 0-89,-9-1 0,-2 0 0,-2 3 183,7 5 1,-1 1-184,2-6 0,-2 0 491,-11 5 1,-1 2-492,7 3 0,0-1 869,-8-8 0,-1 0-869,0 10 0,-1-2 962,12-11-962,2-1 0,5 2 0,-10 3 0,1 3 0,4-2-558,3-3 1,4-2-1,2 0 1,0 1 557,-9 2 0,1 1 0,-1-1 0,2 1 0,0-2 0,4-1 0,2-1 0,0 0 0,-2-1 0,-2 1 0,9 0 0,-3 0 0,-1 0 0,2 0 0,0 0 0,-9 0 0,0 0 0,-6-7 0,-7-2 0,-22 6 0,17-13 0,-46 16 2230,17 0-2230,-18 0 0,24 0 0,0 0 0,0 0 0</inkml:trace>
  <inkml:trace contextRef="#ctx0" brushRef="#br0" timeOffset="40466">18803 12506 24575,'37'0'0,"1"0"0,-5 0 0,2 0 0,3 0 0,3 0 0,0 0-306,-5 0 1,0 0 0,-1 0 305,2 0 0,0 0 0,-3 0 150,0 0 1,-3 0-151,5 0 0,-9 0 152,-21 0-152,17 0 0,-46 0 0,17 0 463,-34 0-463,13 0 0,-10 0 0,-6 0 0,0 0 0,5 0 0,11 0 0,11 0 0,32 0 0,11 0 0,-1 6 0,1 4 0,1 3 0,-1 1 0,0-3 0,-1 0 0,0 1 0,-1-1 0,12 5 0,-9-12 0,-28 11 0,-28-15 0,-9 0 0,11-7 0,1-1 0,3 4 0,-17-12 0,35 16 0,-11 0 0,30 0 0,-11 0 0,35 0 0,-33 0 0,18 0 0,-24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55:09.76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17374 12753 24575,'43'0'0,"-1"0"0,1 0 0,-2 0 0,-1 0 0,-2 0 0,7 0 0,-2 0 0,2 0 0,-1 0 0,-4 0 0,0 0 0,4 0 0,-2 0 0,-13 0 0,-1 0 0,8-3 0,-5 6 0,-10 20 0,3-17 0,-24 18 0,0-24 0,0 0 0</inkml:trace>
  <inkml:trace contextRef="#ctx0" brushRef="#br0" timeOffset="41134">15946 12541 24575,'0'30'0,"0"-7"0,0-7 0,0-12 0,0 27 0,0-3 0,-16-7 0,12 18 0,-12-35 0,16 12 0,0-16 0,0 0 0,0-16 0,0 12 0,0-35 0,0 33 0,0-33 0,0 35 0,0-27 0,0 3 0,0-9 0,0-6 0,0 23 0,0-19 0,0 33 0,0-33 0,0 51 0,0-24 0,0 28 0,0-16 0</inkml:trace>
  <inkml:trace contextRef="#ctx0" brushRef="#br0" timeOffset="50549">24007 16581 24575,'-16'19'0,"12"13"0,-35-5 0,33-5 0,-18 1 0,24-23 0,0 16 0,0-12 0,-15 35 0,11-33 0,-16 12 0,1 3 0,13-1 0,-18 23 0,8-22 0,13 3 0,-13-9 0,16-11 0,0 12 0,0-16 0,-16 16 0,12-12 0,-15 13 0,-1 5 0,14-1 0,-17 7 0,23-13 0,-16 9 0,12-18 0,-12 17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56:30.46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4233 12594 24575,'31'0'0,"-1"0"0,4 0 0,3 0 0,9 0 0,4 0-327,-15 0 1,1 0 0,0 0 326,0 0 0,0 0 0,0 0 0,4 0 0,1 0 0,-2 0 0,7 1 0,0-2 0,-11-6 0,1-2 0,-3 2 160,0 4 1,-2 0-161,11-9 0,-1 0 81,-8 11 0,-2 2-81,1 0 0,1-2 0,9-6 0,-2-1 0,2 4 248,-2-4 0,2 0-248,-10 8 0,1 0 0,10-8 0,2 0 0,-4 6 0,-2 0 0,-3-6 0,-1 1 0,-1 7 0,0 0 0,1-12 0,1 0 0,11 9 0,2 0 0,-3-9 0,0 1 0,-11 9 0,1 3 0,-3 0 0,0 0 0,-1-2 0,10-7 0,-2 0 0,1 4 0,-8-4 0,1 1 0,-3 7 0,-2 0 0,-4-12 0,-1 0 0,6 9 0,-1 0 0,14-20 0,-5 7 0,-6 14 0,2 0 0,-1-6 0,-1 0 0,0 7 0,1 2 0,9-1 0,-2 0 0,1 0 0,-1 0 0,2 0 0,-9 0 0,-1 0 0,7 0 0,2 0 0,2 0 0,1 0 0,-4 0 0,0 0 0,4 0 0,0 0 0,-3 0 0,-1 0 0,-5 0 0,0 0 0,4 0 0,-1 0 0,-6 0 0,0 0 0,12 0 0,-2 0 0,-13 0 0,-1 0 0,14 0 0,-1 0 0,8 0 0,-11 0 0,0 0 0,-10 0 0,-1 0 0,-1-1 0,1 2 0,6 7 0,0 0 0,-1-6 0,1 0 0,7 6 0,0 0 0,-4-8 0,-1 0 0,-1 0 0,1 0 0,0 0 0,0 0 0,-3 0 0,1 0 0,5 0 0,0 0 0,-10 0 0,-1 0 0,0 0 0,-1 0 0,0 0 0,-1 0 0,12 0 0,6 0 0,-14-8 0,1 0 0,2 6 0,1 0 0,10-6 0,2 0 0,-4 7 0,-2 2 0,-3-1 0,-1 0 0,-1 0 0,1 0 0,-1 0 0,2 0 0,4 0 0,0 0 0,5 0 0,-1 0 0,-4 0 0,0 0 0,3 0 0,0 0 0,-3 0 0,1 0 0,-8 0 0,2 0 0,0 0-213,1 0 1,0 0 0,0 0 212,5 0 0,0 0 0,1 0 0,1 0 0,1 0 0,0 0 0,-3 0 0,0 0 0,2 0 0,-1 0 0,1 0 0,1 0 0,-2 0 0,4 0 0,-3 0 0,1 0 0,3 0 0,-1 0 0,0 0 0,-3 0 0,-1 0 0,-1 0 0,-7 0 0,-1 0 0,2 0 0,7 0 0,2 0 0,1 0 0,1 0 0,0 0 0,1 0-368,-10 0 0,1 0 0,0 0 0,0 0 368,2 0 0,0 0 0,1 0 0,-1 0 0,0 0 0,0 0 0,0 0 0,-1 0 0,9 0 0,-1 0 0,-1 0-194,-10 0 0,0 0 0,0 0 194,6 0 0,2 0 0,-5 0 0,-7 0 0,-1 0 0,4 0 0,3 0 0,-6 0 571,10 0-571,-10 0 0,2 0 735,-7 0 1,-1 0-736,1 0 0,1 0 324,6 0 1,1 0-325,0 0 0,0 0 0,4 0 0,3 0 0,-9 0 0,3 0 0,-2 0 0,13 0 0,-1 0 0,-11 0 0,0 0 0,-2 0 0,1 0 0,-3 0 0,-1 0 0,-1 0 0,1 0 0,-1 0 0,12 0 0,-9 0 0,3 0 0,3 0 0,0 0 0,-12 0 0,1 0 0,10 0 0,7 0 0,-4 0 0,3 0 0,1 0-324,-3 0 1,4 0 0,0 0 323,-3 0 0,-1 0 0,-1 0 0,-3 0 0,0 0 0,-3 0 0,7-1 0,-1 2 0,1 7 0,0 0 0,-9-7 0,1 2 0,-1 8 0,4 5 0,-1-4-161,1-8 1,0-4 0,0 2 160,1 5 0,-1 3 0,-1-3 0,7-6 0,-4-2 0,-6 1 0,-5 0 946,-7 0-946,19 0 0,-33 0 0,22 0 0,7 0 505,6 0-505,0 0 0,4 0 0,-4 0 0,-2 0 0,-5 0 0,-3 0 0,12 0 0,-4 0 0,-33 0 0,33 0 0,-35 0 0,28 0 0,-28 15 0,35-11 0,-33 12 0,17-16 0,-23 0 0,16 0 0,-12 0 0,11 0 0,-15 0 0,0 0 0,16 0 0,-12 0 0,12 0 0,-16 0 0,23 23 0,-17-17 0,18 18 0,-24-24 0,15 0 0,13 0 0,-7 0 0,18 0 0,-35 0 0,12 0 0,-16 0 0,0 0 0,0-24 0,0 3 0,0-3 0,0-3 0,0 0 0,0 1 0,0-2 0,0 1 0,0-1 0,0 3 0,0-2 0,0-13 0,0 19 0,0-22 0,0 0 0,0 5 0,0-5 0,0 0 0,0 6 0,0 10 0,0 3 0,0 2 0,0-1 0,0 7 0,0 12 0,0-27 0,0 3 0,0 3 0,0-3 0,0 1 0,0 0 0,0 0 0,0 1 0,0-1 0,0 3 0,0 2 0,0-1 0,-16 23 0,12 0 0,-35 0 0,33 0 0,-33 0 0,35 0 0,-11 0 0,-9 0 0,-13 0 0,5 0 0,-6 0 0,-2 0-528,-6 0 0,-3 0 0,-1 0 528,8 0 0,-1 0 0,0 0 0,-1 0 0,-4 0 0,-1 0 0,1 0 0,2 0 0,1 0 0,2 0 0,2 0 0,5 0 0,0 0 0,4 0 0,1 0 0,3 0 0,-15 0 0,7 0 0,-4 0 0,-4 0 0,-4 0-404,4 0 0,-3 0 1,-1 0 403,10 0 0,1 0 0,-1 0 0,0 0 0,-2 0 0,0 0 0,-1 0 0,1 0 0,0 0 0,1 0 0,-1 0 0,0 0 0,1 0 0,0 0 0,0 0 0,-1 0 0,1 0 0,-1 0 0,0 0 0,1 0 0,-10 0 0,1 0 0,0 0 0,7 0 0,0 0 0,0 0 0,1 0 0,-3 0 0,2 0 0,-2 0 0,3 0 0,-2 0 0,1 0 0,1 0 0,-4 0 0,2 1 0,-1-2 0,-6-4 0,-1-1 0,2 1 0,6 3 0,2 2 0,-2-2 0,-6-2 0,-2-2 0,1 0 0,6 1 0,0-1 0,0 2 0,-6 3 0,-1 1 0,2-3 0,6-9 0,2-4 0,-2 5 0,-6 7 0,-2 4 0,1-2 0,6-6 0,1-1 0,-2 2 0,5 6 0,-2 1 0,-1 2 0,1-3 0,3-2 0,0-1 0,0-1 0,1 1 0,-6 3 0,0 0 0,0 0 265,-5-4 0,-1-2 1,3 3-266,-1 3 0,2 2 0,6-2 0,-2 0 0,1 3 0,-6 6 0,0 0 0,8-6 0,-3-2 0,1 1 0,-1 4 0,1 2 0,-3-3-477,3-3 0,-1-2 0,-2 0 0,1 2 477,-1 4 0,-1 2 0,1-1 0,0 0 0,1-4 0,-1-2 0,1 1 0,1 2-207,-10 3 0,2 3 0,2-1 207,10-2 0,2 0 0,-1-2 0,-9-3 0,-2 0 0,4 1 0,3 6 0,-1-1 0,3-5 0,-5-2 0,0-1 0,5 0 0,-5 1 0,1 0 0,7 0 0,-4 0 0,-1 0 0,3 0 0,0 0 0,3 0 0,-2 0 0,-7 0 0,-2 0 0,1 0 0,2 0 0,1 0 0,-1 0 0,-2 0 0,1 0 0,-1 0 0,-3 0 0,1-1 0,-1 2 0,2 4 0,0 1 0,0-1 0,-2-3 0,0-2 0,0 2 0,3 2 0,1 1 0,-1 2 0,-2 1 0,0 0 0,-1-1-141,10-4 1,-1-3 0,1 1 0,-2 1 140,-6 3 0,-1 2 0,-1 0 0,0-2 0,-1-4 0,-1-1 0,-1-1 0,1 1 0,2 0 0,0 0 0,0 0 0,0 0 0,-1 0 0,0 0 0,0 0 0,2 0 0,-3 0 0,1 0 0,0 0-87,8 0 1,-2 0 0,1 0 0,1 0 86,-3 0 0,2 0 0,-2 0 0,3 0 0,-1 0 0,-1 0 0,2 0 0,-3 0 0,0 0 0,0 0 0,-6 0 0,-1 0 0,2 0 0,7 0 0,0 0 0,0 0 0,-7 0 0,-2 0 0,1 0 0,1 0 0,0 0 0,-1 0 0,6 0 0,-1 1 0,0-1 0,0-1 0,3-4 0,1-2 0,0 0 0,0 2 0,1 3 0,-1 1 0,0 0 0,1-1 296,-2-3 0,1-2 0,0 0 0,4 3-296,-13 3 0,2 2 210,8-1 1,-1 0 0,5 0-211,-14 0 905,19 0 1,-1 0-906,-12 0 569,14 1 0,0-2-569,4-7 0,1 0 334,-7 6 1,1 0-335,-13-14 0,0 16 0,21 0 0,-2 0 0,9 0 0,11 0 0,-12 0 0,16 0 0,-15 0 0,11 0 0,-36 0 0,35 0 0,-19 0 0,8 0 0,-11 0 0,5 0 0,-1 0 0,7 0 0,12 0 0,-11 0 0,-1 0 0,12 0 0,-35 0 0,33 0 0,-33 0 0,35 0 0,-12 0 0,16 0 0,-16 0 0,12 0 0,-11 0 0,15 16 0,0-12 0,15 35 0,-11-17 0,12 5 0,0 12 0,-12-17 0,11 21 0,-15-23 0,0 19 0,0-33 0,0 33 0,24-35 0,-18 27 0,17-3 0,-23-7 0,0 18 0,0-35 0,0 35 0,0-17 0,0 21 0,0 0 0,0-21 0,0 17 0,0-35 0,0 27 0,0-27 0,-23 35 0,17-17 0,-7 3 0,2 1 0,11-4 0,0 17 0,0-35 0,0 11 0,0 1 0,0-12 0,0 35 0,0-33 0,-15 18 0,11-9 0,-12-11 0,16 12 0,0-16 0,0 23 0,0-17 0,0 18 0,0-24 0,0 15 0,0-11 0,0 12 0,0-16 0,0 0 0</inkml:trace>
  <inkml:trace contextRef="#ctx0" brushRef="#br0" timeOffset="78701">21061 2469 24575,'-20'0'0,"5"24"0,15-2 0,0 9 0,0 4 0,0-3 0,0 1 0,0 7 0,0 0 0,0-4 0,0-1 0,0-9 0,0 1 0,0 6 0,0 0 0,0 8 0,0-7 0,0-1 0,0 4 0,0-9 0,0-13 0,0-15 0,0 16 0,0-12 0,0 20 0,0 7 0,0 2 0,0 4 0,0 3 0,0-5 0,0 0 0,0 5 0,0 1 0,0 3 0,0 0 0,0-4 0,0 0 0,0-7 0,0 1 0,0 1-203,0 0 1,0 1 0,0 1 202,0 4 0,0 0 0,0 2-479,0 5 0,0 2 0,0-1 479,0-11 0,0 0 0,0 0 0,0-1 0,0 12 0,0-1 0,0 0 0,0 2 0,0-1 0,0-1-305,0-6 0,0-2 0,0 2 305,0 6 0,0 1 0,0 1 0,0-2 0,0-1 0,0 3-429,0-8 1,0 2-1,1 0 1,-2 0 428,-3 2 0,0 0 0,-1 0 0,2 0 0,1 3 0,2 0 0,-1 0 0,0 0 0,-2-8 0,0 0 0,-1 0 0,1 0 0,0-1 0,2 10 0,1-1 0,1 0 0,-1-3 0,1 5 0,0-3 0,-3-2 141,-5-4 0,-2-1 0,2-4-141,5 1 0,-2-6 1265,-20 6-1265,24-15 914,0-46-914,0-15 0,0 7 0,0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8:01:35.51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970 10283 24575,'37'0'0,"1"0"0,-5 0 0,2 0 0,3 0 0,4 0 0,-2 0 0,6 0 0,0 0-475,-7 0 1,1 0 0,0 0 474,-3 0 0,-2 0 0,1 0 0,0 0 0,0 0 0,0 0 0,-1 0 0,-1 0 0,1 0 0,0 0 0,0 0 0,-1 0 195,12 0 1,0 0-196,2 0 0,0 0 0,-4 0 0,-2 0 0,-2 0 0,1 0 0,-8 1 0,2 0 0,0-3-137,1-4 0,0-4 0,0 3 137,5 4 0,1 3 0,-1-3 0,-5-4 0,-1-2 0,1 2 0,11 0 0,2 2 0,-1 1 0,-6 3 0,1 0 0,1-1-366,-2-5 0,2-2 1,1 0-1,-2 3 366,6 4 0,-1 2 0,0-2 0,-7-6 0,0-3 0,0 0 0,-1 1 0,3 3 0,-1 0 0,0 0-121,7-2 0,1 0 1,-2-1 120,-5 0 0,-1 0 0,-1-1 0,-5 2 0,-1 0 0,2 0 0,4-2 0,2-2 0,-2-1 0,-7-2 0,-1-3 0,2 3 0,12 7 0,3 4 0,0-2 0,-13-2 0,1-3 0,0 1 0,0 4 0,2 4 0,0 2 0,1 2 0,-1-2 0,-2-3 0,-1 0 0,1-1 0,-1 2 0,14 2 0,-1 2 0,-4-1 0,-2 0 0,-1 0 15,-6 0 1,1 0 0,-7 0-16,-6 0 301,3 0 0,-1 0-301,-8 0 1487,25 0-1487,-23 0 1132,3 0-1132,-9 0 0,-11 0 0,12 0 0,-16 0 0,0 0 0,0 16 0,0-12 0,23 11 0,-17 9 0,34-18 0,-21 17 0,24-23 0,-17 0 0,1 0 0,8 0 0,1 0 0,4 0 0,0 0 0,-7 0 0,-1 0 0,2 0 0,-2 0 0,6 0 0,-11 0 0,-11 0 0,-16 0 0</inkml:trace>
  <inkml:trace contextRef="#ctx0" brushRef="#br0" timeOffset="2700">7461 11871 24575,'45'0'0,"-12"0"0,1 0 0,-3 0 0,3 0 0,-2 0 0,3 0 0,2 0-739,3 0 1,1 0-1,1 0 739,2 0 0,1 0 0,1 0 0,-7 0 0,1 0 0,-1 0 0,0 0 0,6 0 0,0 0 0,0 0 0,-5 0 0,2 0 0,-1 0 0,-1 0 0,4 0 0,-1 0 0,-1 0 0,3 0 0,-1 0 0,-1 0 290,6-2 0,-2 4-290,-4 9 0,0 1 0,-2-9 0,-2 0 198,-6 10 0,-1-2-198,1-10 0,1-2 0,-8 1 0,0 0 0,9 0 0,1 0 567,4 0 0,0 0-567,4 0 0,1 0 0,-5-1 0,0 2 0,4 6 0,-2 2 53,-9-8 0,-1 1-53,-1 7 0,-1-2 0,13-7 0,-24 0 0,-3 0 0,7 0 0,15 16 0,-5-14 0,4 0 0,3 6 0,1-1 0,2-6 0,2-2 0,0 1 0,-2 0 0,-11 0 0,1 0 0,9 0 0,-2 0 0,1 0 0,-1 12 0,2 0 0,-9-9 0,-1 0 0,8 9 0,0-1 0,4-9 0,-1-4 0,-3 2 0,0 0 0,5-1 0,-2 2 0,-11 7 0,1 0 0,16-6 0,0 0 0,-15 6 0,1 0 0,2-7 0,5-2 0,-2 1 0,7 0 0,-2 0 0,-10 0 0,0 0 0,-1 0 0,7 0 0,-2 0 0,-2 0 0,-3 0 0,-7 0 0,-1 0 0,17 0 0,0 0 0,-6 0 0,-12-1 0,1 2 0,1 6 0,-1 1 0,1-6 0,1 0 0,7 5 0,-1 2 0,-6 3 0,-1-1 0,-1-8 0,1 0 0,-1 10 0,-2-2 0,14-11 0,5 0 0,-24 16 0,-3-13 0,-16 13 0,0-16 0,0 0 0,0 0 0</inkml:trace>
  <inkml:trace contextRef="#ctx0" brushRef="#br0" timeOffset="20967">3193 13935 24575,'40'0'0,"0"0"0,-7 0 0,1 0 0,1 0 0,5 0 0,1 0 0,1 0-820,-5 0 1,1 0 0,1 0 0,0 0 808,6 0 1,1 1 0,1-1 0,-1-1 10,3-3 0,0-3 0,0 1 0,-1-1 0,-6 2 0,-1 0 0,-1-1 0,1 1 0,3-2 0,0 1 0,-1-1 0,-3-1 208,-5-3 0,-2 0 0,1 2-208,2 6 0,2 3 0,-3-1 0,7-7 0,-3 0 319,-7 7 0,0 2-319,11 1 0,-3-4 0,1-21 0,-1 19 0,2 2 0,-10-10 0,1 0 0,-1 10 0,3 4 0,2-2 153,5-4 0,2-2 0,1 1-153,2 3 0,1 1 0,2 0 0,-7-2 0,1-1 0,1-1 0,-3 1 0,8-2 0,-2 1 0,-1 0 0,-5 4 0,-1 0 0,0-1-66,2-3 1,0-1 0,-4 2 65,1 3 0,-1 2 0,0-1 0,4 0 0,0 0 0,-2 0 0,0 0 0,1 0 0,1 0 0,0 0 0,0 0 0,1 0 0,1 0 0,-3 0 0,-5 0 0,-2 0 0,-3 0 0,2 0 0,-3 0 0,-1 0 0,-1 0 0,14 0 0,-6 0 615,-4-2 1,1 4-616,7 13 281,-8-13 0,0 0-281,-6 14 0,-1 0 0,2-15 0,-1 2 0,0 16 0,-1 1 0,0-17 0,-1 0 0,12 20 0,-4-21 0,1-4 0,7 2 0,-10 0 0,-3 0 0,-8 0 0,-5 16 0,-15-12 0,0 12 0,0-1 0,0-11 0,0 12 0,0 7 0,0-17-820,0 18 1,0-24 0,0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8:02:14.36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882 12506 24575,'43'0'0,"-18"0"0,3 0 0,17 0 0,4 0-1032,-12 0 1,2 0-1,3 0 1032,-1 0 0,3 0 0,1 0 0,-1 0 0,-1 0 0,0 0 0,1 0 0,-1 0 0,-1 0 0,0 0 0,0 0 0,0 0 0,0 0 0,0 0 0,-2 0 0,-1 0 116,-1 0 0,-1 0 1,-1 0-117,5 0 0,0 0 0,-3 0 307,3 0 1,-2 0-308,5 0 0,-1 0 0,-2 0 0,-2 0 0,-7 0 0,1 0 783,9 0 0,-2 0-783,9 0 263,-12 0 1,2 0-264,-3 0 0,-1 0 19,5 0 0,0 0-19,4 0 0,1 0 0,-5 0 0,0 0 0,3 0 0,0 0 0,-3 1 0,0-2 0,5-7 0,-1 0 0,-4 6 0,0 0 0,-4-6 0,-1 1 0,-1 6 0,0 2 0,2-1 0,-1 0 0,-3 0 0,0 0 0,6 0 0,1 0 0,-4 0 0,0 0 0,-2 0 0,-1 0 0,-2 0 0,1 0 0,3 0 0,-2 0 0,10 0 0,-13 0 0,0 0 0,15 0 0,-7 0 0,-12 0 0,1 0 0,11 0 0,-4 0 0,1 0 0,7 0 0,-12 0 0,1 0 0,13 0 0,-6 0 0,-4 0 0,1 0 0,7 0 0,-8 0 0,0 0 0,5 0 0,-6 0 0,2 0 0,-2-1 0,1 2 0,0 3 0,2 2 0,1-1-218,-1-3 1,1-2 0,1 2 217,3 8 0,2 2 0,-1-2 0,-5-8 0,0-2 0,0 2 0,-1 2 0,0 1 0,-1 1 0,7 7 0,-2-2 0,-3-8 0,-1 0 0,-1 9 0,0-1 0,-6-10 0,-1-2 0,-1 0 0,1 2 0,7 7 0,-1 0 652,8-4-652,-7 4 0,-2-1 0,-10-7 0,17 0 0,-35 0 0,12 0 0,-1 0 0,13 0 0,-7 0 0,19 0 0,-13 0 0,10 0 0,-9 0 0,3 0 0,-3 0 0,9 0 0,6 0 0,0 0 0,-13 0 0,1 0 0,18 0 0,-9 0 0,2 0 0,-10 0 0,1 0 0,-1 0 0,4 0 0,0 0-185,-1 0 1,1 0 0,0 0 184,5 1 0,0 0 0,1-3 0,-1-2 0,0-2 0,0 1 0,1 3 0,-1 2 0,0-2 0,-5-3 0,0-1 0,0 1 0,-1 5 0,1 2 0,-3-4 0,1-9 0,-4-1 0,13 6 0,-27-18 0,-16 24 0,0 0 0,0 24 553,0-18-553,0 17 0,0-23 0,0 0 0,0 16 0,0-12 0,0 11 0,16-15 0,-12 0 0,35 0 0,-33 0 0,17 0 0,-23 0 0</inkml:trace>
  <inkml:trace contextRef="#ctx0" brushRef="#br0" timeOffset="1582">3316 14940 24575,'0'0'0</inkml:trace>
  <inkml:trace contextRef="#ctx0" brushRef="#br0" timeOffset="3799">2611 14182 24575,'-15'21'0,"0"1"0,1 7 0,5 3 0,7-1 0,4 2 0,-2 10 0,0 0 0,0-2 0,0-1 0,0-8 0,0 0 0,-3 11 0,6-3 0,20 1 0,-20-8 0,0 1 0,21 3 0,-24 6 0,0 0 0,0-6 0,0-4 0,0 1 0,0 7 0,0-7 0,0-1 0,0 4 0,7-12 0,1 1 0,-6 0 0,0 1 0,6 0 0,0 1 0,-7-1 0,-2-1 0,1 17 0,0-24 0,0 21 0,0-19 0,0 7 0,16 11 0,-13-18 0,13 7 0,-16 3 0,0-27 0,0 35 0,0-33 0,0 33 0,0-19 0,0-1 0,0 21 0,0-34 0,0 33 0,0-35 0,0 11 0,0 9 0,0-18 0,0 33 0,0-35 0,0 27 0,0-27 0,0 12 0,0 7 0,0-17 0,0 18 0,0-9 0,0-11 0,0 12 0,0-16 0,0 0 0,0 0 0</inkml:trace>
  <inkml:trace contextRef="#ctx0" brushRef="#br0" timeOffset="8599">3140 15099 24575,'29'0'0,"-5"0"0,15 0 0,-2 0 0,6 0 0,-8 0 0,2 0 0,3 0-620,-1 0 1,2 0 0,1 0 0,-1 0 619,7 0 0,0 0 0,1 0 0,-7 0 0,3 0 0,-1 0 0,-1 0-144,6 0 0,-1 0 0,0 0 144,1 0 0,1 0 0,-2 0 0,-6 0 0,-1 0 0,0 0 0,0 0 0,0 0 0,0 0-162,-5 0 0,0 0 0,0 0 162,4 0 0,0 0 0,-1 0 0,8 0 0,-2 0 0,-10 0 0,0 0 0,-1 0 0,11 0 0,-1 0 0,-4 0 0,0 0 0,-4 0 0,-2 0 867,-6 0 1,-3 0-868,18 0 547,-14 0 0,1 0-547,2 0 0,1 0 283,-1 0 0,1 0-283,1 0 0,-2 0 0,5 0 0,7 0 0,-15 1 0,0-2 0,-5-7 0,1 0 0,13 6 0,1 0 0,-4-5 0,0-1 0,6-1 0,-1 2 0,-8 5 0,0 0 0,3-4 0,-3-4 0,5-13 0,6 17 0,1-18 0,-7 9 0,6 11 0,-24-12 0,21 16 0,-34 0 0,17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7:31:09.59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8608 10566 24575,'35'0'0,"-7"0"0,3 0 0,7 0 0,4 0 0,-5 0 0,2 0 0,1 0-333,2 0 0,0 0 1,-1 0 332,-4 0 0,-2 0 0,1 0 0,6 0 0,2 0 0,-5 0 0,1 0 0,-1 0 163,8 1 1,0-2-164,-12-7 0,-1 0 0,0 6 0,2 0 0,10-6 0,4 0-313,-8 8 0,3 1 1,-1-2 312,-1-3 0,0-2 0,1 1 0,5 3 0,0 2 0,0-2 0,-7-3 0,-1-1 0,-1 1 0,1 5 0,0 1 0,1-2 0,2-6 0,0-2 0,-1 2-165,-8 4 0,-2 2 0,1-1 165,7-5 0,2-2 0,-2 1 0,-4 2 0,-1 1 0,-1 1 0,-1 2 0,-1 1 0,2 0 0,7-4 0,1 0 0,-2-1 0,1-2 0,0 0 0,-8 6 0,1 2 0,0-2 0,10-6 0,-2 1 232,-11 6 1,1 2-233,8-1 0,0 0 0,-8 0 0,-1 0 0,-1 0 0,2 0 551,8 0 0,1 0-551,-10 0 0,0 0 268,8 0 1,1 0-269,2 0 0,0 0 0,-3 0 0,0 0 0,4 0 0,0 0 0,-3 0 0,-1 0 0,2 0 0,2 0 0,4 1 0,0-2 0,-3-11 0,2 0-254,-8 9 0,2 3 1,-1-3 253,-4-4 0,-1-2 0,1 2 0,4 5 0,2 3 0,0 0 0,6-1 0,2 0 0,-1 0-601,-1 0 1,-1 0-1,3 0 601,-5-1 0,3 0 0,0 1 0,1 2-481,-7 1 1,0 2-1,0 1 1,1-1-1,0-1 481,0-2 0,0-2 0,1 0 0,-1 1 0,1 2 0,2 3 0,0 3 0,0 1 0,-1-2 0,0-2-377,4-3 0,0-4 0,-1 1 1,0 2 376,-3 5 0,-1 2 0,0 0 0,-1-2 0,-3-5 0,0-2 0,0 0 0,-1 2 38,9 3 0,0 1 0,-3-2-38,-8-3 0,-2-1 0,1-1 0,-2 0 0,1 0 0,-2 3 0,7 10 0,0 0 0,-6-9 0,1-3 0,0 3 0,11 9 0,0-1 473,-11-9 0,1-3 1,-3 0-474,0 0 0,-2 2 1203,-1 7 1,-1 0-1204,1-6 0,-1 0 966,-4 6 0,-1-1-966,6-5 0,1-4 300,3 2 0,-2 0-300,10 0 0,-2 0 0,2 0 0,-10 0 0,1 0 0,6 0 0,2 0 0,2 0 0,0 0 0,-2 0 0,-1 0 0,-8 0 0,0 0 0,4 0 0,-5 0 0,-10 0 0,19 0 0,-36 0 0,27 0 0,-4 0 0,11 0 0,-14 0 0,3 0 0,-2 0 0,2 0 0,9 0 0,-1 0 0,-6 0 0,-1 0 0,6 0 0,-2 0 0,6 0 0,-13 0 0,1 0 0,11 0 0,-10 0 0,5 0 0,-5 0 0,10 16 0,-9-12 0,3 12 0,-27-16 0,35 0 0,-33 0 0,18 0 0,-24 0 0</inkml:trace>
  <inkml:trace contextRef="#ctx0" brushRef="#br0" timeOffset="3433">20726 2223 24575,'0'32'0,"0"0"0,0 16 0,0 2 0,0-15 0,0 1 0,0 1-1093,0 9 1,0 2 0,0 3 1058,0-5 0,0 2 1,0 0-1,0 0-394,0-1 0,0 0 0,0-1 0,0 2 428,0-6 0,0 0 0,0 1 0,0 0 0,0-1 0,0 8 0,0 0 0,0-1 0,0-2 191,0 3 0,0-2 0,0-1-191,0-4 0,0 0 0,0-4 0,0 2 0,0-1 0,0 3 0,0 2 0,0-11 0,0 1 0,0 0 0,0 0 0,0 1 0,0 1 0,0 3 0,0 2 0,0-1 0,0-5 0,0 0 0,0 0 0,0 4 0,0 2 0,0-5 0,0-2 0,0-1 0,0 17 0,0-4 1519,0-6-1519,0-7 0,0-1 2320,0 4-2320,0-5 0,0 3 356,0-3 0,0 0-356,0 8 0,0 1 0,0 2 0,0 0 0,0-3 0,0 0 0,0 5 0,0-2 0,0-9 0,0-3 0,0-1 0,0-1 0,0 14 0,0-21 0,0 17 0,0-35 0,-16-28 0,3-1 0,-2-8 0,0-5 0,4 4 0,1-4 0,0-4 0,-1-2 0,0-1 0,-1-1-410,1 5 0,-2-2 1,0 0-1,0-2 1,0-1-1,-1 0 0,1-2 1,-1 0 111,3 5 0,0-1 0,-1 0 0,1-2 0,0 0 0,-1-1 0,1 0 0,0 0 1,0 0-1,0 0 0,0 1 0,0-1 0,1 0 0,-1-1 0,1 1 0,0-1 0,-1 1 0,1-1 0,0 1 1,1 0-1,-1 0 0,0 1 149,0-3 0,-1 0 0,1 0 0,0 0 0,-1 1 0,1 0 0,1 0 0,0 1 0,1 0 0,0 0-44,2 1 0,0-1 0,1 1 0,0-1 0,1 2 0,0 0 0,0 2 0,0 1 0,-1 2 193,-2-6 0,0 2 0,0 1 0,-1 2 0,2 1 0,2 1-99,1-11 1,3 2-1,0 3 1,-3 2 98,-5 0 0,-1 3 0,2 3 1638,6-5 0,2 0-1580,-1 8 1,0-1 0,0 2-59,0-9 0,0 4 3276,0-11-1360,0 25-1916,-1 48 0,2 19 0,6-12 0,2 2 0,-1 5 229,-2 4 0,-2 6 1,1 2-1,1 0-229,2-6 0,0 2 0,2 0 0,-1 1 0,0 1-406,-2-4 0,1 2 0,-1 0 0,0 1 0,0-1 0,0 1 406,-1 2 0,0 0 0,0 1 0,-1-1 0,2-1 0,0-1 0,3 4 0,1-2 0,0 0 0,-1-1 0,-1-2-123,-3-4 0,-2 1 0,-1-2 0,1-2 0,0-4 123,5 4 0,0-4 0,-3-1 0,-5 11 0,-2-8 0,1-15 0,0 1 0</inkml:trace>
  <inkml:trace contextRef="#ctx0" brushRef="#br0" timeOffset="9582">970 13970 24575,'30'0'0,"-1"0"0,8 0 0,5 0 0,-2 0 0,-6 0 0,-2 0 0,4 0-820,8 0 1,5 0 0,1 0 0,-2 0 723,-9 0 0,-1 0 1,0 0-1,1 0 96,0 0 0,2 0 0,0 0 0,1 0 0,-1 0 0,1 0 0,0 0 0,0 0 0,1 0 0,0 0 0,2 0 0,1 0 0,1 0 0,-2 0 0,-1 0 0,4 0 0,-2 0 0,-1 0 0,0 0 0,1 0 0,0 0 0,0 0 0,-3 0-120,2-1 1,-2 0 0,0 3 119,3 5 0,1 2 0,-1-1 0,-4-6 0,0-1 0,2 1 0,-1 4 0,2 1 0,1-1 0,-2-1 0,1-4 0,-1-1 0,0-1 0,6 1 0,0 0 0,-3 0 238,-11 0 1,-1 0 0,-2 0-239,12 0 0,-2 0 0,1 0 0,0 0 0,-10 1 0,1 0 0,0-3-198,1-5 0,0-2 0,0 1 198,5 6 0,0 1 0,1-1 0,-1-6 0,0-1 0,0 2 0,0 5 0,1 3 0,-1 0 0,-5-1 0,-1 0 0,1 0 0,4 0 0,1 0 0,-2 0 0,7 0 0,0 0 538,-11 0 1,0 0 0,-1 0-539,7 0 0,-2 0 0,4 0 0,0 0 0,-2 0 0,-1 0 0,3 0 0,2 0 0,-11 0 0,1 0 0,0 0 0,11 0 0,0 0 0,-7 0 0,3 0 0,-3 0 0,3 0 0,0 0 0,-2 0 0,3 0 0,-1 0 202,-7 0 0,-2 0 0,1 0-202,9 0 0,2 0 0,-2 0 0,-6 0 0,-1 0 0,-1 0 106,14 0 0,-2 0-106,-3 0 0,-1 0 0,-3 0 0,0 0 340,-8 0 1,1 0-341,7 0 0,2 0 0,-2 0 0,0 0 0,5 0 0,2 0-195,-8 0 0,2 0 0,-1 0 195,-4 0 0,-1 0 0,2 0 0,3 0 0,2 0 0,-1 0 0,0 0 0,0 0 0,1 0 0,1 0 0,1 0 0,0 0 0,-2 0 0,-1 0 0,1 0 0,2 1 0,0-1 0,0-1 0,-3-4 0,-1-1 0,2 1-166,7 3 0,0 2 0,0-2 166,-5-3 0,-2-1 0,2 2 0,4 3 0,2 3 0,-1-3 0,-7-6 0,-2-2 0,1 1 0,0 6 0,0 2 0,0-4 0,1-8 0,-1-3 0,0 3 0,0 9 0,0 4 0,0-3 0,0-6 0,0-4 0,1 1 0,6 1 0,1 1 0,1 0-376,-12 4 0,0-1 0,0 1 0,1 0 376,2-1 0,2 0 0,0 0 0,-2 0 0,-3 2 0,0-1 0,-1 2 0,1 0 0,3 1 0,0 2 0,0-1 0,-1 0-257,4-4 1,-2-1-1,1 1 257,6 4 0,0 1 0,0 1 0,-2-1 0,-1 0 0,0 0-245,-9 0 0,0 0 0,1 0 0,1 0 245,6 0 0,2 0 0,-1 0 0,0 0 0,-2 0 0,-2 0 0,1 0 0,1 0 0,-4 0 0,2 0 0,0 0 0,-1 0 0,0 0 0,3 0 0,-1 0 0,-1 0 0,1 0 0,3 0 0,0 0 0,1 0 0,-2 0 0,0 0 0,0 0 0,-2 0 0,-1 0 51,2 0 1,-2 0-1,1 0-51,6 0 0,1 0 0,-6 0 689,-8 0 0,-3 0-689,10 0 0,-4 0 796,-2 0-796,-9 0 1810,-12 0-1810,-1 0 980,-11 0-980,35 0 0,-17 0 0,21 0 0,-14 0 0,1 0 0,19 0 0,-19 0 0,1 0 0,12 0 0,0 0 0,-6 16 0,6-12 0,0 11 0,-13-13 0,1-4 0,1 2 0,1 0 0,2 0 0,0 0 0,-7 0 0,-3 0 0,18 0 0,0 0 0,-21 0 0,17 0 0,-11 0 0,9 0 0,6 0 0,-23 0 0,6 0 0,2 0 0,6 0 0,-5-1 0,3 2 0,1 11 0,0 0 0,-5-9 0,1 0 0,13 8 0,2 1 0,-3-3 0,-1-2 0,-8-6 0,0 2 0,3 13 0,-3-1 0,5-11 0,-9 12 0,-13 7 0,-15-17 0,0 18 0,0-24 0,0 0 0,0 15 0,0-11 0,0 12 0,-15-16 0,11 0 0,-12 0 0,16 0 0,0 0 0</inkml:trace>
  <inkml:trace contextRef="#ctx0" brushRef="#br0" timeOffset="18549">3069 15028 24575,'35'0'0,"-6"0"0,1 0 0,1 0 0,3 0 0,-1 0 0,3 0 0,-1 0 0,10 0 0,2 0-842,-4 0 1,3 0 0,0 0 841,-1 0 0,-1 0 0,2 0 0,-7 0 0,1 0 0,1 0 0,0 0 0,3 0 0,0 0 0,0 0 0,-1 0 0,5 0 0,0 0 0,1 0 0,-8 1 0,2 0 0,1-1 0,-2-2-418,-2-2 0,0-3 0,0 0 0,1 2 418,6 3 0,1 1 0,1 1 0,1-3-332,-6-3 1,1-3 0,1 0 0,0 0-1,0 3 332,0 3 0,1 2 0,-1 1 0,1 1 0,0-2 0,-5-1 0,1 0 0,-1-1 0,1 0 0,0 0 0,-1 0 0,8-1 0,0-2 0,0 1 0,-1 0 0,-1 2 0,-4 1 0,-1 2 0,0 0 0,0-1 0,0-2-312,2-4 0,0-1 0,1-2 0,-2 2 0,-1 2 312,1 3 0,-1 2 0,-1 2 0,2-2 0,3-3 0,0 0 0,1-1 0,0 2 0,-2 2 0,0 1 0,0 1 0,0-1 0,-3 0 0,0 0 0,-1 0 0,2 0 0,-3 0 0,0 0 0,1 0 0,-1 0 0,0 0 0,6 0 0,0 0 0,-1 0 0,2 0-200,-4 0 1,2 0 0,0 0 0,0 0 0,0 0 199,-3 0 0,0 0 0,0 0 0,0 0 0,0 0 0,3 0 0,0 0 0,0 0 0,-1 0 0,0 0 12,5 0 0,-1 0 0,-1 0 0,1 0-12,-3 0 0,0 0 0,0 0 0,0 0 0,1 0 0,1 0 0,0 0 0,-1 0 0,-4 0 0,0 0 0,0 0 0,0 0 0,3 0 0,1 0 0,0 0 0,-2 0 337,-6 0 1,-2 0 0,1 0-1,-1 0-337,10 0 0,0 0 0,-2 0 447,-8 0 0,-2 0 0,0 0-447,1 0 0,-2 0 0,0 0 0,11 0 0,-1 0 1156,-4 0 0,0 0-1156,-4 0 0,-2 0 921,-7 0 1,-1 0-922,0 0 0,-1 0 575,2 0 1,-1 0-576,2 0 0,-1 0 182,-1 0 0,1 0-182,7 1 0,-1-2 0,8-15 0,2 12 0,-4-11 0,-33 15 0,33 0 0,-35 0 0,12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7:52:33.50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18750 5715 24575,'45'0'0,"-20"0"0,1 0 0,0 0 0,1 0 0,7 0 0,3 0 0,2 0 0,2 0 0,4 0 0,-2 0 0,-10 0 0,-1 0 0,-3 0 0,1 0 0,-1 0 0,0 0 0,20 0 0,-18 0 0,-1 0 0,13 0 0,0 0 0,-5 0 0,-11 0 0,4-24 0,-3 19 0,-7-19 0,19 24 0,-36 0 0,11 0 0</inkml:trace>
  <inkml:trace contextRef="#ctx0" brushRef="#br0" timeOffset="2050">20849 5574 24575,'44'0'0,"0"0"0,-9 0 0,0 0 0,-1 0 0,12 0 0,0 0-471,-7 0 0,2 0 1,-1 0 470,-4 0 0,-1 0 0,2 0 0,4 0 0,0 0 0,0 0 0,-5 0 0,0 0 0,0 0 0,3 0 0,1 0 0,1 0 0,2 0 0,2 0 0,-2 0 0,-7 0 0,-1 0 0,0 0 126,2 0 0,0 0 0,-2 0-126,6 0 0,-5 0 253,13 0-253,-8 0 0,0 0 0,-13 0 0,1 0 0,14 0 0,0 0 358,-10 0 1,-1 0-359,-2 0 0,1 0 32,3 0 0,-2 0-32,9 0 0,-7 0 0,-1 0 0,4 0 0,6 0 0,1 23 0,-23-17 0,18 18 0,-19-24 0,0 0 0,19 0 0,-18 0 0,7 0 0,11 0 0,-33 0 0,17 0 0,-23 0 0,16 0 0,-12 0 0,12 15 0,-1-11 0,-11 12 0,12-16 0,7 0 0,-17 0 0,18 0 0</inkml:trace>
  <inkml:trace contextRef="#ctx0" brushRef="#br0" timeOffset="6249">24007 5874 24575,'34'0'0,"1"0"0,-1 0 0,13 0 0,3 0 0,0 0 0,-1 0 0,-1 0 0,4 0-414,-11 0 1,2 0 0,2 0 0,1 0 0,1 0 413,-1 0 0,2 0 0,1 0 0,0 0 0,-1 0 0,-2 0-382,-2 0 0,-2 0 0,-1 0 1,1 0-1,1 0 382,5 0 0,4 0 0,-1 0 0,-3 0 0,-6 0 0,-4 0 0,-5 0 0,0 0 457,12 0 1,-2 0-458,-11-1 0,0 2 0,17 6 0,0 1 0,-15-6 0,1 0 0,3 2 0,4 2 0,-2 0 0,5 6 0,2 0 0,-10-10 0,5-1 0,-1-1 0,-3 2 0,-2 6 0,-4 1 0,2-2 0,12-6 0,1-3 0,-4 3 0,-6 7 0,-4 0 0,-6-6 0,-1 0 0,8 6 0,-1-1 951,8-7-951,0 0 0,0 0 2109,0 0-2109,0 0 0,1 0 0,-1 0 0,-8 0 0,0 0 0,5 0 0,-13 0 0,1 0 0,11 0 0,6 0 0,-14 0 0,1 0 0,11 0 0,-8 0 0,5 0 0,-3 0 0,-4 0 0,0 0 0,11 0 0,5 0 0,-2 0 0,-10 0 0,-2 0 0,1 0 0,1 0 0,1 0 0,0 0 0,7 0 0,0 0 0,-3 0 0,0 0 0,-2 0 0,10 0 0,-2 0 0,-10 0 0,-3 0 0,-6 0 0,1 0 0,10 0 0,0 0 0,11 0 0,-19 0 0,-1 0 0,14 0 0,-21 0 0,1 0 0,-23 0 0,0 0 0,0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7:53:19.65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15787 6509 24575,'35'0'0,"-7"0"0,3 0 0,0 0 0,3 0 0,-2 0 0,4 0 0,-1 0-432,1 0 1,0 0-1,0 0 432,5 0 0,0 0 0,1 0 0,-1 0 0,1 0 0,-2 0 0,-3 0 0,-2 0 0,1 0 0,0 0 0,-1 0 0,-2 0 211,0 0 0,-1 0-211,9 0 0,0 0 107,-8 0 1,-1 0-108,-1 0 0,2 0 0,9 0 0,-2 0 0,2 0 329,-1 0 0,0 0-329,0 0 0,-7 0 0,-1 0 0,4 0 0,-12 0 0,1 0 0,11 0 0,6 0 0,-13 0 0,-1 0 0,12 0 0,-8 0 0,1 0 0,-3 0 0,-1 0 0,19 0 0,-8 0 0,0 0 0,0 0 0,-7 0 0,-1 0 0,4 0 0,6 0 0,-13 0 0,-1 0 0,12 0 0,-7 0 0,-1 0 0,4 0 0,-12 0 0,1 0 0,11 0 0,-9 0 0,3 0 0,-4 0 0,11 0 0,5 0 0,-14 0 0,1 0 0,19 0 0,-19 0 0,0 0 0,13 0 0,1 0 0,-18 0 0,0 0 0,2 0 0,-1 0 0,0-1 0,-1 2 0,0 6 0,-1 1 0,12-4 0,7 12 0,-1-16 0,-22 0 0,18 0 0,-11 0 0,9 0 0,6 0 0,0 0 0,-5 0 0,5 0 0,-14 0 0,0 0 0,20 0 0,-11 0 0,1 0 0,-11 0 0,-1 0 0,-1 0 0,1 0 0,7 0 0,-2 0 0,9 0 0,-8-1 0,1 2 0,-8 7 0,1 0 0,7-6 0,3 0 0,3 6 0,0-1 0,-8-6 0,1-2 0,9 1 0,-2 0 0,1 0 0,-8 0 0,1 0 0,-3 0 0,-2 0 0,20 0 0,-19 0 0,-1 0 0,14 0 0,-5 0 0,5 0 0,0 0 0,-6 0 0,-10 12 0,-3 0 0,-2-6 0,17 17 0,-20-23 0,25 16 0,-7-12 0,6 12 0,0-16 0,-6 0 0,-11-1 0,-1 2 0,12-1 0,7 0 0,-1 0 0,-6 0 0,6 0 0,-14 0 0,1 0 0,1 0 0,3 0 0,10 0 0,0 0 0,-11 0 0,-2 0 0,3 0 0,-1 0 0,-6-2 0,-1 4 0,1 9 0,1 1 0,-1-9 0,-1 0 0,17 20 0,0-23 0,-6 0 0,-11 0 0,-1 0 0,12 0 0,-4 0 0,1 0 0,7 0 0,0 0 0,0 0 0,1 0 0,-2 0 0,2 0 0,-9 0 0,-1 0 0,-1 0 0,2 0 0,10 0 0,-3 0 0,1 0 0,-8 0 0,0 0 0,5 0 0,-11 0 0,4 0 0,-3 0 0,-7 0 0,19 0 0,-13 0 0,10 0 0,-9 0 0,-13 0 0,1 0 0,-12 0 0,12 0 0,-16-23 0,0 17 0,0-17 0,0 23 0,0 0 0,0 0 0</inkml:trace>
  <inkml:trace contextRef="#ctx0" brushRef="#br0" timeOffset="8116">24042 6791 24575,'50'0'0,"0"0"0,-8 0 0,3 0 0,3 0 0,-10 0 0,2 0 0,2 0 0,0 0 0,0 0-656,1 0 1,0 0-1,0 0 1,0 0 0,0 0 405,0 0 0,0 0 1,0 0-1,-1 0 0,-1 0 250,6 0 0,-1 0 0,0 0 0,-1 0-64,0 0 1,-1 0 0,-1 0 0,0 0 63,6 0 0,-1 0 0,0 0 147,-4 0 1,0 0 0,-1 0-148,-2 0 0,-1 0 0,-1 0 0,7-1 0,0 2 0,-7 6 0,2 2 0,-2-2 0,4-4 0,-1 0-35,-9 5 0,2 1 0,-2-2 35,8-6 0,-1-2 0,4 1 0,0 0 0,1 0 0,-2 0 1066,-10 1 1,-1-2-1067,9-10 0,0-2 0,-13 10 0,1 0 0,6-3 0,3-3 0,-1 1 0,2-1 0,0 2 0,-3 5 0,2 2 0,-2-2 0,5-5 0,-2-1 0,6-1 0,-1 2 702,-12 5 0,0 0-702,10-6 0,-2 0 385,-11 8 0,-1 0-385,15 0 0,1 0 67,-12 0 0,0 0-67,6 0 0,1 0 0,-4 0 0,0 0 0,6 0 0,-1 0 0,-8 0 0,0 0 0,9 0 0,1 0 0,-10 0 0,0 0 0,12 0 0,0 0 0,-3 0 0,-1 0 0,4 0 0,-2 0 0,-12 0 0,-3 0 0,16 0 0,-4 0 0,6 0 0,-13 2 0,1-4 0,3-9 0,-2-1 0,-6 9 0,-3 0 0,19-20 0,-1 23 0,-6 0 0,-10 0 0,13 0 0,-19 0 0,22 0 0,-23 0 0,-5 0 0,-15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7:54:01.82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16492 9490 24575,'43'0'0,"-5"0"0,-13 0 0,1 0 0,11 0 0,-5 0 0,3 0 0,4 0 0,2 0 0,4 0 0,2 0 0,1 0 0,0 0 0,-3 0 0,-4 0 0,-12 0 0,-1 0 0,13 0 0,0 0 0,-9 0 0,1 0 0,0 0 0,2 0 0,1 0-222,-1 0 1,1 0 0,1 0 221,3 0 0,2 0 0,-1 0 0,3 0 0,0 0 0,0 0 0,-3 0 0,1 0 0,0 0 0,2 0 0,0 0 0,-1 0 0,-6 0 0,-1 0 0,-1 0-11,14 0 1,-2 0 10,-2 0 0,-4 0 0,-12 0 0,-1 0 0,6 0 0,-1 0 0,4 0 0,-9 0 663,11 0-663,-18 0 22,22 0-22,1 0 0,-7 0 0,6 0 0,0 0 0,-6 0 0,-11 0 0,-1 0 0,12 0 0,7 0 0,-1 0 0,-6 0 0,-11 1 0,-1-2 0,12-23 0,6 18 0,-13-6 0,-1 1 0,12 11 0,-8 0 0,1 0 0,-3 0 0,-1 0 0,19 0 0,-20-8 0,0 0 0,14 4 0,-5-11 0,-5 13 0,0 4 0,8-2 0,-1 0 0,3 0 0,-10 0 0,-2 0 0,2 0 0,-1 0 0,-2 0 0,-1 0 0,14 0 0,-6 0 0,-5 0 0,3 0 0,-3 0 0,1 0 0,9 0 0,4 0 0,-12 0 0,1 0 0,0 0-221,0 0 1,1 0 0,0 0 220,5 0 0,1 0 0,-1 0 0,-4-1 0,-1 0 0,-1 3 0,14 5 0,-2 1 0,-11-6 0,-2 0 0,-6 6 0,-3 0 0,3-8 0,11 0 0,-18 0 661,23 0-661,-1 0 0,-17 0 0,1 0 0,0-2 0,0 4 0,0 9 0,-1 1 0,0-9 0,-1 0 0,13 21 0,-7-23 0,4-2 0,5 8 0,1 1 0,4-6 0,2 0 0,0 6 0,2 0 0,-13-7 0,2-3 0,-3 3 0,5 7 0,-1 0 0,-3-6 0,2-2 0,-2 2 0,4 6 0,0-1 0,4-6 0,0-2 0,-4 1 0,1 0 0,-9 0 0,3 0 0,-1 0 0,2 0 0,0 0 0,0 0 0,-2 0 0,0 0 0,0 0 0,3 0 0,0 0 0,-1 0 0,12 0 0,0 0 0,-2 0 0,0 0 0,-11 0 0,1 0 0,-3 0 0,0 0 0,-1 0 0,2 0 0,-2 0 0,5 0 0,7 24 0,-1-18 0,-6 17 0,6-23 0,0 16 0,-13-14 0,1 0 0,1 6 0,1-1 0,10-5 0,0-4 0,-15 2 0,1 0 0,12 0 0,0 0 0,8 0 0,-19 0 0,1 0 0,3 0 0,-2 0 0,10 0 0,-1 0 0,0 0 0,0 0 0,-6 0 0,-3 0 0,-11 0 0,18 0 0,-19 0 0,0-15 0,6 12 0,2 2 0,6-15 0,2 16 0,4 0 0,-4-11 0,-1-1 0,-7 9 0,1 0 0,5-10 0,-2 2 0,5 11 0,-9-15 0,-12 11 0,7-12 0,-17 16 0,33 0 0,-35 0 0,12 0 0,-16 0 0,15 0 0,-11 0 0,12 0 0,8 0 0,-19 0 0,35 0 0,-36 0 0,27 0 0,-27 0 0,35 0 0,-33 0 0,33 0 0,-35 0 0,12 0 0,-16 0 0,0 0 0</inkml:trace>
  <inkml:trace contextRef="#ctx0" brushRef="#br0" timeOffset="2467">17745 10372 8191,'-20'0'0,"59"0"1638,1 0 0,12 0-1516,-13 0 0,7 0 1,5 0-1,3 0 0,1 0 1,-1 0-1,-4 0-122,0 0 0,-2 0 0,0 0 0,0 0 0,1 0 0,4 0-37,-10 0 0,2 0 0,2 0 0,1 0 0,0 0 0,1 0 0,-1 0 0,-2 0 0,-1 0 0,-3 0 37,9 0 0,-3 1 0,-1-1 0,-2 1 0,0-2 0,-1 0 0,4-3 0,-1-1 0,-1-1 0,-2 1 0,-2 1 605,11 2 1,-4 2 0,-4-4-606,-8-3 0,-2-3 0,-3 4 1638,1 5 0,-1 2-880,2-1 1,-1 0 37,4 0-796,6 0 3276,-23 0-2623,6 0 1,2 0-21,6 0-633,2 0 0,4 0 0,-5 0 0,1 0 0,4 0 0,0 0 0,-7 0 0,-1 0 0,2 0 0,-2 0 0,6 0 0,-11 0 0,4 0 0,-27 0 0,12 0 0,-16 0 0,0 0 0,0 0 0</inkml:trace>
  <inkml:trace contextRef="#ctx0" brushRef="#br0" timeOffset="24085">13970 7391 24575,'0'19'0,"0"13"0,0 0 0,0 2 0,0-4 0,0 3 0,0 6 0,0 5 0,0-2-448,0-6 1,0 0 0,0 0 447,0 9 0,0 2 0,0 2-437,0-7 1,0 2 0,0 0 0,0 1 436,0 1 0,0 1 0,0 1 0,0-1 0,0 0 0,0-1 0,0 1 0,0 1 0,0-7 0,-1 1 0,0-1 0,1 1 0,2-2 0,3 4 0,1-1 0,1 0 0,-1-1-328,-5 1 1,-1-1 0,1 0 0,2 0 327,6-1 0,2 0 0,1 0 0,-4-1 0,-6 5 0,-2-1 0,2 2 0,3-8 0,4 1 0,0 0 0,-1 2 0,-1 1 0,0 2 0,0 0 0,-1 0 0,0-1 0,-2 0 0,2 0 0,0 0 0,3 3 0,3 0 0,-2 1 0,-2-1 0,-6-2 0,-3 1 0,1-1 0,3-3 0,9 1 0,3-2 0,-3 0 0,-9 3 0,-3 1 0,3-6 0,9-8 0,0-3 419,-11 7 0,-2-1-419,1 4 2016,0-10-2016,0-11 385,0-16 1,0 0-1,0 0 1</inkml:trace>
  <inkml:trace contextRef="#ctx0" brushRef="#br0" timeOffset="61167">13847 11289 24575,'0'43'0,"0"-17"0,0 1 0,0 7 0,0 2 0,0 4 0,0 1 0,1 3 0,-2 0 0,-7-4 0,0 0 0,7 4 0,-2-1 0,-16-4 0,-1 2 0,16-8 0,5 3 0,-4-1-252,-8 0 0,-5 1 1,4 1 251,3 3 0,4 1 0,-1 1 0,0 2 0,0 0 0,-2-1 0,-4 0 0,-3-1 0,3-1 0,9-5 0,3 0 0,-3 0 0,-7 5 0,-5 2 0,1-2 0,4-6 0,1-2 0,1 1 0,1 1 0,0 1 0,-1 1 0,-5 5 0,-2 1 0,4-3 0,9-1 0,0 1 0,-7 0 0,-4 4 0,4-3 0,7 2 0,0-2 0,-10-6 0,-4 1 0,5-3 0,7 0 0,2-1 0,-11 10 0,2-2 0,11 9 0,0-18 0,0-1 0,0 13 755,0-23-755,0-5 0,0-15 0,0 0 0,0-15 0,0 11 0,0-28 0,0 28 0,0-22 0,0-2 0,0 18 0,0-29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7:55:24.97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17339 13212 24575,'35'0'0,"-6"0"0,1 0 0,2 0 0,1 0 0,10 0 0,2 0 0,-5 0 0,0 0 0,4 0 0,-1 0 0,-11 0 0,0 0 0,6 0 0,1 0 0,-3 0 0,-2 0 0,-5 0 0,-1 0 0,6 0 0,-1 0 0,4 0 0,-12 0 0,1 0 0,0 0 0,1 0 0,0 0 0,1 0 0,-2 0 0,1 0 0,6 0 0,0 0 0,8 0 0,-8 0 0,1 0 0,-7 0 0,-1 0 0,1 0 0,1 0 0,-1 0 0,-1 0 0,17 0 0,-14 0 0,1 0 0,19 0 0,-20 0 0,2 0 0,4 0 0,-3 0 0,9 0 0,-8 0 0,1 0 0,-7 0 0,-1 0 0,1 0 0,1 0 0,6 0 0,0 0 0,-7 0 0,1 0 0,10 0 0,1 0 0,-7 0 0,0 0 0,12 0 0,-2 0 0,-13 0 0,-1 0 0,14 0 0,-1 0 0,8 0 0,-19 0 0,0 0 0,13 0 0,1 0 0,-23 0 0,18 0 0,-35 0 0,28 0 0,-5 0 0,10 0 0,-11-2 0,-1 4 0,12 21 0,7-17 0,-25 17 0,20-23 0,-33 16 0,-6-12 0,-6-4 0,-17-27 0,7-11 0,12 11 0,-11 11 0</inkml:trace>
  <inkml:trace contextRef="#ctx0" brushRef="#br0" timeOffset="5800">21449 13212 24575,'33'0'0,"14"0"0,-8 0 0,6 0 0,3 0-820,-9 0 1,2 0 0,0 0 0,0 0 687,2 0 0,-1 0 1,1 0-1,2 0 132,-6 0 0,1 0 0,1 0 0,1 0 0,0 0-444,3 0 1,2 0-1,0 0 1,0 0 0,0 0 443,-2 0 0,0 0 0,0 0 0,0 0 0,0 0 0,3 0 0,0 0 0,1 0 0,-1 0 0,-2 0-60,-4 0 0,-1 0 1,0 0-1,-1 0 0,0 0 60,9 0 0,0 0 0,-2 0 0,-2 0 0,0 0 0,-4 0 0,3 0 0,-5 0 0,2 0 0,0 0 0,-4 0 0,13 0 0,-4 0 766,3 0 0,-2 0-766,-4-2 0,-3 4 1346,-15 9 1,-1 1-1347,6-9 0,0 0 2095,14 20-2095,-1-7 0,-6-12 0,-10 12 0,5-1 0,-28-11 0,11 12 0,9-16 0,-18 24 0,33-19 0,-35 19 0,35-24 0,-17 0 0,21 0 0,-24 0 0,20 0 0,-17 0 0,21 0 0,-23 0 0,19 0 0,-33 0 0,33 0 0,-12 0 0,-5 0 0,2 0 0,-9 0 0,-11 16 0,12-12 0,-16 11 0,15-15 0,-11 0 0,36 0 0,-19 0 0,22 0 0,0 0 0,-5 0 0,-5 0 0,0 0 0,8 0 0,3 24 0,-5-18 0,-18 17 0,4-21 0,1-4 0,11 2 0,7 0 0,-1 0 0,-17-1 0,1 2 0,-1 7 0,3 0 0,8-6 0,2 0 0,-7 6 0,1-1 0,9-5 0,2-4 0,-4 2 0,0 0 0,4 0 0,0 0 0,-3 0 0,-1 0 0,-4 0 0,-2 0 0,-7 0 0,-1 0 0,8 0 0,-1 0 0,8 0 0,-2 0 0,4 0 0,-3 0 0,1 0 0,4 0 0,2 0 0,-13 0 0,1-1 0,0 2 0,0 4 0,-1 1 0,1-1 0,10-3 0,2 0-457,-4 3 1,3 1 0,0-1 456,-1-5 0,-1-1 0,2 2 0,-7 3 0,1 2 0,1 1 0,0-1 0,2 0 0,1-1 0,0 0 0,-1 1 0,-2 0 0,-1 0 0,0 1 0,0 1 0,-2 2 0,-1 1 0,1 0 0,0-4 0,2-3 0,2-4 0,-1 0 0,-1 2 0,4 6 0,-2 1 0,1-2 0,6-6 0,1-3 0,-2 3 0,-6 3 0,-1 3 0,-1-3-101,-3-2 1,-1-1 0,-1 0 100,1 4 0,-1 2 0,-2-3 0,0-3 0,-1-2 0,10 1 0,-2 0 0,1 0 0,-1 0 0,3 0 674,-11 0 0,0 0-674,0 0 0,1 0 0,15 0 0,2 0 0,-9 1 0,2-2-482,3-3 1,4-3 0,1 2 481,-10 4 0,2 2 0,-1-1 0,1-4 0,0-4 0,-1-3 0,1 0 0,1 2 0,4 6 0,1 4 0,-1-1 0,-3-4 0,0-8 0,-3-3 0,1 3-150,5 9 0,1 4 1,-3-3 149,-3-5 0,-2-1 0,-7 0 0,0-1 0,0 2 0,7 5 0,-2-2 0,5-15 0,0-1 0,-10 17 0,2 4 0,-2-3 0,13-14 0,-2 1 0,4 12 0,-2 2 0,-3-7 0,-1 0-20,-3 7 0,0 2 20,5-1 0,-2 0 0,-10 0 0,-1 0 0,-2 0 0,-1 0 1720,14 0-1720,-6 0 245,-11 0 0,-1 0-245,12 0 45,6 0-45,-13 0 0,-1 0 0,12 0 0,-7 0 0,-1 0 0,4 0 0,-11 0 0,-1 0 0,12 0 0,-4 0 0,1 0 0,-2 1 0,1-2 0,6-9 0,2-3 0,-8 5 0,2 2 0,-1-2 0,8-5 0,0-1 0,-7 0 0,1-1 0,-3 4 0,0 8 0,-1 1 0,3-11 0,-4 2 0,-9 11 0,2 0 0,-9 0 0,-11 0 0,12 0 0,-1 0 0,-11 0 0,12 0 0,8 0 0,-19 0 0,35 0 0,-13 0 0,10 0 0,-9 0 0,3 0 0,-27 0 0,35 0 0,-33 0 0,18 0 0,-24 0 0,0 0 0,0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7:55:55.09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19720 15275 24575,'30'0'0,"9"0"0,-5 0 0,6 0 0,-1 0 0,4 0 0,3 0-820,-2 0 1,2 0 0,3 0 0,0 0 463,-3 0 0,1 0 0,1 0 0,0 0 0,-2 0 356,4 1 0,-2-1 0,0 0 0,0-1 62,1-2 1,0-1 0,-1-1 0,-4 2-63,0 1 0,-4 2 0,0-2 344,-5-3 1,0-2 0,-1 3-345,7 5 0,-2-2 0,-3-10 0,-2-2 0,-6 11 0,-3-1 1272,1-10 1,-1 2-1273,13 11 1166,5 0-1166,0 0 61,-6 0-61,-11 0 0,-1 0 0,12 0 0,6 0 0,0 0 0,-5 0 0,5 0 0,-14 0 0,1 0 0,19 0 0,-11-7 0,0-2 0,-10 8 0,-1-2 0,-1-5 0,1 1 0,7 6 0,-2 2 0,10-1 0,-2 1 0,2-2 0,-9-11 0,-1 0 0,-1 9 0,2 0 0,8-9 0,1 1 0,-10 10 0,0 2 0,8-1 0,1 0 0,2 0 0,0 0 0,-11 0 0,1 0 0,5 0 0,0 0 0,-10 0 0,-1 0 0,0 0 0,-1 0 0,17 0 0,-14 0 0,1 0 0,19 0 0,-19 0 0,0 0 0,5 0 0,-3 0 0,9 0 0,-1 0 0,3 0 0,-12 0 0,2 0 0,0 0 0,3 0 0,-1 0 0,7 0 0,0 0 0,-1 0 0,3 0 0,-3 0 0,-2 0 0,0 0-137,4 0 0,4 0 1,-4 0 136,-3 0 0,-1 0 0,-3 0 0,2 0 0,-2 0 0,5 0 0,-2 0 0,-7 0 0,1 0 0,9 0 0,-2 0 0,1 0 0,2 0 0,-14 0 0,-3 0 0,0 0 205,6 0 0,2 0-205,3 0 0,-11 0 0,-1 0 0,13 0 0,5 0 0,-15 0 0,3 0 0,8-1 0,2 2 0,4 10 0,2 1 0,-12-9 0,0-2 0,-1 1 0,11 9 0,-2 2 0,-10-4 0,-1-3 0,10-4 0,-2 0 0,1 14 0,0-14 0,1-4 0,-1 2 0,0 11 0,0 2 0,0-8 0,-8 8 0,1-2 0,-7-10 0,-1-2 0,1 1 0,1 0 0,-2 0 0,1 0 0,-1 0 0,-1 0 0,-4 0 0,18 16 0,4-12 0,-1 11 0,-1-15 0,0 0 0,0 16 0,-7-14 0,-1 0 0,4 14 0,6-16 0,-23 0 0,19 0 0,-18 0 0,7 0 0,-12 0 0,-16 0 0,23 0 0,-17 0 0,33 0 0,-35 0 0,12 0 0,-16 0 0</inkml:trace>
  <inkml:trace contextRef="#ctx0" brushRef="#br0" timeOffset="15533">15699 16245 24575,'43'0'0,"-17"0"0,1 0 0,0 0 0,1 0 0,6 0 0,0 0 0,-6 0 0,-1 0 0,0 0 0,-1 0 0,1 0 0,-3 0 0,-3 0 0,19-23 0,-36 17 0,11-17 0,-15 23 0,16 0 0,-12 0 0,12 0 0,7-16 0,-17 12 0,33-12 0,4 16 0,-12 0 0,3 0 0,-2 0 0,4 0 0,0 0-433,4 1 0,1 0 0,1-3 433,-5-2 0,1-3 0,0 0 0,0 2 0,10 3 0,0 1 0,1-2 0,-8-5 0,1-4 0,-1 1 0,-2 3 0,-1 5 0,-1 4 0,0-3-99,3-8 0,0-2 0,-1 2 99,6 8 0,-2 0 0,-2-6 0,-1 1 0,-4 6 0,-2 2 0,-7-1 0,-1 0 0,0 0 0,-1 0 1278,12 0-1278,-4 0 0,1 0 318,7 0-318,0 0 0,0 0 0,1 0 0,-10 0 0,2 0 0,-7 0 0,-1 0 0,2 0 0,-1 0 0,-1 0 0,1 0 0,7 0 0,-1 0 0,8 0 0,-8 0 0,0 0 0,5 0 0,5 0 0,0 0 0,-6 0 0,-11 0 0,-1 0 0,12 0 0,-9 0 0,3 0 0,-27 0 0,35 0 0,-17 0 0,21 0 0,0 0 0,-6 15 0,-12-12 0,1-2 0,1 7 0,-1 0 0,1-7 0,1-2 0,0 0 0,-3 2 0,2 15 0,13-12 0,-19 11 0,22-15 0,0 0 0,-5 0 0,-11 0 0,4 0 0,-3 0 0,-7 0 0,19 0 0,-13 24 0,-2-21 0,3 0 0,-1 9 0,1-1 0,-2-9 0,1-4 0,16 2 0,0 0 0,-6 0 0,-11 8 0,-1 0 0,12-4 0,6 12 0,1-16 0,-7 0 0,6 0 0,-14 11 0,1 1 0,19-6 0,-11 6 0,0-1 0,-10-10 0,-1-2 0,12 9 0,-2 0 0,12-4 0,-5 12 0,-13-16 0,-4 0 0,11 0 0,5 0 0,0 15 0,-6-11 0,-4 4 0,1 0 0,7-8 0,-8 11 0,1 1 0,-8-9 0,0 0 0,2 10 0,-1-2 0,0-10 0,-1-2 0,0 0 0,-1 2 0,2 6 0,-1 2 0,1-7 0,1-1 0,6 8 0,1-2 0,-8-6 0,0-2 0,11 0 0,1 2 0,-7 11 0,1 0 0,9-9 0,2 0 0,-4 9 0,0-1 0,5-11 0,-2 0 0,-9 8 0,-3 0 0,-1-7 0,-1 2 0,14 12 0,-6-15 0,-9 0 0,11 0 0,-33 0 0,33 0 0,-19 0 0,-1 0 0,20 0 0,-33 0 0,18 0 0,-9 0 0,-11 0 0,28 0 0,-28 0 0,35 0 0,-33 0 0,17 0 0,-7 0 0,-12 0 0,11 0 0,25-15 0,-10 13 0,4 0 0,0-9 0,3-4 0,0 2-232,-1 5 1,0 2 0,0-2 231,4-8 0,1-3 0,-3 3 0,2 4 0,-3 2 0,3-3 0,-4 3 0,-8 10 0,-13 0 0,-15 0 0</inkml:trace>
  <inkml:trace contextRef="#ctx0" brushRef="#br0" timeOffset="80483">21537 13547 24575,'35'0'0,"-6"0"0,1 0 0,2 0 0,1 0 0,10-8 0,2 0 0,-11 6 0,2 2 0,-2-2 0,8-5 0,0-2 0,-1 3 0,3 1 0,-3 1 0,-2 2 0,0 0 0,-3-2 0,2-1 0,-2-2 0,4-5 0,0 1 0,4 8 0,0 0 0,-3-9 0,-1 0 0,3 12 0,0 0 0,-3-7 0,0-1 0,4 6 0,0 0 0,-3-6 0,-1 0 0,3 8 0,0 0 0,-3-11 0,0-2 0,-6 11 0,2 1 0,-2-1-229,12-10 1,0 0 228,-7 5 0,2 2 0,-1 1 0,-4 3 0,0 0 0,0-1 0,0-2 0,0-2 0,0 1 0,-1-1 0,0 0 0,-2 2 0,8 2 0,-1 0-3,3-6 0,0 0 3,-2 8 0,-2 0 0,-6 0 0,-1 0 0,10 0 0,-2 0 0,1 0 0,-8 0 0,1 0 228,-3 0 1,-1 0-229,19 0 3,-8 0 0,0 0-3,-12 0 0,-1 0 0,14 0 0,2 0 0,-4 0 0,1 0 0,-8 0 0,3 0 0,-2 0 0,13 0 0,-1 0 0,-12 0 0,2 0 0,-3 0 0,8 0 0,-1 0 0,-4 0 0,2 0 0,-2 0 0,3 0 0,0 0 0,-4 0 0,3 0 0,-1 0 0,11 0 0,0 0 0,-2 0 0,0 0 0,-12 0 0,1 0 0,0 0-259,-1 0 0,0-1 0,2 2 259,4 4 0,1 1 0,1-1 0,0-3 0,0-2 0,1 2-398,-3 5 1,1 2 0,0 0-1,0-3 398,-3-3 0,0-3 0,0 0 0,1 1 0,3 3 0,0 0 0,1 1 0,-1-2 0,-4-2 0,0-1 0,-1-1 0,0 1-261,11 0 1,-2 0-1,0 0 261,-4 0 0,-1 0 0,-1 0 0,-3 0 0,-1 0 0,-1 0 0,11 0 0,-4 0 0,3 0 684,-6 0-684,-35 0 1581,28 0-1581,-28 0 884,11 0-884,-15 0 0,0 0 0,0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8:01:48.77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16739 5168 24575,'0'39'0,"0"1"0,0-1 0,0 7 0,0 2 0,0 3 0,0-9 0,0 2 0,0 2 0,0 2 0,0-1-547,0-3 1,0 1 0,0 1 0,0 0 0,0 1 0,0 0-1,0 1 1,0 1 0,0 0 0,0 0 0,0 1 0,0 0 139,0-3 1,0 0-1,0 1 1,0 0-1,0 0 1,0-1-1,0 0 407,0-3 0,0-1 0,0 0 0,0 0 0,0 0 0,0 1 0,0-1 0,0 4 0,0 0 0,0 1 0,0-1 0,0 1 0,0 0 0,0-1 0,0-1 0,0 0 0,0-1 0,0 1 0,0-1 0,0 1 0,0-1 0,0 0 0,0 0 0,0-1 0,0 1 0,0-1 0,0 1 0,0-1-53,0 6 0,0 1 0,0-1 0,0 0 0,0-1 0,0-1 53,1 3 0,-1-1 0,0 0 0,0-1 0,-1 0-307,-1-2 0,-1 0 0,-1 0 0,0 0 0,2 0 307,1-1 0,1-1 0,0 1 0,-1-1 0,-1 0 0,-3-2 0,-2 0 0,-1 0 0,1 0 0,2 1 0,3 3 0,3 2 0,0 0 0,-1 0 0,-4 0 0,-2-7 0,-3 0 0,-1 0 0,-1 1 0,1 0 0,2 0 25,1 1 1,2 0 0,1 1-1,-1 0 1,0 0 0,-3 0-26,-3 2 0,-2 0 0,-1 0 0,0 0 0,0 0 0,4 0 0,3-2 0,1-1 0,2 1 0,0-1 0,0 0 0,-3-1 222,-2 6 1,-3-1 0,-1 0 0,2-1-1,2 0-222,3-5 0,1-1 0,2-1 0,-1 1 0,0-1 0,-2 8 0,-1 0 0,0 0 0,0-2 311,-2-5 1,1-1 0,-1 0 0,3 0-312,4-2 0,1-1 0,2 1 0,-3-1 0,-3 14 0,-1-1 0,2-4 651,3-10 0,1-3 1,1 0-652,-1 6 0,0-1 0,0-5 764,0 8 1,0-1 0,0-40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8:01:58.94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19597 5415 24575,'19'0'0,"-3"0"0,8 0 0,-3 0 0,4 0 0,1 0 0,11 0 0,-4 0 0,1 0 0,7 0 0,-3 0 0,7 0 0,-6 0 0,-13 0 0,-1 0 0,17 0 0,-2 0 0,-9 0 0,-27 0 0,12 0 0,7 0 0,-17 0 0,21 0 0,9 0 0,-5 0 0,3 0 0,-1 0 0,4 0 0,0 0-183,4 0 1,1 0 0,-1 0 182,-5 0 0,0 0 0,0 0 0,4 0 0,0 0 0,-1 0 0,8 0 0,-2 0 0,4 0 0,-2 0 0,-11 0 0,-1 0 0,0 0 0,-1 0 0,-7 0 0,0 0 0,0 0 0,-1 0 0,7 0 0,1 0 273,-2 1 1,1-2-274,10-10 0,2-1 0,-5 9 0,0 0 0,-6-5 0,0-1 0,0 2 0,9 6 0,-2 2 0,4-1 0,-1 0 0,-13 0 0,-2 0 0,15 0 0,-25 0 0,20 0 0,-33 0 0,33 0 0,-19 0 0,23 0 0,-6 0 0,-10 2 0,-3-4 0,-2-13 0,17 11 0,-35-12 0,12 16 0,-16 0 0</inkml:trace>
  <inkml:trace contextRef="#ctx0" brushRef="#br0" timeOffset="1367">19773 6050 24575,'20'0'0,"-5"0"0,1 0 0,12 0 0,9 0 0,-3 0 0,-2 0 0,-6 0 0,1 0 0,1 0 0,-1 0 0,10 0 0,-4 0 0,1 0 0,-2-1 0,1 2 0,0 4 0,3 1 0,-1-1 0,7-3 0,0 0 0,-8 3 0,0 1 0,0-2 0,8-3 0,-4-2 0,11 1 0,-10 0 0,-39 0 0,0 16 0,0-12 0,0 12 0,0-16 0</inkml:trace>
  <inkml:trace contextRef="#ctx0" brushRef="#br0" timeOffset="8683">13688 7549 24575,'37'0'0,"0"0"0,-3 0 0,3 0 0,0 0 0,5 0 0,1 0 0,1 0-820,-4 0 1,0 0 0,2 0 0,-1 0 776,1 0 1,-1 0 0,1 0 0,0 0 42,0 0 0,-1 0 0,2 0 0,3 0 0,-3 0 0,3 0 0,2 0 0,1 0 0,-2 0 0,-2 0 0,0 0 0,-3 0 0,0 0 0,0 0 0,1 0 0,6 0 0,1 0 0,0 0 0,-1 0 0,-4 0 0,8 0 0,-5 0 0,-2 0 320,-9 0 1,-3 0 0,-1 0-321,8 0 0,-2 0 295,-3 0 1,-1 0-296,4 0 0,-2 0 0,12 0 0,-7-7 0,-1-1 1793,0 4-1793,-11-4 0,-1 0 100,-10 8-100,20 0 0,-17 0 0,3 0 0,1 0 0,11 0 0,-4 0 0,1 0 0,7 0 0,2 0 0,-15 0 0,-1 0 0,-2 0 0,9 0 0,-1 0 0,-11 0 0,17 0 0,-35 0 0,27 0 0,-4 0 0,11 0 0,-11 0 0,12 0 0,-17 0 0,5 0 0,-11 0 0,0 0 0,-12 0 0,11 0 0,-15 0 0,0 0 0</inkml:trace>
  <inkml:trace contextRef="#ctx0" brushRef="#br0" timeOffset="10833">13899 8396 24575,'30'0'0,"-1"0"0,10 0 0,3 0 0,-4 0 0,4 0 0,1 0-820,-7 0 1,2 0 0,0 0 0,1 0 744,6 0 1,1 0-1,1 0 1,-1 0 74,-2 0 0,-2 0 0,1 0 0,1 0 0,3 0 0,0 0 0,1 0 0,0 0 0,-2 0 0,1 0 0,-1 0 0,-1 0 0,-5 0 0,0 0 0,-2 0 0,1 0 171,11 0 1,0 0 0,-3 0-172,2 0 0,-2 0 359,-3 0 1,-2 0-360,-13 0 0,-1 0 0,12 0 0,2 0 0,-8 0 0,2 0 0,-2 0 0,11 0 0,0 0 0,-3 0 0,2 0 0,-4 0 0,-7 0 0,-2 0 913,9 0 0,-3 0-913,-6 0 257,-3 0 1,-1 0-258,-5 0 0,5 0 0,12 0 0,-33 0 0,19 7 0,5 2 0,1-5 0,-5 4 0,1-1 0,7-5 0,-1-4 0,8 2 0,0 0 0,0 0 0,1 0 0,-1 12 0,0 0 0,0-6 0,-6 14 0,-3-1 0,-11-15 0,18 12 0,-35-16 0,12 0 0,-16 0 0,0 0 0,0 0 0</inkml:trace>
  <inkml:trace contextRef="#ctx0" brushRef="#br0" timeOffset="16533">13688 8978 24575,'44'0'0,"1"0"0,-1 0 0,0 0 0,2 0 0,2 0 0,2 0 0,-7 0 0,2 0 0,1 0 0,1 0 0,1 0 0,0 0-469,-4 0 1,1 0 0,1 0 0,0 0 0,0 0 0,0 0 0,0 0-1,0 0 1,0 0 0,0 0 0,0 0 0,-1 0 0,1 0 0,-2 0 251,6 0 1,-1 0-1,-1 0 1,1 0 0,-1 0-1,0 0 18,2 0 0,-1 1 0,1-1 0,-1 0 0,0 0 1,-2-1 198,-3-1 0,-2 0 0,0-1 0,0-1 0,-1 2 0,1 0 22,1 0 1,0 2-1,0 0 1,0 0-1,-1-1 1,-1 0-23,2-2 0,-2-1 0,0 1 0,-1-1 0,-1 2-214,4 2 0,-2 1 0,0-1 0,0-1 214,1-4 0,-1-1 0,-1-1 0,0 1 0,8 4 0,0 1 0,1-1 0,-3-3 0,2-2 0,1 1 0,-2 0 0,-3 2 0,-1 0 0,0 0 0,0 0 0,-1 0 0,1-1 0,-1 0 0,-1 0 0,10-1 0,-2 0 0,-2-2 832,-4-5 1,-2-2 0,-1 4-833,-4 7 0,-1 4 0,2-2 0,3-5 0,0-1 0,-1 0 0,7-1 0,0 2 0,-7 5 0,2 2 0,-1-2 0,-4-3 0,-1-1 0,2 1 0,3 4 0,2 2 0,-1-1 0,0 0 0,0 0 0,1 0 653,6 0 1,2 0 0,-1 0-654,-7 0 0,-1 0 0,5 0 0,-4 0 0,4 0 0,2 0 0,-2 0 0,-3 0 0,6 0 0,-3 0 0,2 0 0,-9 0 0,3 0 0,0 0 0,-1 0 0,-3 0 0,6 0 0,-4 0 0,0 0 0,1 0 0,0 0 0,0 0 0,0 0 0,0 0 0,1 0 0,1 0 0,1 0 0,0 0 0,3 0 0,0 0 0,0 0 0,-2 0 0,0 0 0,0 0 0,2 0 0,-1 0 0,0 0 0,-1 0 0,-2 0 0,1 0 0,-2 0 0,0 0 0,-1 0 651,-4 0 0,-1 0 0,-1 0-651,0 0 0,0 0 0,-3 0 684,1 0 1,-1 0-685,6 0 0,0 0 302,-2 0 1,-1 0-303,-7 0 0,0 0 560,13 0 0,1 0-560,-10 0 0,0 0 0,11 0 0,3 0 0,-13 0 0,2 0 0,0 0-134,1 0 0,0-1 0,0 2 134,5 4 0,0 1 0,1-1 0,-1-3 0,1-2 0,-2 2 0,-3 3 0,-2 1 0,1-1 0,-1-4 0,0-2 0,-1 1 0,11 0 0,-2 0 0,-10-2 0,-1 4 0,-2 9 0,-1 1 0,14-6 0,-22 17 0,3-23 663,-24 0-663,0 16 0,0-12 0,0 12 0</inkml:trace>
  <inkml:trace contextRef="#ctx0" brushRef="#br0" timeOffset="18200">15028 9984 24575,'0'-20'0,"16"4"0,11 16 0,11 0 0,-5 0 0,0 0 0,8 0 0,3 0 0,-29 0 0,-15 0 0,0 0 0,-15 0 0,-13 0 0,7 0 0,-3 0 0,24 0 0</inkml:trace>
  <inkml:trace contextRef="#ctx0" brushRef="#br0" timeOffset="21489">16669 10654 24575,'0'0'0</inkml:trace>
  <inkml:trace contextRef="#ctx0" brushRef="#br0" timeOffset="28016">15117 10777 24575,'39'0'0,"0"0"0,6 0 0,6 0 0,-8 0 0,5 0 0,2 0 0,-5 0 0,-1 0 0,-4 0 0,4 0 0,-1 0 0,4 0 0,-2 0 0,-6 0 0,-2 0 0,-3 0 0,0 0 0,0 0 0,1 0 0,1 0 0,11 0 0,2 0 0,-3 0 0,0 0 0,-12 0 0,1 0 0,0 0 0,10 0 0,-2 0 0,-3 1 0,0-2 0,-5-3 0,2-2 0,1 1-319,1 3 1,0 3 0,1-4 318,-1-7 0,1-2 0,0 2 0,1 8 0,1 2 0,-5-2 117,-3-4 1,-4-3-118,2-3 0,-5 0 0,-7 6 0,19-17 0,-17 23 0,10 0 0,2 0 720,7 0-720,-1 0 0,3 0 0,-11 0 0,0 0 0,1 0 0,3 0 0,-1 0 0,10 0 0,2 0-315,-3 0 0,2 0 1,0 0 314,-9 0 0,0 1 0,0-2 0,8-4 0,2-1 0,0 1 0,2 3 0,1 2 0,-2-2 0,-4-3 0,-2-1 0,2 2 0,4 2 0,2 3 0,-1 0 0,-7 0 0,-1 0 0,-1-3 0,-3-5 0,-2-3 0,1 3-64,-1 5 0,0 1 0,-1-2 64,11-9 0,-2 1 0,-9 10 0,-3 2 0,12-1 0,-12 0 0,-3 0 935,-7 0-935,18 0 201,-35 0-201,12 0 0,-16 0 0,24 0 0,-19 0 0,35 0 0,-21 0 0,24 0 0,-5 0 0,5 0 0,0 0 0,-6 0 0,-5-8 0,3 0 0,-3 6 0,0 0 0,0-6 0,1 0 0,9 7 0,-2 2 0,1-1 0,1 0 0,-1 0 0,0 0 0,-8 0 0,1 0 0,-9 0 0,3 0 0,17 0 0,4 0 0,-16 0 0,1 0 0,0 0-192,4 0 1,1 0 0,0 0 191,2 0 0,-1 0 0,-1 0 0,3 0 0,0 0-42,-8 0 0,0 0 1,0 0 41,7 0 0,-2 0 0,-6 0 0,-1 0 0,3 0 0,-3 0 0,-11 0 0,3 0 570,-9-15-570,-11 11 129,12-12-129,0 16 0,11 0 0,10 0 0,-5 0 0,3 0 0,-3 0 0,1 0 0,6 0 0,2 0 0,2 0 0,0 0 0,-2 0 0,-1 0 0,-7 0 0,-2 0 0,12 0 0,-4 0 0,-33 0 0,34 0 0,-13 0 0,10 0 0,6 0 0,0 0 0,-5 0 0,-5 0 0,0 0 0,9 0 0,-9 0 0,0 0 0,4 0 0,7 0 0,-1 0 0,-22 0 0,3 0 0,-24 16 0,0-12 0,15 11 0,-11-15 0,12 0 0,-16 0 0,0 0 0,-16 0 0,12 16 0,-11-12 0,15 12 0,15-16 0,-11 0 0,12 23 0,0-17 0,-12 33 0,35-35 0,-33 12 0,33 7 0,-35-17 0,35 18 0,-33-24 0,17 15 0,-23-11 0,0 12 0</inkml:trace>
  <inkml:trace contextRef="#ctx0" brushRef="#br0" timeOffset="85550">17921 12294 24575,'37'0'0,"1"0"0,-5 0 0,2 0 0,9 0 0,6 0 0,-1 0-977,-6 0 0,-1 0 1,3 0 976,-3 0 0,2 0 0,1 0 0,-2 0 0,6 0 0,-1 0 0,0 0-3,2 0 0,0 0 0,-3 0 3,-10 1 0,-1-1 0,-1-1 0,0-3 0,-1-2 0,1 1 0,0 3 0,0 2 0,-1-2 324,8-6 1,0 0-325,-8 8 0,0 1 0,0-2 0,6-10 0,0-1 0,4 9 0,0 0 0,-3-9 0,-1 0 0,3 11 0,0 2 0,-2-1 0,-2 0 730,-6 0 0,-1 0-730,10 0 0,-2 0 781,1 0-781,-1 0 0,3 0 24,-11 0 1,0 0-25,12 0 0,1 0 0,-1 0 0,0 0 0,-3 0 0,-2 0 0,-3 0 0,-1 0 0,-9 0 0,1 0 0,13 0 0,2 0 0,-8 0 0,1 0 0,4 0 0,2 0 0,2 0 0,-4 0 0,2 0 0,-7 0 0,-1 0 0,4 0 0,-11 0 0,-1 0 0,12 0 0,7 0 0,-1 0 0,-6 0 0,-5 0 0,3 0 0,-3 0 0,0 0 0,8 0 0,1 0 0,1 0 0,2 0 0,4 0 0,0 0 0,-2 0 0,0 0 0,-11 0 0,1 0 0,-3 0 0,0 0 0,-1 0 0,1 0 0,0 0 0,-6 0 0,-1 0 0,1 0 0,1 0 0,6-1 0,1 2 0,-1 10 0,2 2 0,4-10 0,0 0 0,4 9 0,1-1 0,-11-9 0,1-3 0,0 0 0,10 0 0,2 2-164,-8 3 1,2 3 0,-2-2 163,7-3 0,0 0 0,-6 3 0,1 1 0,-2-2 0,3-3 0,0-2 0,-8 1 0,1 0 0,-2 0 0,8 0 0,-2 0 0,6-1 0,-1 2 0,-12 7 0,0 0 0,9-6 0,1 0 0,-10 6 0,0 0 0,0-7 0,1-2 0,8 1 0,0 0 245,-12 0 0,-1 0-245,14 0 0,2 0 0,-4 0 0,1 0 0,2 0 0,2 0 0,-11 0 0,0 0 0,2 0-445,4 0 1,1 0-1,1 0 445,-5 0 0,0 0 0,1 0 0,1 0-444,6 0 0,1 0 0,1 0 0,-1 0 444,-2 0 0,-2 0 0,1 0 0,1 0 0,-4 0 0,2 0 0,0 0 0,-1 0 0,0 0 0,2 0 0,0 0 0,-1 0 0,2 0 0,-4 0 0,2 0 0,0 0 0,0 0 0,0 0-448,0-1 0,0 0 0,1 1 1,-1 0-1,0 2 448,2 1 0,-1 1 0,0 2 0,0-1 0,0 0 0,-2-1 0,0 0 0,0 1 0,0-1 0,-1 1-295,9 1 0,-1 2 0,-1-1 0,-1-1 295,5 1 0,-3-2 0,-2-1 264,-9-3 1,-1-2-1,-1 1-264,15 0 0,-2 0 754,-15 0 0,-1 0-754,-1 0 0,2 0 1202,9 0 1,-2 0-1203,2 0 789,-2 0 0,2 0-789,-10 0 0,1 0 0,0 0 0,2 1 0,1-2 0,9-7 0,2 0-158,-8 6 1,1 2-1,0-2 158,-4-3 0,0-1 0,0 2 0,5 2 0,1 3 0,-2 0 0,-3-1 0,-1 0 0,-1 0 0,0 0 0,0 0 0,-1 0 0,11 0 0,-2 0 0,-2 0 0,-1 0 0,-5 0 0,0 0 0,0 0 0,-1 0 0,0 0 0,2 0 0,11 0 0,2 0-169,-13 0 1,0 0-1,0 0 169,0 0 0,0 0 0,0 0 0,0 0 0,-1 0 0,-2 0 350,0 0 0,-1 0-350,2 0 0,-2 0 0,5 0 0,7 0 0,-25 0 0,-3 0 524,7 0-524,-1 0 0,5 0 0,13 0 0,-35 0 0,35 0 0,-36 0 0,27 0 0,-27 0 0,11 0 0,9 0 0,-18 0 0,17 0 0,-7 0 0,4 0 0,-1 0 0,-3 0 0,-16 0 0</inkml:trace>
  <inkml:trace contextRef="#ctx0" brushRef="#br0" timeOffset="87666">14905 12206 24575,'29'0'0,"1"0"0,1 0 0,2 0 0,6 0 0,3 0 0,3 0 0,5 0 0,-4 0 0,-7 0 0,0 0 0,5 0 0,3 0 0,-6 0 0,-13 0 0,-2 0 0,2 0 0,-3 0 0,3 0 0,-13 0 0,-15 0 0</inkml:trace>
  <inkml:trace contextRef="#ctx0" brushRef="#br0" timeOffset="90917">16792 13635 24575,'49'0'0,"0"0"0,-15 0 0,1 0 0,2 0 0,-1 0 0,1 0 0,2 0 0,0 0-712,1 0 1,2 0 0,-2 0-1,1 0 712,7 0 0,0 0 0,1 0 0,-12 0 0,1 0 0,-1 0 0,2 0 0,1 0 0,2 0 0,-1 0 0,-2 0 0,5 0 0,-2 0 0,2 0-91,4 0 1,2 0-1,-1 0 91,-7 0 0,-2 0 0,1 0 0,1 0 0,-1 0 0,0 0 0,-5 0 0,0 0 0,-1 0 174,0 0 0,0 0 1,-1 0-175,10 0 0,0 0 0,-9 0 0,0 0 0,-1 0 0,13 0 0,-2 0 0,-3 0 0,-3 0 0,-9 0 0,-1 0 1389,14 0-1389,-6 0 484,-12 0 1,1 0-485,11 0 237,6 0-237,0 0 0,-5 0 0,-5 0 0,0 0 0,8 0 0,-1-2 0,3 4 0,-11 9 0,0 1 0,8-9 0,1 0 0,-5 10 0,-2-2 0,-7-10 0,-1-2 0,0 1 0,-1 0 0,12 0 0,6 0 0,-23 0 0,19 0 0,-33 0 0,33 0 0,-19 0 0,8 0 0,3 0 0,18 0 0,-11 7 0,0 1 0,-10-6 0,-1 0 0,11 6 0,0 0 0,-5-7 0,-1-2 0,11 1 0,0 0 0,-2 0 0,-1 0 0,4 0 0,0 0 0,-11 0 0,-1 0 0,-1 0 0,-4 0 0,-7 0 0,19 0 0,-33 0 0,18 0 0,-9 0 0,5 16 0,-1-12 0,21 11 0,5-15 0,4 0 0,-20 0 0,1 0 0,13 0 0,-22 0 0,18 0 0,-19 0 0,23 0 0,-6 0 0,-4 0 0,1 0 0,7 0 0,0 0 0,0 0 0,8 0 0,-18 0 0,-1 0 0,13 0 0,0 0 0,-5 0 0,5 0 0,0 0 0,-6 0 0,-12 0 0,1 0 0,0 0 0,1 0 0,0 0 0,1 0 0,6 0 0,1 0 0,0 0 0,0 0 0,-3 0 0,1 0 0,5 0 0,0 0 0,-9 0 0,-3 0 0,11 0 0,3 0 0,-21 0 0,24 0 0,-21 0 0,1 0 0,-23 0 0,0 0 0,0 0 0</inkml:trace>
  <inkml:trace contextRef="#ctx0" brushRef="#br0" timeOffset="99533">16704 14517 24575,'29'0'0,"1"0"0,2 0 0,3 0 0,2 0 0,4 0 0,2 0 0,2 0-820,0 0 1,4 0 0,0 0 0,-2 0 718,-5 0 0,-1 0 1,0 0-1,0 0 101,2 0 0,2 0 0,-1 0 0,-2 0 85,7 0 0,-2 1 0,-2-2-85,-5-4 0,-1-1 0,-2 1 375,12 3 1,-2 0-376,-3-6 0,-2 1 0,-2 6 0,1 2 0,3-1 0,0 0 0,-4 0 0,0 0 0,4 0 0,-2 0 926,-13 0 1,-1 0-927,5 0 0,1 0 383,-3 0 1,-1 0-384,19 0 54,-6 0-54,-12 0 0,-27 0 0,12 0 0,7 0 0,-17 0 0,33 0 0,4 0 0,-7-7 0,7-2 0,-2 1 0,-7 5 0,-1 3 0,2-3 0,10-4 0,2-3 0,-4 4 0,-6 5 0,-3 2 0,0-1 0,0 0 0,1 0 0,1 0 0,3 0 0,2 0 0,3 0 0,0 0 0,-4 0 0,1 0 0,-6 0 0,3 0 0,-2 0-231,-2 0 1,0 0-1,0 0 231,9 0 0,2 0 0,-1 0 0,-3 0 0,1 0 0,-2 0 0,-4 0 0,0 0 0,0 0 0,4 0 0,1 0 0,-3 0 0,9 0 0,-1 0 0,2 0 0,0 0 0,-12 0 0,-2 0 0,-7 0 0,-1 0 0,0 0 0,-1 0 0,12 0 0,-9 0 692,3 0-692,-27 0 0,35 0 0,-17 0 0,21 0 0,0 0 0,-21 0 0,17 0 0,4 0 0,-2 0 0,-1 0 0,2 0 0,-10 0 0,1 0 0,0 0 0,2 0 0,1 0-149,0-1 0,0 0 0,0 3 149,0 4 0,0 4 0,-1-3 0,1-4 0,-1-3 0,-2 3 0,8 9 0,-1 0 0,3-11 0,0-2 0,-10 1 0,-1 0 0,-2 0 0,0 0 0,5-2 0,-3 4 0,9 13 0,-10-13 0,-3 0 447,-8 14-447,19-16 0,-33 0 0,17 0 0,-7 0 0,-12 0 0,35 0 0,-33 0 0,33 0 0,4 0 0,-15 0 0,1 0 0,6 0 0,1 0 0,-10 0 0,0 0 0,8 1 0,-1-2 0,8-15 0,-6 15 0,-3-2 0,-11-12 0,19 15 0,-36 0 0,11 0 0,-15-24 0,0 18 0,0-17 0,0 23 0,0-16 0,0 12 0,0-12 0,0 16 0,0-15 0,-15 11 0,11-12 0,-12 16 0,16 0 0</inkml:trace>
  <inkml:trace contextRef="#ctx0" brushRef="#br0" timeOffset="113749">18962 17657 24575,'42'0'0,"0"0"0,-8 0 0,2 0 0,2 0 0,1 0 0,3 0 0,1 0 0,-1 0-761,1 0 1,1 0-1,-1 0 1,0 0 760,-1 0 0,1 0 0,-1 0 0,-1 0 0,0 0 0,0 0 0,-1 0 0,1 0 0,0 0 0,0 0 0,1 0 0,1 0-493,-3 0 1,2 0 0,1 0 0,0 0-1,0 0 493,3 0 0,0 0 0,1 0 0,0 0 0,1 0 0,-7 0 0,2 0 0,0 0 0,-1 0 0,1 0 0,-1 0 0,8 0 0,-1 0 0,0 0 0,1 0 0,-1 0 0,-7 0 0,0 0 0,-1 0 0,1 0 0,1 0 0,2 0 0,2 0 0,1 0 0,2 0 0,1 1 0,-1-1 0,0-1 0,-3 1 0,1-2 0,-2-1 0,0 0 0,-1 0 0,1 0 0,1 1 0,-1 1 0,2 0 0,1 1 0,-1 0 0,0 0 0,-3-1 0,-3 0 0,9-3 0,-4 0 0,-2-1 0,0 2 132,-3 3 0,0 1 1,-1-1-1,-3-1-132,-1-3 0,-2-3 0,0 3 0,5 2 0,1 2 0,-2-2-69,7-6 0,0 0 69,-12 7 0,2 1 0,-2 1 0,11-1 0,-2 0 643,-3 0 1,0 0-644,4 0 0,-1 0 0,-2 0 0,-2 0 1389,-7 0 1,1 0-1390,9 0 0,-2 0 216,1 0 0,2 0 1,-27 0-1</inkml:trace>
  <inkml:trace contextRef="#ctx0" brushRef="#br0" timeOffset="115549">22278 18344 24575,'42'0'0,"1"0"0,-1 0 0,0 0 0,1 0 0,2 0 0,-1 0 0,3 0 0,2 0 0,1 0-656,-6 0 1,1 0-1,1 0 1,0 0 0,0 0 139,1 0 0,-1 0 0,1 0 0,1 0 1,1 0 95,-2 0 0,2 0 1,0 0-1,1 0 1,0 0-1,-1 0 420,-1 1 0,0-1 0,-1 1 0,1-1 0,1-1 0,3 0 0,-7 0 0,1-1 0,2-1 0,2 0 0,-1 0 0,1-1 0,-1 1 0,-2 1 0,-2 0 0,4 1 0,-3 0 0,-2 1 0,1 0 0,0-1 0,1 0 0,3-1 0,-6-1 0,3 0 0,2-1 0,0-1 0,1 0 0,0 0 0,-2 1 0,-1 0 0,-3 0 0,-4 2 0,11 0 0,-5 1 0,-3 1 0,0 0 0,3-1 0,-1-1 0,2-1 0,1 0 0,-1 0 0,-2 0 0,-3 1 242,3 2 1,-4 0-1,-1 0 1,-1 0-243,8 0 0,-1 0 0,-1 0 0,2 0 0,0 0 0,-2 0-154,2 0 1,0 0 153,-7 0 0,2 0 0,-2 0 0,7 0 0,0 0 0,-6 0 0,1 0 0,-2 0 0,7 0 0,0 0 0,-7 0 0,2 0 0,-1 0 0,6 0 0,0 0 0,2 0 0,0 0 1171,-12 0 0,-2 0-1171,-6 0 0,-3 0 3276,18 0-3000,-14 0 1,1 0 252,2 0 1,1 0-530,-1 0 0,0 0 240,11 0 1,-3 0-241,1 0 0,-6 0 0,-3 0 0,-11 0 0,3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F8162804-B246-4973-81E8-228E8D571902}" type="datetimeFigureOut">
              <a:rPr lang="en-AU" smtClean="0"/>
              <a:t>27/2/2026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F9F5347-3E6A-4C40-928A-729612897D4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64204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F5347-3E6A-4C40-928A-729612897D4A}" type="slidenum">
              <a:rPr lang="en-AU" smtClean="0"/>
              <a:t>26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773424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019EA-07C9-E986-9A33-5E95DAD5B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76AB4D-AA94-C95E-B91C-B46B12F41B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801E2B-F3C2-4AAB-9658-8566ADBE86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187200-2EC1-1270-DFA0-1AFEA609A4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F5347-3E6A-4C40-928A-729612897D4A}" type="slidenum">
              <a:rPr lang="en-AU" smtClean="0"/>
              <a:t>27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190346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ECEC8-C239-B411-6C36-2926ECE96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3D49AB-72DB-EBB5-064C-CAD734E0D8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9F2B7C-7C72-9A2C-6C08-E9B7CE9EA0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B01F6B-9642-B65E-7DC0-9B537E165C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F5347-3E6A-4C40-928A-729612897D4A}" type="slidenum">
              <a:rPr lang="en-AU" smtClean="0"/>
              <a:t>28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480143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A07B5-146E-AEBE-7E8A-A5C1B3BB2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B77EB5-8DDF-D80C-7D3F-AB0BD0ADA7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A52117-99E6-AC7C-2183-9A61BB7F76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2F519D-25C8-82CA-0E04-FD7DE342B5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F5347-3E6A-4C40-928A-729612897D4A}" type="slidenum">
              <a:rPr lang="en-AU" smtClean="0"/>
              <a:t>29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44889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D4E5D7-0DFD-7E10-90F5-DF4163D06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AB7F96-250B-2AD7-6CB1-DD9080C7E5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A65013-E24F-C9A0-B59C-7356DF932C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89EE33-BF64-74E5-1D14-D49F5B57A9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F5347-3E6A-4C40-928A-729612897D4A}" type="slidenum">
              <a:rPr lang="en-AU" smtClean="0"/>
              <a:t>30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405539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C185C0-DEDB-F0DE-5770-FA58F6A89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946557-D87A-73E2-6D6E-61E8B9B3C9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5F892C-A4FC-FDE0-77FC-428DE84D72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F5077D-5B20-9FCB-1453-47A7E7B767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F5347-3E6A-4C40-928A-729612897D4A}" type="slidenum">
              <a:rPr lang="en-AU" smtClean="0"/>
              <a:t>31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211733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69CD4-3C2E-DD05-49FF-275C24679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AFF572-ECF9-D510-6F86-E6E22E9A47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728B5E-29CD-E6E5-4822-1A6EF3C5AE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48D11D-1E25-C291-1F5B-4BABCD701F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F5347-3E6A-4C40-928A-729612897D4A}" type="slidenum">
              <a:rPr lang="en-AU" smtClean="0"/>
              <a:t>32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55518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F3FB8-B942-AD61-51DC-C5E11B1A1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F7FDCE-F622-4913-8A39-2969D8E57C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88974C-9FFE-D04B-F8AC-2BC9DBF426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7E59F6-FD34-28BE-4332-892D34CD44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F5347-3E6A-4C40-928A-729612897D4A}" type="slidenum">
              <a:rPr lang="en-AU" smtClean="0"/>
              <a:t>33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200473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CAE270-7F66-9953-F0ED-C4925A99C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05E33D-01EA-B0F1-7DBE-C3EC7BCE85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E2845E-5303-55A4-70A9-37B7DEFC6F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4C0CC4-8D13-F39D-D574-C14CB415FE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F5347-3E6A-4C40-928A-729612897D4A}" type="slidenum">
              <a:rPr lang="en-AU" smtClean="0"/>
              <a:t>34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52696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E1D33-CFDA-1F5C-70B2-B0830F130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2BC575-3652-62D7-DD8C-1B0D8DF08C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E83BFA-F7DB-32B3-4BCF-EC153D7EEA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2F1D33-896B-B5FB-838E-A295F0CE18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F5347-3E6A-4C40-928A-729612897D4A}" type="slidenum">
              <a:rPr lang="en-AU" smtClean="0"/>
              <a:t>35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40526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9FED7C-371F-C39B-F4A2-350DFFC00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611672-45BB-0B03-3BD3-7BC9683307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4456B3-51C9-226C-4DB9-0DC263E5E1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12CE7F-DB08-07C3-7131-BA5B31A39A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F5347-3E6A-4C40-928A-729612897D4A}" type="slidenum">
              <a:rPr lang="en-AU" smtClean="0"/>
              <a:t>36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844833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02D89-A7F1-8096-ADE3-793B27944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2889FD-0CCD-4DF7-51B5-F88C9DB642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FB2AEA-ED95-2882-6E2A-9FC37B3655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9C8B9E-68F3-6B20-7EE9-E4BBEC4889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F5347-3E6A-4C40-928A-729612897D4A}" type="slidenum">
              <a:rPr lang="en-AU" smtClean="0"/>
              <a:t>37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427575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C667D-1727-DA63-790B-DC0839C52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5F8622-4586-F4B3-A09A-C3A81B5FD1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EFF7DA-46C7-33AB-3327-6DC25EE060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4390F7-8103-7881-CAFF-69727847CC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F5347-3E6A-4C40-928A-729612897D4A}" type="slidenum">
              <a:rPr lang="en-AU" smtClean="0"/>
              <a:t>38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38234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6D079-C5FF-091A-5C25-6A34F8E64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685456-8CEC-E8F1-EF5D-A71AD8FBBC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3D0702-7A48-898D-017D-8DDA7782B6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479ED2-B502-C661-9FC8-A7412B8E55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F5347-3E6A-4C40-928A-729612897D4A}" type="slidenum">
              <a:rPr lang="en-AU" smtClean="0"/>
              <a:t>39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46117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E0601-7ECD-9CA4-7E2C-ED5332D5E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64358F-5270-86FB-F992-1EB4BD34A8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D81761-1E3B-1863-A633-02E492BE51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F96AAF-D051-D96C-35FF-F93B77DE57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F5347-3E6A-4C40-928A-729612897D4A}" type="slidenum">
              <a:rPr lang="en-AU" smtClean="0"/>
              <a:t>40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342356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11CFCA-36AD-4DE0-AF7B-EF1C91C7A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1FA428-1C28-25A1-65E5-8EE2FA446C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C80958-5B4A-C5C1-7C55-80E53ECEE4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73ADFD-529A-951E-220C-B6B8B58372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F5347-3E6A-4C40-928A-729612897D4A}" type="slidenum">
              <a:rPr lang="en-AU" smtClean="0"/>
              <a:t>41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480763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ADD23-DDC0-E03D-93B3-1859B3C2E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D96F07-7431-39D3-F3C1-C39927D17A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52632F-5387-8368-8BD7-574BF9BF8B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50B312-8B5E-1015-EB9A-7D8F257EC2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F5347-3E6A-4C40-928A-729612897D4A}" type="slidenum">
              <a:rPr lang="en-AU" smtClean="0"/>
              <a:t>42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7043191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FE10A-4D94-C4BF-7569-6ED6B98E6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1C4270-1A93-81A6-CAE9-9EC1140985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634358-23B4-FBB8-0F12-1ED592A62F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973E90-8001-6DA1-4FF0-27E0F02364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F5347-3E6A-4C40-928A-729612897D4A}" type="slidenum">
              <a:rPr lang="en-AU" smtClean="0"/>
              <a:t>43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1483919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43D7A-235F-7644-6C11-5A29C70EE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8EDF66-B49F-FE37-1E0B-FE34F67A7B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C9CD0C-F234-7621-851F-D9EB02FF1F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74D9B0-48AE-F787-E611-1B97AFBE62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F5347-3E6A-4C40-928A-729612897D4A}" type="slidenum">
              <a:rPr lang="en-AU" smtClean="0"/>
              <a:t>44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452915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59B97-6681-A334-B9A9-1FE6D0404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934982-6A67-6ACC-0C98-8AFF38FDCF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097A4-4FE4-97C0-C2EE-71069BCF78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1574C0-D418-1AAB-D071-7EA9DD540D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F5347-3E6A-4C40-928A-729612897D4A}" type="slidenum">
              <a:rPr lang="en-AU" smtClean="0"/>
              <a:t>45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4665133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6214E-AD64-64CF-739C-09DBC1EDC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E027AD-1164-D6E6-E30E-F35D574560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5CB51E-535D-54BF-2E6A-136E0736F4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8E74EF-E616-A5B3-4D8B-C4D4FC4AB1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F5347-3E6A-4C40-928A-729612897D4A}" type="slidenum">
              <a:rPr lang="en-AU" smtClean="0"/>
              <a:t>46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2882734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76537-D6E6-4269-E273-785811138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E1A1BD-C6F0-EB41-04CD-EF7BE126F3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45E59C-BF3F-0C4C-948A-C102F298A7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537375-F9D5-3C7E-712C-1B8799871A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F5347-3E6A-4C40-928A-729612897D4A}" type="slidenum">
              <a:rPr lang="en-AU" smtClean="0"/>
              <a:t>47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2719236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B55E1-8BF9-B7D8-6A29-3DB9BFA4C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CE8065-5462-CDE2-02C0-266EAC42FF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33661F-3C2C-2FB0-F7C1-9898A8D23E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A7587A-A925-C09B-28E1-F4F3785534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F5347-3E6A-4C40-928A-729612897D4A}" type="slidenum">
              <a:rPr lang="en-AU" smtClean="0"/>
              <a:t>48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9656190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9B98E-4A8E-CD4B-9903-B990894AF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DE852A-6D9B-FDE1-A6AF-79824A70A4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3D6964-7532-ADDD-A741-AFC661B955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959FF2-3B62-55CD-E29B-E77EC5639D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F5347-3E6A-4C40-928A-729612897D4A}" type="slidenum">
              <a:rPr lang="en-AU" smtClean="0"/>
              <a:t>49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4418335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4E11D-412C-3E6B-83E8-02F6EE799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0386D7-189B-176A-74D8-182AB874FB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065BD8-A9AF-4100-8D1C-C329C850A0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2EC501-336A-AE60-1C05-A26C4007C3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F5347-3E6A-4C40-928A-729612897D4A}" type="slidenum">
              <a:rPr lang="en-AU" smtClean="0"/>
              <a:t>50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2758692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465F2-CAA2-7836-1AB1-46BA69492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702219-C3C1-D63A-7302-4FF68C3835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4C7786-A6BF-26A6-7A5C-5727CA8061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827EB7-A616-209B-16C6-813F71F4E1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F5347-3E6A-4C40-928A-729612897D4A}" type="slidenum">
              <a:rPr lang="en-AU" smtClean="0"/>
              <a:t>51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108537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B83C1-14F9-C0A9-BBC3-D0FDD00AC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72339A-6CB2-4468-882A-FB97786987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C880FD-94F4-5602-1985-E19C4CC7B3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C622E1-EF39-57F3-E9F2-7B2DE88B3C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F5347-3E6A-4C40-928A-729612897D4A}" type="slidenum">
              <a:rPr lang="en-AU" smtClean="0"/>
              <a:t>52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1494940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0D457D-AC4F-897E-A414-529B77187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890B11-4294-AC9F-3BED-6E5EFF1040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7DB2D8-2051-7949-B3FC-D1AEF94607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CE9013-5E97-D8D1-B900-B0C7C1D193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F5347-3E6A-4C40-928A-729612897D4A}" type="slidenum">
              <a:rPr lang="en-AU" smtClean="0"/>
              <a:t>53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8482537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CDEF3-8088-3077-1E16-C16B62589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502026-89C9-B225-07E0-9B968ABA4A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C56DA4-B984-C524-0F3C-E985D2FE49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7CE291-8BBE-1519-E098-FEEE65A0F3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F5347-3E6A-4C40-928A-729612897D4A}" type="slidenum">
              <a:rPr lang="en-AU" smtClean="0"/>
              <a:t>54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1346067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864F0-CAA0-F9F1-06C2-FF79EDB0E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4C7422-B3DD-40A7-FA54-E9B742920C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9A7A87-38DB-5998-7FE1-CFE4213230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DF2185-F2B6-F020-FFA5-F2C642E28C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F5347-3E6A-4C40-928A-729612897D4A}" type="slidenum">
              <a:rPr lang="en-AU" smtClean="0"/>
              <a:t>55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2439327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4ACBD-C838-69D1-9910-A72AEF51F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ABFA6F-60E6-5E47-8893-ABD7EA31F0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E64D5E-E966-C6D0-EF4A-15636F7C00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47A915-13E9-4A69-B637-8F5834815B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F5347-3E6A-4C40-928A-729612897D4A}" type="slidenum">
              <a:rPr lang="en-AU" smtClean="0"/>
              <a:t>56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6343327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75527-55BD-66CE-4888-D465EC3D9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5F4DE4-39FF-ADA6-584E-B080917368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2E56B3-8D55-0E04-174C-B70204767D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DDE780-7DBE-DD2A-8967-2E855986C2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F5347-3E6A-4C40-928A-729612897D4A}" type="slidenum">
              <a:rPr lang="en-AU" smtClean="0"/>
              <a:t>57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3567987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8DF510-B793-A7C1-0A00-49D267338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0F0BFC-39B2-74C0-7A67-D8F40CC890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3E6A0C-0527-C1EF-7607-5641009ABF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5B07B5-5ED8-DA64-1201-7E243875F1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F5347-3E6A-4C40-928A-729612897D4A}" type="slidenum">
              <a:rPr lang="en-AU" smtClean="0"/>
              <a:t>58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1971684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3623C-B860-CDB2-FC41-082FEFE96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AA3F1A-D11D-5B16-3339-F7268389E3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482CA1-1B66-6D68-7F06-AC36E3838F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D5D555-A044-514E-136D-E8CBF27B5B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F5347-3E6A-4C40-928A-729612897D4A}" type="slidenum">
              <a:rPr lang="en-AU" smtClean="0"/>
              <a:t>59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5477541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64DA0-4C62-0C2F-AC16-12FE42773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CA672D-9020-BBE1-EB65-B3996C15A1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A1A418-3882-A25B-93EB-00E2EAF35D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280A87-D5FA-C2A5-C8A4-BACE2B690F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F5347-3E6A-4C40-928A-729612897D4A}" type="slidenum">
              <a:rPr lang="en-AU" smtClean="0"/>
              <a:t>60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3483741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BDC520-E064-F723-AAB6-6147245B2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AED708-7928-4AE0-919A-93A45D977B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0A0796-AC7C-E7C9-E0A6-14731DF595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920BB3-DA12-B14B-C786-DE2B5FD9FF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F5347-3E6A-4C40-928A-729612897D4A}" type="slidenum">
              <a:rPr lang="en-AU" smtClean="0"/>
              <a:t>61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7510654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5B9DDC-077B-F4A7-3B0D-1FECE5CAF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78979A-3C59-24EF-609E-48B5A933E8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08ABFA-CAD9-336D-3146-E6774AC41D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F8FABE-A7AB-D5A1-75C2-B36BE95F0A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F5347-3E6A-4C40-928A-729612897D4A}" type="slidenum">
              <a:rPr lang="en-AU" smtClean="0"/>
              <a:t>62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8989022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AA87E-5FB5-A053-D62B-FF2B869DA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298FF6-0CB8-185B-F2B7-5DC3B291D7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640846-5DAF-24F2-6875-8F27443A17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180596-6601-B32B-AE29-F730B6EC3E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F5347-3E6A-4C40-928A-729612897D4A}" type="slidenum">
              <a:rPr lang="en-AU" smtClean="0"/>
              <a:t>63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7505496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8DBB2-365B-24F7-07D5-B00745761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CCC590-4936-B653-1C49-6340492D89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89DB21-5F9E-25BD-7851-4C2CA4A504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4AFAC9-2F70-416C-794B-6F2D14050E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F5347-3E6A-4C40-928A-729612897D4A}" type="slidenum">
              <a:rPr lang="en-AU" smtClean="0"/>
              <a:t>64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310190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EBA21-37EA-3685-0D8E-5F43EB09C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C74FED-BF7B-27EB-21F7-DD768E7BC6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7778E0-D92D-1F72-B37E-5FC0931D77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17C2C8-E107-0E29-DE15-82CE8B65D6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F5347-3E6A-4C40-928A-729612897D4A}" type="slidenum">
              <a:rPr lang="en-AU" smtClean="0"/>
              <a:t>65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9970903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04D06-8674-C28E-90F4-6AB507730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3C6100-29A4-9AB7-4091-114A244618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2BBE66-CEDE-5D70-7C29-2925B51399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70022D-81E8-8FCE-D920-82B38068D1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F5347-3E6A-4C40-928A-729612897D4A}" type="slidenum">
              <a:rPr lang="en-AU" smtClean="0"/>
              <a:t>66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916282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0885F-5689-F2B3-0BAB-C01F0DA96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46AD63-8E3F-BDE7-6DA8-8CAF1B19A7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F60342-1618-A142-881E-F0F02819D2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7CE6C7-4546-05D6-F21E-EE0C48C5B9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F5347-3E6A-4C40-928A-729612897D4A}" type="slidenum">
              <a:rPr lang="en-AU" smtClean="0"/>
              <a:t>67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0483566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E3B42-6643-5D7B-8E33-875226AC7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6B6E08-F93E-6E79-2536-FB0C0507C4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7361AA-2E10-6FD8-AE2C-98DFE462F3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2185D0-786B-C1EF-A181-D120434FFA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F5347-3E6A-4C40-928A-729612897D4A}" type="slidenum">
              <a:rPr lang="en-AU" smtClean="0"/>
              <a:t>68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6589198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4039B-92D3-6E54-33D9-CEEF1C693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7C3DC7-D0EF-39A6-5DB3-B9E4B9BE9D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064D8B-39AB-33DD-DCC9-B7621EFDE3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60A471-C4C2-591F-9F30-6DFA820AB9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F5347-3E6A-4C40-928A-729612897D4A}" type="slidenum">
              <a:rPr lang="en-AU" smtClean="0"/>
              <a:t>69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1419596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17EDB-C38E-77DD-9F92-406ADF88A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ED7CD8-0C27-D9C7-8570-E2F139312C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2E4E52-AF35-E1AE-14C2-723D6690AB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F6A193-179A-485C-F403-252EE8684D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F5347-3E6A-4C40-928A-729612897D4A}" type="slidenum">
              <a:rPr lang="en-AU" smtClean="0"/>
              <a:t>70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9488216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E1201D-CABF-3E22-DB84-2BBEDEF07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D0BD5F-C497-ACEC-A022-B3FD3B19C3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A1248E-1EAB-8283-8D24-DE0BF0A2C0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1AF5C3-1724-00B6-D647-F11E4CCCB6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F5347-3E6A-4C40-928A-729612897D4A}" type="slidenum">
              <a:rPr lang="en-AU" smtClean="0"/>
              <a:t>71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0447830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CF14F-8BED-EB1E-D3BB-C645E450B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5B58AD-561E-3E45-2250-98A20DCDA5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318C25-BC58-0AC1-B9EA-39F83F4D53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F2A191-7F8A-0837-5A1B-0CAAA73318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F5347-3E6A-4C40-928A-729612897D4A}" type="slidenum">
              <a:rPr lang="en-AU" smtClean="0"/>
              <a:t>72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655520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ACD8A-2400-2C00-6F2C-9190B21E0E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EF36F3-3952-0133-0278-20C6F53FE0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202343-E86A-8C0B-3B90-836BF68C5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EF993-8C17-4AA1-A568-B2EE0046F6BB}" type="datetime1">
              <a:rPr lang="en-AU" smtClean="0"/>
              <a:t>27/2/2026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0D854B-C511-D8BC-0994-D98601142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1B54A2-AE0B-1668-59E8-E383EDFCD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409456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781CB-AB4A-925E-7597-0EABFE98E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559CD2-5433-7357-4B3B-1431977753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A05232-1743-FEF0-6814-58C4BB843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3F544-1CF7-4940-8A71-C151BB078596}" type="datetime1">
              <a:rPr lang="en-AU" smtClean="0"/>
              <a:t>27/2/2026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A15800-5861-AFF9-E5AF-DE6806CA8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63E062-97C8-5008-312A-C67B6C7C1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4450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76FF2-3DA3-89BE-1658-5AE3BA066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310EF4-6A5F-800A-87E3-F2832E2AB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443256-7716-AE2D-06F1-F4AD4D13A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9A0B8-47BE-4EBE-895C-4C62B36C50AF}" type="datetime1">
              <a:rPr lang="en-AU" smtClean="0"/>
              <a:t>27/2/2026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4E324F-A5F7-4E25-5FC6-AB38053C2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96BDA5-F861-569B-F4BC-9F9206E77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52014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C4ED9-516B-04BC-DD47-08E42CB00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0AB43-7127-38D8-EBC3-A5FDA6868E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1D0094-E82C-80BC-B5E5-B5F4233431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393F4A-D2C6-6C74-52CA-7E2860EC1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7689D-5032-4671-91C5-541D88033229}" type="datetime1">
              <a:rPr lang="en-AU" smtClean="0"/>
              <a:t>27/2/2026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1B25A6-C4CE-3CFD-B4DF-B60FC6A8E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3695D8-7E92-05EC-E0AA-B17C8963A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80492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35F26-DB6A-E18B-72E4-58A300DF4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140866-3E32-3CE1-7436-F834AA167C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DB4D0E-C11C-C427-604D-4278845B02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4F3FDC-6D83-F9F9-CB63-1FE6ADD159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6E5395-6A27-69D5-410F-96074F0722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AB417F-E1AB-973C-D654-E47D70A8B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A03C3-44F2-41B6-ADB8-009D9A974BEC}" type="datetime1">
              <a:rPr lang="en-AU" smtClean="0"/>
              <a:t>27/2/2026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E0E4D8-8355-AAC5-6E67-C4DA0E413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AAED98-6E2A-2155-0BD1-0D8287C40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65343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F7E38-69D8-C4EE-DE3C-5696CFC96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4E5530-6714-3CAA-A237-6FA35E6C9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8176C-6D36-44C4-8474-01BB2AF97904}" type="datetime1">
              <a:rPr lang="en-AU" smtClean="0"/>
              <a:t>27/2/2026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C7EE88-A0F0-7D7B-4320-5B4CCBF3A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DB7C3F-6305-9FC7-AA11-F6BFE8E35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28746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5D3BAB-E3C9-4760-326D-4F49396B2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F4B4C-1DF1-4DDF-8F39-0671CF1075AF}" type="datetime1">
              <a:rPr lang="en-AU" smtClean="0"/>
              <a:t>27/2/2026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EE3234-1395-F931-ED26-551D35D35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851403-1008-EF7A-234F-E31AA9D50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19547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F9620-5DFA-6923-FF3B-9E16804DA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2D3061-0349-6DA2-FC5E-2E9ADCE7A6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8E0021-E475-AC83-B5E1-EFD885A8F1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48A428-22B5-DF09-F753-147361477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863CD-B029-4C34-BC29-C1A363BBC9B9}" type="datetime1">
              <a:rPr lang="en-AU" smtClean="0"/>
              <a:t>27/2/2026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8D4997-A974-A215-E061-68CF34200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EDF231-3C4D-0EB8-B350-CAC3072E6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99242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AE0A9-027D-D539-DB2D-883C0A266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A47153-C891-A893-A30B-A82039C911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3AA4B1-546F-6BE1-B72D-3DED5567C9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6BCB47-C75C-5ECA-9313-341F48890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F883F-65A2-4D24-B482-47EA72C1614F}" type="datetime1">
              <a:rPr lang="en-AU" smtClean="0"/>
              <a:t>27/2/2026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AFCDEA-1AEB-2B86-8766-4759BFC0A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0920C5-5DD4-FCC5-B147-3E1321326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5489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D111D-F52E-C6AB-6AB5-75792C5B5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3B63AC-66B2-C3D9-5F9B-0FE74B937A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FE133F-4A43-D603-1902-8699F1E96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588EE-5698-4527-9DB2-ACD518686AB3}" type="datetime1">
              <a:rPr lang="en-AU" smtClean="0"/>
              <a:t>27/2/2026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04ABFF-7114-0E6E-F699-476DEDB48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933E27-1DD4-4A74-4AE5-CEC262C6F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51627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99EDDC-35F9-651B-C758-222A4C63E8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AB0BCE-B8B5-E416-22A0-76CFC8EBA5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A114BC-A925-2C44-153F-7F6446146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AEAFD-673C-49C9-9E87-345916F4966D}" type="datetime1">
              <a:rPr lang="en-AU" smtClean="0"/>
              <a:t>27/2/2026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B52B30-89B8-7495-FB74-F99674BBD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7DB80-C397-B407-8682-2264DDA92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5094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446106-232E-9C9F-A17C-1A1F64DCB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AECC97-54D5-9DBE-2C28-6D223DA21D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EE8168-8EB8-BBC6-8D20-3F5436EDF0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6482F6-BAC0-4446-873D-C3498BDB5CA0}" type="datetime1">
              <a:rPr lang="en-AU" smtClean="0"/>
              <a:t>27/2/2026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CE1A4E-FDE6-0348-810F-99E3E87CFE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A29D13-3CF7-1E3C-5E2F-D830C41475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92593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customXml" Target="../ink/ink1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customXml" Target="../ink/ink15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customXml" Target="../ink/ink16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7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8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9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customXml" Target="../ink/ink20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customXml" Target="../ink/ink21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customXml" Target="../ink/ink22.xm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customXml" Target="../ink/ink23.xm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4.xm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customXml" Target="../ink/ink25.xm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customXml" Target="../ink/ink26.xm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customXml" Target="../ink/ink27.xm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customXml" Target="../ink/ink28.xm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9.xm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customXml" Target="../ink/ink30.xm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customXml" Target="../ink/ink31.xm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A570F83-8E57-E26A-C99C-D5EF564134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Chapter 7: More Loops, and Reading Files</a:t>
            </a:r>
            <a:endParaRPr lang="en-AU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6F4D5479-D96B-1A4F-E8BD-BBBB7CC215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CMPT 120, Spring 2026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E1978C-967C-20E4-35D0-B3C716027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324839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1944C-5F21-8941-C892-90BC95AE0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6BB7AF-536E-960D-5DBF-B13DCDB5AE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While loops</a:t>
            </a:r>
          </a:p>
          <a:p>
            <a:r>
              <a:rPr lang="en-US" dirty="0"/>
              <a:t>Looping over strings</a:t>
            </a:r>
          </a:p>
          <a:p>
            <a:r>
              <a:rPr lang="en-US" dirty="0"/>
              <a:t>Reading files</a:t>
            </a:r>
          </a:p>
          <a:p>
            <a:r>
              <a:rPr lang="en-US" dirty="0"/>
              <a:t>Example: solving Spelling Bee puzzles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D1298B-10FF-2181-CE41-4517B35F5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542314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6C931-848B-61E7-A584-2A3E14781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While-loops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1E41C-B6E7-E15D-D7C1-06E4E8E5D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3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3A62E8-3DF2-8251-CBDB-1A09A68559D7}"/>
              </a:ext>
            </a:extLst>
          </p:cNvPr>
          <p:cNvSpPr txBox="1"/>
          <p:nvPr/>
        </p:nvSpPr>
        <p:spPr>
          <a:xfrm>
            <a:off x="311010" y="1674847"/>
            <a:ext cx="2460862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What would you guess this code does?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0352C6-F5BE-E3C9-CA3C-283677BA85A6}"/>
              </a:ext>
            </a:extLst>
          </p:cNvPr>
          <p:cNvSpPr txBox="1"/>
          <p:nvPr/>
        </p:nvSpPr>
        <p:spPr>
          <a:xfrm>
            <a:off x="3272350" y="1674847"/>
            <a:ext cx="373371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onsolas" panose="020B0609020204030204" pitchFamily="49" charset="0"/>
              </a:rPr>
              <a:t>while True: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print('hello')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print('world')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F2C4DB-946E-1805-ACEA-E990CBE59E01}"/>
              </a:ext>
            </a:extLst>
          </p:cNvPr>
          <p:cNvSpPr txBox="1"/>
          <p:nvPr/>
        </p:nvSpPr>
        <p:spPr>
          <a:xfrm>
            <a:off x="869622" y="2321178"/>
            <a:ext cx="134363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6000" dirty="0">
                <a:solidFill>
                  <a:srgbClr val="FF0000"/>
                </a:solidFill>
              </a:rPr>
              <a:t>???</a:t>
            </a:r>
            <a:endParaRPr lang="en-AU" sz="6000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195972-F651-208B-00D4-47D63C6CCCFC}"/>
              </a:ext>
            </a:extLst>
          </p:cNvPr>
          <p:cNvSpPr txBox="1"/>
          <p:nvPr/>
        </p:nvSpPr>
        <p:spPr>
          <a:xfrm>
            <a:off x="9353896" y="136525"/>
            <a:ext cx="2743200" cy="175432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Please see the chapter 7 lecture notes for an introduction to while loops. For some reason while loops are missing from the textbook.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1089219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94C94-C152-4161-8EA6-8DE56C11E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4793A-C4D4-8348-A2A2-1F0739A2A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While-loops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D472D7-AE5A-8627-C8C3-A8A5EEA2F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4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7C3C55-59F8-7D1E-90AF-F1796B01A39C}"/>
              </a:ext>
            </a:extLst>
          </p:cNvPr>
          <p:cNvSpPr txBox="1"/>
          <p:nvPr/>
        </p:nvSpPr>
        <p:spPr>
          <a:xfrm>
            <a:off x="311010" y="1674847"/>
            <a:ext cx="2460862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What would you guess this code does?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72181C-56E0-D722-0D71-1BFAA6FDD228}"/>
              </a:ext>
            </a:extLst>
          </p:cNvPr>
          <p:cNvSpPr txBox="1"/>
          <p:nvPr/>
        </p:nvSpPr>
        <p:spPr>
          <a:xfrm>
            <a:off x="3272350" y="1674847"/>
            <a:ext cx="373371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onsolas" panose="020B0609020204030204" pitchFamily="49" charset="0"/>
              </a:rPr>
              <a:t>while True: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print('hello')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print('world')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541570-37F2-38E6-5B26-17F44C219914}"/>
              </a:ext>
            </a:extLst>
          </p:cNvPr>
          <p:cNvSpPr txBox="1"/>
          <p:nvPr/>
        </p:nvSpPr>
        <p:spPr>
          <a:xfrm>
            <a:off x="7790510" y="2920996"/>
            <a:ext cx="1269999" cy="31393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</a:rPr>
              <a:t>hello</a:t>
            </a:r>
          </a:p>
          <a:p>
            <a:r>
              <a:rPr lang="en-AU" dirty="0">
                <a:latin typeface="Consolas" panose="020B0609020204030204" pitchFamily="49" charset="0"/>
              </a:rPr>
              <a:t>world</a:t>
            </a:r>
          </a:p>
          <a:p>
            <a:r>
              <a:rPr lang="en-CA" dirty="0">
                <a:latin typeface="Consolas" panose="020B0609020204030204" pitchFamily="49" charset="0"/>
              </a:rPr>
              <a:t>hello</a:t>
            </a:r>
          </a:p>
          <a:p>
            <a:r>
              <a:rPr lang="en-AU" dirty="0">
                <a:latin typeface="Consolas" panose="020B0609020204030204" pitchFamily="49" charset="0"/>
              </a:rPr>
              <a:t>world</a:t>
            </a:r>
          </a:p>
          <a:p>
            <a:r>
              <a:rPr lang="en-CA" dirty="0">
                <a:latin typeface="Consolas" panose="020B0609020204030204" pitchFamily="49" charset="0"/>
              </a:rPr>
              <a:t>hello</a:t>
            </a:r>
          </a:p>
          <a:p>
            <a:r>
              <a:rPr lang="en-AU" dirty="0">
                <a:latin typeface="Consolas" panose="020B0609020204030204" pitchFamily="49" charset="0"/>
              </a:rPr>
              <a:t>world</a:t>
            </a:r>
          </a:p>
          <a:p>
            <a:r>
              <a:rPr lang="en-CA" dirty="0">
                <a:latin typeface="Consolas" panose="020B0609020204030204" pitchFamily="49" charset="0"/>
              </a:rPr>
              <a:t>hello</a:t>
            </a:r>
          </a:p>
          <a:p>
            <a:r>
              <a:rPr lang="en-AU" dirty="0">
                <a:latin typeface="Consolas" panose="020B0609020204030204" pitchFamily="49" charset="0"/>
              </a:rPr>
              <a:t>world</a:t>
            </a:r>
          </a:p>
          <a:p>
            <a:r>
              <a:rPr lang="en-CA" dirty="0">
                <a:latin typeface="Consolas" panose="020B0609020204030204" pitchFamily="49" charset="0"/>
              </a:rPr>
              <a:t>hello</a:t>
            </a:r>
          </a:p>
          <a:p>
            <a:r>
              <a:rPr lang="en-AU" dirty="0">
                <a:latin typeface="Consolas" panose="020B0609020204030204" pitchFamily="49" charset="0"/>
              </a:rPr>
              <a:t>world</a:t>
            </a:r>
          </a:p>
          <a:p>
            <a:r>
              <a:rPr lang="en-AU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418A62-CEFB-3864-43CA-AC49F54CDB28}"/>
              </a:ext>
            </a:extLst>
          </p:cNvPr>
          <p:cNvSpPr txBox="1"/>
          <p:nvPr/>
        </p:nvSpPr>
        <p:spPr>
          <a:xfrm>
            <a:off x="4197268" y="4122329"/>
            <a:ext cx="2743199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It’s an example of an </a:t>
            </a:r>
            <a:r>
              <a:rPr lang="en-CA" b="1" dirty="0"/>
              <a:t>infinite loop</a:t>
            </a:r>
            <a:r>
              <a:rPr lang="en-CA" dirty="0"/>
              <a:t>. The indented </a:t>
            </a:r>
            <a:r>
              <a:rPr lang="en-CA" dirty="0">
                <a:latin typeface="Consolas" panose="020B0609020204030204" pitchFamily="49" charset="0"/>
              </a:rPr>
              <a:t>print</a:t>
            </a:r>
            <a:r>
              <a:rPr lang="en-CA" dirty="0"/>
              <a:t> statements are run forever.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008625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EDD95-9011-7119-AF03-EAB576E02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D9208-168A-1149-E100-BC2E5AA9C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While-loops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18D468-1DD5-FA1C-665B-D3DBF3DE1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5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D4311F-5E2A-2CD6-6E66-5E53F99BFF3E}"/>
              </a:ext>
            </a:extLst>
          </p:cNvPr>
          <p:cNvSpPr txBox="1"/>
          <p:nvPr/>
        </p:nvSpPr>
        <p:spPr>
          <a:xfrm>
            <a:off x="311010" y="1674847"/>
            <a:ext cx="2460862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What would you guess this code does?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39B6AD-9500-77DF-BF00-DEDA020107CE}"/>
              </a:ext>
            </a:extLst>
          </p:cNvPr>
          <p:cNvSpPr txBox="1"/>
          <p:nvPr/>
        </p:nvSpPr>
        <p:spPr>
          <a:xfrm>
            <a:off x="3272350" y="1674847"/>
            <a:ext cx="373371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onsolas" panose="020B0609020204030204" pitchFamily="49" charset="0"/>
              </a:rPr>
              <a:t>while True: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print('hello')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print('world')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484757B-5142-D93A-67BE-7504AB8599C8}"/>
              </a:ext>
            </a:extLst>
          </p:cNvPr>
          <p:cNvSpPr txBox="1"/>
          <p:nvPr/>
        </p:nvSpPr>
        <p:spPr>
          <a:xfrm>
            <a:off x="7790510" y="2920996"/>
            <a:ext cx="1269999" cy="31393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</a:rPr>
              <a:t>hello</a:t>
            </a:r>
          </a:p>
          <a:p>
            <a:r>
              <a:rPr lang="en-AU" dirty="0">
                <a:latin typeface="Consolas" panose="020B0609020204030204" pitchFamily="49" charset="0"/>
              </a:rPr>
              <a:t>world</a:t>
            </a:r>
          </a:p>
          <a:p>
            <a:r>
              <a:rPr lang="en-CA" dirty="0">
                <a:latin typeface="Consolas" panose="020B0609020204030204" pitchFamily="49" charset="0"/>
              </a:rPr>
              <a:t>hello</a:t>
            </a:r>
          </a:p>
          <a:p>
            <a:r>
              <a:rPr lang="en-AU" dirty="0">
                <a:latin typeface="Consolas" panose="020B0609020204030204" pitchFamily="49" charset="0"/>
              </a:rPr>
              <a:t>world</a:t>
            </a:r>
          </a:p>
          <a:p>
            <a:r>
              <a:rPr lang="en-CA" dirty="0">
                <a:latin typeface="Consolas" panose="020B0609020204030204" pitchFamily="49" charset="0"/>
              </a:rPr>
              <a:t>hello</a:t>
            </a:r>
          </a:p>
          <a:p>
            <a:r>
              <a:rPr lang="en-AU" dirty="0">
                <a:latin typeface="Consolas" panose="020B0609020204030204" pitchFamily="49" charset="0"/>
              </a:rPr>
              <a:t>world</a:t>
            </a:r>
          </a:p>
          <a:p>
            <a:r>
              <a:rPr lang="en-CA" dirty="0">
                <a:latin typeface="Consolas" panose="020B0609020204030204" pitchFamily="49" charset="0"/>
              </a:rPr>
              <a:t>hello</a:t>
            </a:r>
          </a:p>
          <a:p>
            <a:r>
              <a:rPr lang="en-AU" dirty="0">
                <a:latin typeface="Consolas" panose="020B0609020204030204" pitchFamily="49" charset="0"/>
              </a:rPr>
              <a:t>world</a:t>
            </a:r>
          </a:p>
          <a:p>
            <a:r>
              <a:rPr lang="en-CA" dirty="0">
                <a:latin typeface="Consolas" panose="020B0609020204030204" pitchFamily="49" charset="0"/>
              </a:rPr>
              <a:t>hello</a:t>
            </a:r>
          </a:p>
          <a:p>
            <a:r>
              <a:rPr lang="en-AU" dirty="0">
                <a:latin typeface="Consolas" panose="020B0609020204030204" pitchFamily="49" charset="0"/>
              </a:rPr>
              <a:t>world</a:t>
            </a:r>
          </a:p>
          <a:p>
            <a:r>
              <a:rPr lang="en-AU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88965C0-8566-DBC9-4556-7160D32CE3F4}"/>
              </a:ext>
            </a:extLst>
          </p:cNvPr>
          <p:cNvSpPr txBox="1"/>
          <p:nvPr/>
        </p:nvSpPr>
        <p:spPr>
          <a:xfrm>
            <a:off x="4197268" y="4122329"/>
            <a:ext cx="2743199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It’s an example of an </a:t>
            </a:r>
            <a:r>
              <a:rPr lang="en-CA" b="1" dirty="0"/>
              <a:t>infinite loop</a:t>
            </a:r>
            <a:r>
              <a:rPr lang="en-CA" dirty="0"/>
              <a:t>. The indented </a:t>
            </a:r>
            <a:r>
              <a:rPr lang="en-CA" dirty="0">
                <a:latin typeface="Consolas" panose="020B0609020204030204" pitchFamily="49" charset="0"/>
              </a:rPr>
              <a:t>print</a:t>
            </a:r>
            <a:r>
              <a:rPr lang="en-CA" dirty="0"/>
              <a:t> statements are run forever.</a:t>
            </a:r>
            <a:endParaRPr lang="en-AU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9AB1375-A888-85A6-37D2-ED1758E51B20}"/>
              </a:ext>
            </a:extLst>
          </p:cNvPr>
          <p:cNvSpPr txBox="1"/>
          <p:nvPr/>
        </p:nvSpPr>
        <p:spPr>
          <a:xfrm>
            <a:off x="9060509" y="1613292"/>
            <a:ext cx="2159566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</a:rPr>
              <a:t>print('hello')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print('world')</a:t>
            </a:r>
            <a:endParaRPr lang="en-AU" sz="2000" dirty="0">
              <a:latin typeface="Consolas" panose="020B0609020204030204" pitchFamily="49" charset="0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FCA9988-AB42-C4B9-F5F4-DCCD01ED64E1}"/>
              </a:ext>
            </a:extLst>
          </p:cNvPr>
          <p:cNvCxnSpPr>
            <a:cxnSpLocks/>
            <a:endCxn id="16" idx="0"/>
          </p:cNvCxnSpPr>
          <p:nvPr/>
        </p:nvCxnSpPr>
        <p:spPr>
          <a:xfrm>
            <a:off x="10140292" y="866774"/>
            <a:ext cx="0" cy="7465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E4858A08-8415-1794-5484-6E457AA56A63}"/>
              </a:ext>
            </a:extLst>
          </p:cNvPr>
          <p:cNvCxnSpPr>
            <a:stCxn id="16" idx="2"/>
            <a:endCxn id="16" idx="3"/>
          </p:cNvCxnSpPr>
          <p:nvPr/>
        </p:nvCxnSpPr>
        <p:spPr>
          <a:xfrm rot="5400000" flipH="1" flipV="1">
            <a:off x="10503211" y="1604315"/>
            <a:ext cx="353943" cy="1079783"/>
          </a:xfrm>
          <a:prstGeom prst="bentConnector4">
            <a:avLst>
              <a:gd name="adj1" fmla="val -136350"/>
              <a:gd name="adj2" fmla="val 12117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BD63983-5C6F-94E8-21E8-A591B79F9ABC}"/>
              </a:ext>
            </a:extLst>
          </p:cNvPr>
          <p:cNvSpPr txBox="1"/>
          <p:nvPr/>
        </p:nvSpPr>
        <p:spPr>
          <a:xfrm>
            <a:off x="6855742" y="405109"/>
            <a:ext cx="2678897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This is a </a:t>
            </a:r>
            <a:r>
              <a:rPr lang="en-CA" b="1" dirty="0"/>
              <a:t>flow chart </a:t>
            </a:r>
            <a:r>
              <a:rPr lang="en-CA" dirty="0"/>
              <a:t>of the code that shows visually what’s happening.</a:t>
            </a:r>
            <a:endParaRPr lang="en-AU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BF22644-7E7B-7EEE-8213-2A07759A2F4D}"/>
                  </a:ext>
                </a:extLst>
              </p14:cNvPr>
              <p14:cNvContentPartPr/>
              <p14:nvPr/>
            </p14:nvContentPartPr>
            <p14:xfrm>
              <a:off x="9835200" y="984240"/>
              <a:ext cx="1876680" cy="22615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BF22644-7E7B-7EEE-8213-2A07759A2F4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825840" y="974880"/>
                <a:ext cx="1895400" cy="2280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100709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971AB-F1CA-5930-AF22-CFCE7774B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2FE41-14E3-35BC-D80B-086A6D7FA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While-loops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388FE1-6259-1D66-0214-2605180DA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6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6C619C-16E1-A07B-4D53-510758086256}"/>
              </a:ext>
            </a:extLst>
          </p:cNvPr>
          <p:cNvSpPr txBox="1"/>
          <p:nvPr/>
        </p:nvSpPr>
        <p:spPr>
          <a:xfrm>
            <a:off x="311010" y="1674847"/>
            <a:ext cx="2460862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What would you guess this code does?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E58487-0240-1172-D3E6-9B4EA1296253}"/>
              </a:ext>
            </a:extLst>
          </p:cNvPr>
          <p:cNvSpPr txBox="1"/>
          <p:nvPr/>
        </p:nvSpPr>
        <p:spPr>
          <a:xfrm>
            <a:off x="3272350" y="1674847"/>
            <a:ext cx="3733714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onsolas" panose="020B0609020204030204" pitchFamily="49" charset="0"/>
              </a:rPr>
              <a:t>while True: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print('hello')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print('world')</a:t>
            </a:r>
          </a:p>
          <a:p>
            <a:br>
              <a:rPr lang="en-US" sz="2800" dirty="0">
                <a:latin typeface="Consolas" panose="020B0609020204030204" pitchFamily="49" charset="0"/>
              </a:rPr>
            </a:b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print('dead code!)</a:t>
            </a:r>
            <a:endParaRPr lang="en-AU" sz="280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52A42C-95CA-7BFF-8937-EB6F905253F3}"/>
              </a:ext>
            </a:extLst>
          </p:cNvPr>
          <p:cNvSpPr txBox="1"/>
          <p:nvPr/>
        </p:nvSpPr>
        <p:spPr>
          <a:xfrm>
            <a:off x="7790510" y="2920996"/>
            <a:ext cx="1269999" cy="31393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</a:rPr>
              <a:t>hello</a:t>
            </a:r>
          </a:p>
          <a:p>
            <a:r>
              <a:rPr lang="en-AU" dirty="0">
                <a:latin typeface="Consolas" panose="020B0609020204030204" pitchFamily="49" charset="0"/>
              </a:rPr>
              <a:t>world</a:t>
            </a:r>
          </a:p>
          <a:p>
            <a:r>
              <a:rPr lang="en-CA" dirty="0">
                <a:latin typeface="Consolas" panose="020B0609020204030204" pitchFamily="49" charset="0"/>
              </a:rPr>
              <a:t>hello</a:t>
            </a:r>
          </a:p>
          <a:p>
            <a:r>
              <a:rPr lang="en-AU" dirty="0">
                <a:latin typeface="Consolas" panose="020B0609020204030204" pitchFamily="49" charset="0"/>
              </a:rPr>
              <a:t>world</a:t>
            </a:r>
          </a:p>
          <a:p>
            <a:r>
              <a:rPr lang="en-CA" dirty="0">
                <a:latin typeface="Consolas" panose="020B0609020204030204" pitchFamily="49" charset="0"/>
              </a:rPr>
              <a:t>hello</a:t>
            </a:r>
          </a:p>
          <a:p>
            <a:r>
              <a:rPr lang="en-AU" dirty="0">
                <a:latin typeface="Consolas" panose="020B0609020204030204" pitchFamily="49" charset="0"/>
              </a:rPr>
              <a:t>world</a:t>
            </a:r>
          </a:p>
          <a:p>
            <a:r>
              <a:rPr lang="en-CA" dirty="0">
                <a:latin typeface="Consolas" panose="020B0609020204030204" pitchFamily="49" charset="0"/>
              </a:rPr>
              <a:t>hello</a:t>
            </a:r>
          </a:p>
          <a:p>
            <a:r>
              <a:rPr lang="en-AU" dirty="0">
                <a:latin typeface="Consolas" panose="020B0609020204030204" pitchFamily="49" charset="0"/>
              </a:rPr>
              <a:t>world</a:t>
            </a:r>
          </a:p>
          <a:p>
            <a:r>
              <a:rPr lang="en-CA" dirty="0">
                <a:latin typeface="Consolas" panose="020B0609020204030204" pitchFamily="49" charset="0"/>
              </a:rPr>
              <a:t>hello</a:t>
            </a:r>
          </a:p>
          <a:p>
            <a:r>
              <a:rPr lang="en-AU" dirty="0">
                <a:latin typeface="Consolas" panose="020B0609020204030204" pitchFamily="49" charset="0"/>
              </a:rPr>
              <a:t>world</a:t>
            </a:r>
          </a:p>
          <a:p>
            <a:r>
              <a:rPr lang="en-AU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9ECBEAF-3BD4-2427-75F7-86ECABF99EA3}"/>
              </a:ext>
            </a:extLst>
          </p:cNvPr>
          <p:cNvSpPr txBox="1"/>
          <p:nvPr/>
        </p:nvSpPr>
        <p:spPr>
          <a:xfrm>
            <a:off x="4197268" y="4122329"/>
            <a:ext cx="2743199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It’s an example of an </a:t>
            </a:r>
            <a:r>
              <a:rPr lang="en-CA" b="1" dirty="0"/>
              <a:t>infinite loop</a:t>
            </a:r>
            <a:r>
              <a:rPr lang="en-CA" dirty="0"/>
              <a:t>. The indented print statements are run forever.</a:t>
            </a:r>
            <a:endParaRPr lang="en-AU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8A30D46-99DF-0D17-69CA-3781EAD1573F}"/>
              </a:ext>
            </a:extLst>
          </p:cNvPr>
          <p:cNvSpPr txBox="1"/>
          <p:nvPr/>
        </p:nvSpPr>
        <p:spPr>
          <a:xfrm>
            <a:off x="9060509" y="1613292"/>
            <a:ext cx="2159566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</a:rPr>
              <a:t>print('hello')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print('world')</a:t>
            </a:r>
            <a:endParaRPr lang="en-AU" sz="2000" dirty="0">
              <a:latin typeface="Consolas" panose="020B0609020204030204" pitchFamily="49" charset="0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47978D5-2E8F-73F4-316F-6AAFFE4A2A2A}"/>
              </a:ext>
            </a:extLst>
          </p:cNvPr>
          <p:cNvCxnSpPr>
            <a:cxnSpLocks/>
            <a:endCxn id="16" idx="0"/>
          </p:cNvCxnSpPr>
          <p:nvPr/>
        </p:nvCxnSpPr>
        <p:spPr>
          <a:xfrm>
            <a:off x="10140292" y="866774"/>
            <a:ext cx="0" cy="7465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D8707AA6-C906-88A8-1988-BC018EC39590}"/>
              </a:ext>
            </a:extLst>
          </p:cNvPr>
          <p:cNvCxnSpPr>
            <a:stCxn id="16" idx="2"/>
            <a:endCxn id="16" idx="3"/>
          </p:cNvCxnSpPr>
          <p:nvPr/>
        </p:nvCxnSpPr>
        <p:spPr>
          <a:xfrm rot="5400000" flipH="1" flipV="1">
            <a:off x="10503211" y="1604315"/>
            <a:ext cx="353943" cy="1079783"/>
          </a:xfrm>
          <a:prstGeom prst="bentConnector4">
            <a:avLst>
              <a:gd name="adj1" fmla="val -136350"/>
              <a:gd name="adj2" fmla="val 12117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859BC8A-7DEA-F8A6-2A59-0180239197A3}"/>
              </a:ext>
            </a:extLst>
          </p:cNvPr>
          <p:cNvSpPr txBox="1"/>
          <p:nvPr/>
        </p:nvSpPr>
        <p:spPr>
          <a:xfrm>
            <a:off x="6855742" y="405109"/>
            <a:ext cx="2678897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This is a </a:t>
            </a:r>
            <a:r>
              <a:rPr lang="en-CA" b="1" dirty="0"/>
              <a:t>flow chart </a:t>
            </a:r>
            <a:r>
              <a:rPr lang="en-CA" dirty="0"/>
              <a:t>of the code that shows visually what’s happening.</a:t>
            </a:r>
            <a:endParaRPr lang="en-A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2C001F-82BD-D8C2-5B67-5C84736643DD}"/>
              </a:ext>
            </a:extLst>
          </p:cNvPr>
          <p:cNvSpPr txBox="1"/>
          <p:nvPr/>
        </p:nvSpPr>
        <p:spPr>
          <a:xfrm>
            <a:off x="311010" y="3429000"/>
            <a:ext cx="2460862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Any code after the loop never runs.</a:t>
            </a:r>
            <a:endParaRPr lang="en-AU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5EA5E28-C3C5-C867-B3B2-9CC087A7D42C}"/>
              </a:ext>
            </a:extLst>
          </p:cNvPr>
          <p:cNvCxnSpPr>
            <a:stCxn id="7" idx="3"/>
          </p:cNvCxnSpPr>
          <p:nvPr/>
        </p:nvCxnSpPr>
        <p:spPr>
          <a:xfrm flipV="1">
            <a:off x="2771872" y="3613666"/>
            <a:ext cx="589395" cy="1385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66B8B3F-6FAF-E97E-4FE7-6675A876EEAE}"/>
                  </a:ext>
                </a:extLst>
              </p14:cNvPr>
              <p14:cNvContentPartPr/>
              <p14:nvPr/>
            </p14:nvContentPartPr>
            <p14:xfrm>
              <a:off x="3397320" y="2037600"/>
              <a:ext cx="2026080" cy="2422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66B8B3F-6FAF-E97E-4FE7-6675A876EEA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87960" y="2028240"/>
                <a:ext cx="2044800" cy="261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179965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7355EC-CBAA-BA1A-9367-81FC9A0F3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016CF-301A-F09C-F5D9-4FE59F028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4E5250-F1D3-74FB-52CD-B637C17D9D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See the clock example in the notes folder 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B0B763-D55D-0958-C48E-CCC711ABB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663672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A7733-5022-71B6-B444-96C9AF1DE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61102-A94C-0AB6-FD2A-90E74A3CB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While-loops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F7277D-E110-A29E-FE73-18F881B70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8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A55929-FAC0-7BD2-6EE4-AC6EA66E09C2}"/>
              </a:ext>
            </a:extLst>
          </p:cNvPr>
          <p:cNvSpPr txBox="1"/>
          <p:nvPr/>
        </p:nvSpPr>
        <p:spPr>
          <a:xfrm>
            <a:off x="311010" y="1674847"/>
            <a:ext cx="2460862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While-loops are used when you need a loop but don’t know ahead of time how many times it will execute.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7D7374-E875-7768-2AC6-F496C4A4231F}"/>
              </a:ext>
            </a:extLst>
          </p:cNvPr>
          <p:cNvSpPr txBox="1"/>
          <p:nvPr/>
        </p:nvSpPr>
        <p:spPr>
          <a:xfrm>
            <a:off x="3678750" y="1674847"/>
            <a:ext cx="708559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latin typeface="Consolas" panose="020B0609020204030204" pitchFamily="49" charset="0"/>
              </a:rPr>
              <a:t>pwd</a:t>
            </a:r>
            <a:r>
              <a:rPr lang="en-US" sz="2800" dirty="0">
                <a:latin typeface="Consolas" panose="020B0609020204030204" pitchFamily="49" charset="0"/>
              </a:rPr>
              <a:t> = ''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while </a:t>
            </a:r>
            <a:r>
              <a:rPr lang="en-US" sz="2800" dirty="0" err="1">
                <a:latin typeface="Consolas" panose="020B0609020204030204" pitchFamily="49" charset="0"/>
              </a:rPr>
              <a:t>pwd</a:t>
            </a:r>
            <a:r>
              <a:rPr lang="en-US" sz="2800" dirty="0">
                <a:latin typeface="Consolas" panose="020B0609020204030204" pitchFamily="49" charset="0"/>
              </a:rPr>
              <a:t> != 'swordfish':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</a:t>
            </a:r>
            <a:r>
              <a:rPr lang="en-US" sz="2800" dirty="0" err="1">
                <a:latin typeface="Consolas" panose="020B0609020204030204" pitchFamily="49" charset="0"/>
              </a:rPr>
              <a:t>pwd</a:t>
            </a:r>
            <a:r>
              <a:rPr lang="en-US" sz="2800" dirty="0">
                <a:latin typeface="Consolas" panose="020B0609020204030204" pitchFamily="49" charset="0"/>
              </a:rPr>
              <a:t> = input('Enter password: ')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F4541D-29DC-1535-D05D-3233D477C8A4}"/>
              </a:ext>
            </a:extLst>
          </p:cNvPr>
          <p:cNvSpPr txBox="1"/>
          <p:nvPr/>
        </p:nvSpPr>
        <p:spPr>
          <a:xfrm>
            <a:off x="7981810" y="396380"/>
            <a:ext cx="2460862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This code repeatedly asks the user to enter a password, stopping only when the enter </a:t>
            </a:r>
            <a:r>
              <a:rPr lang="en-CA" dirty="0">
                <a:latin typeface="Consolas" panose="020B0609020204030204" pitchFamily="49" charset="0"/>
              </a:rPr>
              <a:t>'swordfish’</a:t>
            </a:r>
            <a:r>
              <a:rPr lang="en-CA" dirty="0"/>
              <a:t>.</a:t>
            </a:r>
            <a:endParaRPr lang="en-AU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4C8ABF0-29D2-D170-AF63-F6C57675A676}"/>
                  </a:ext>
                </a:extLst>
              </p14:cNvPr>
              <p14:cNvContentPartPr/>
              <p14:nvPr/>
            </p14:nvContentPartPr>
            <p14:xfrm>
              <a:off x="3898800" y="1917720"/>
              <a:ext cx="6737760" cy="13597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4C8ABF0-29D2-D170-AF63-F6C57675A67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889440" y="1908360"/>
                <a:ext cx="6756480" cy="1378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643275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F8AB3-DA75-C5D2-3124-1F696FAC5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EC3FC-4E13-080E-FAE6-3A0CC7196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While-loops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27F034-292C-C1E0-EA6B-A921A47B6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9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3D9820-EFD6-C654-BAA3-720DC275D4D6}"/>
              </a:ext>
            </a:extLst>
          </p:cNvPr>
          <p:cNvSpPr txBox="1"/>
          <p:nvPr/>
        </p:nvSpPr>
        <p:spPr>
          <a:xfrm>
            <a:off x="311010" y="1674847"/>
            <a:ext cx="2460862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While-loops are used when you need a loop but don’t know ahead of time how many times it will execute.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F489C9-F6C4-5CE0-0149-7F9BFA34A670}"/>
              </a:ext>
            </a:extLst>
          </p:cNvPr>
          <p:cNvSpPr txBox="1"/>
          <p:nvPr/>
        </p:nvSpPr>
        <p:spPr>
          <a:xfrm>
            <a:off x="3678750" y="1674847"/>
            <a:ext cx="708559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latin typeface="Consolas" panose="020B0609020204030204" pitchFamily="49" charset="0"/>
              </a:rPr>
              <a:t>pwd</a:t>
            </a:r>
            <a:r>
              <a:rPr lang="en-US" sz="2800" dirty="0">
                <a:latin typeface="Consolas" panose="020B0609020204030204" pitchFamily="49" charset="0"/>
              </a:rPr>
              <a:t> = ''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while </a:t>
            </a:r>
            <a:r>
              <a:rPr lang="en-US" sz="2800" dirty="0" err="1">
                <a:latin typeface="Consolas" panose="020B0609020204030204" pitchFamily="49" charset="0"/>
              </a:rPr>
              <a:t>pwd</a:t>
            </a:r>
            <a:r>
              <a:rPr lang="en-US" sz="2800" dirty="0">
                <a:latin typeface="Consolas" panose="020B0609020204030204" pitchFamily="49" charset="0"/>
              </a:rPr>
              <a:t> != 'swordfish':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</a:t>
            </a:r>
            <a:r>
              <a:rPr lang="en-US" sz="2800" dirty="0" err="1">
                <a:latin typeface="Consolas" panose="020B0609020204030204" pitchFamily="49" charset="0"/>
              </a:rPr>
              <a:t>pwd</a:t>
            </a:r>
            <a:r>
              <a:rPr lang="en-US" sz="2800" dirty="0">
                <a:latin typeface="Consolas" panose="020B0609020204030204" pitchFamily="49" charset="0"/>
              </a:rPr>
              <a:t> = input('Enter password: ')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81BEC4-796D-3CF9-55F6-B16D42A7C81E}"/>
              </a:ext>
            </a:extLst>
          </p:cNvPr>
          <p:cNvSpPr txBox="1"/>
          <p:nvPr/>
        </p:nvSpPr>
        <p:spPr>
          <a:xfrm>
            <a:off x="4842933" y="909516"/>
            <a:ext cx="2980267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This the while-loop </a:t>
            </a:r>
            <a:r>
              <a:rPr lang="en-CA" b="1" dirty="0"/>
              <a:t>header</a:t>
            </a:r>
            <a:r>
              <a:rPr lang="en-CA" dirty="0"/>
              <a:t>.</a:t>
            </a:r>
            <a:endParaRPr lang="en-A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A48710-6A23-7FCA-F6DF-B84B3E9CF21E}"/>
              </a:ext>
            </a:extLst>
          </p:cNvPr>
          <p:cNvSpPr txBox="1"/>
          <p:nvPr/>
        </p:nvSpPr>
        <p:spPr>
          <a:xfrm>
            <a:off x="5892799" y="3688732"/>
            <a:ext cx="3141133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This the while-loop </a:t>
            </a:r>
            <a:r>
              <a:rPr lang="en-CA" b="1" dirty="0"/>
              <a:t>body</a:t>
            </a:r>
            <a:r>
              <a:rPr lang="en-CA" dirty="0"/>
              <a:t>.</a:t>
            </a:r>
            <a:br>
              <a:rPr lang="en-CA" dirty="0"/>
            </a:br>
            <a:r>
              <a:rPr lang="en-CA" dirty="0"/>
              <a:t>It can have as many statements as needed. </a:t>
            </a:r>
            <a:br>
              <a:rPr lang="en-CA" dirty="0"/>
            </a:br>
            <a:r>
              <a:rPr lang="en-CA" dirty="0"/>
              <a:t>They should be consistently indented under the header.</a:t>
            </a:r>
            <a:endParaRPr lang="en-AU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C4A783D-C3E4-A095-132F-C32862DFD44C}"/>
              </a:ext>
            </a:extLst>
          </p:cNvPr>
          <p:cNvSpPr/>
          <p:nvPr/>
        </p:nvSpPr>
        <p:spPr>
          <a:xfrm>
            <a:off x="3766242" y="2185310"/>
            <a:ext cx="4844358" cy="364067"/>
          </a:xfrm>
          <a:prstGeom prst="rect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686CE5E-7F83-F348-4A4C-34510A8B5C61}"/>
              </a:ext>
            </a:extLst>
          </p:cNvPr>
          <p:cNvSpPr/>
          <p:nvPr/>
        </p:nvSpPr>
        <p:spPr>
          <a:xfrm>
            <a:off x="4502841" y="2624844"/>
            <a:ext cx="6148225" cy="364067"/>
          </a:xfrm>
          <a:prstGeom prst="rect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8BE4486-AF4C-3859-AEAC-EC47A55D1932}"/>
              </a:ext>
            </a:extLst>
          </p:cNvPr>
          <p:cNvCxnSpPr>
            <a:stCxn id="6" idx="2"/>
            <a:endCxn id="8" idx="0"/>
          </p:cNvCxnSpPr>
          <p:nvPr/>
        </p:nvCxnSpPr>
        <p:spPr>
          <a:xfrm flipH="1">
            <a:off x="6188421" y="1278848"/>
            <a:ext cx="144646" cy="9064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E4D0430-6DDC-3F16-D60E-EC697A2E7D24}"/>
              </a:ext>
            </a:extLst>
          </p:cNvPr>
          <p:cNvCxnSpPr>
            <a:cxnSpLocks/>
            <a:stCxn id="7" idx="0"/>
            <a:endCxn id="9" idx="2"/>
          </p:cNvCxnSpPr>
          <p:nvPr/>
        </p:nvCxnSpPr>
        <p:spPr>
          <a:xfrm flipV="1">
            <a:off x="7463366" y="2988911"/>
            <a:ext cx="113588" cy="6998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59808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C775C-1CED-00D2-B073-C88258704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24AB3-DADC-E141-980A-1942B9D99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While-loops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CD8858-F6F4-B07E-D8C4-CD86B8B97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10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C2C30D-7543-DFE4-AD0C-6915C91F9691}"/>
              </a:ext>
            </a:extLst>
          </p:cNvPr>
          <p:cNvSpPr txBox="1"/>
          <p:nvPr/>
        </p:nvSpPr>
        <p:spPr>
          <a:xfrm>
            <a:off x="311010" y="1674847"/>
            <a:ext cx="2460862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While-loops are used when you need a loop but don’t know ahead of time how many times it will execute.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CDA5FF-DB69-6B86-5EAE-BF36BF4A6F77}"/>
              </a:ext>
            </a:extLst>
          </p:cNvPr>
          <p:cNvSpPr txBox="1"/>
          <p:nvPr/>
        </p:nvSpPr>
        <p:spPr>
          <a:xfrm>
            <a:off x="3678750" y="1674847"/>
            <a:ext cx="708559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latin typeface="Consolas" panose="020B0609020204030204" pitchFamily="49" charset="0"/>
              </a:rPr>
              <a:t>pwd</a:t>
            </a:r>
            <a:r>
              <a:rPr lang="en-US" sz="2800" dirty="0">
                <a:latin typeface="Consolas" panose="020B0609020204030204" pitchFamily="49" charset="0"/>
              </a:rPr>
              <a:t> = ''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while </a:t>
            </a:r>
            <a:r>
              <a:rPr lang="en-US" sz="2800" dirty="0" err="1">
                <a:latin typeface="Consolas" panose="020B0609020204030204" pitchFamily="49" charset="0"/>
              </a:rPr>
              <a:t>pwd</a:t>
            </a:r>
            <a:r>
              <a:rPr lang="en-US" sz="2800" dirty="0">
                <a:latin typeface="Consolas" panose="020B0609020204030204" pitchFamily="49" charset="0"/>
              </a:rPr>
              <a:t> != 'swordfish':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</a:t>
            </a:r>
            <a:r>
              <a:rPr lang="en-US" sz="2800" dirty="0" err="1">
                <a:latin typeface="Consolas" panose="020B0609020204030204" pitchFamily="49" charset="0"/>
              </a:rPr>
              <a:t>pwd</a:t>
            </a:r>
            <a:r>
              <a:rPr lang="en-US" sz="2800" dirty="0">
                <a:latin typeface="Consolas" panose="020B0609020204030204" pitchFamily="49" charset="0"/>
              </a:rPr>
              <a:t> = input('Enter password: ')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700993-58D6-AD66-AF76-F4F8061A02DB}"/>
              </a:ext>
            </a:extLst>
          </p:cNvPr>
          <p:cNvSpPr txBox="1"/>
          <p:nvPr/>
        </p:nvSpPr>
        <p:spPr>
          <a:xfrm>
            <a:off x="5808133" y="1160224"/>
            <a:ext cx="2387600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The header starts with the keyword </a:t>
            </a:r>
            <a:r>
              <a:rPr lang="en-CA" b="1" dirty="0">
                <a:latin typeface="Consolas" panose="020B0609020204030204" pitchFamily="49" charset="0"/>
              </a:rPr>
              <a:t>while</a:t>
            </a:r>
            <a:r>
              <a:rPr lang="en-CA" dirty="0"/>
              <a:t>.</a:t>
            </a:r>
            <a:endParaRPr lang="en-AU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956FAC-59C9-8072-DDC4-2441EA8C5DAD}"/>
              </a:ext>
            </a:extLst>
          </p:cNvPr>
          <p:cNvSpPr/>
          <p:nvPr/>
        </p:nvSpPr>
        <p:spPr>
          <a:xfrm>
            <a:off x="3766243" y="2185310"/>
            <a:ext cx="1008958" cy="364067"/>
          </a:xfrm>
          <a:prstGeom prst="rect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81BCFCC-6472-B938-122B-8D1E70528583}"/>
              </a:ext>
            </a:extLst>
          </p:cNvPr>
          <p:cNvCxnSpPr>
            <a:cxnSpLocks/>
          </p:cNvCxnSpPr>
          <p:nvPr/>
        </p:nvCxnSpPr>
        <p:spPr>
          <a:xfrm flipH="1">
            <a:off x="4775201" y="1806555"/>
            <a:ext cx="1008958" cy="3787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63835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DA3D9-5FFE-C5A9-5130-DA174F0B0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21E87-ED7C-7BB1-1822-67CAFA27B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While-loops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35A534-C8B8-0296-0889-DC7D61EE2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11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D5FEF7-4A24-98D7-0A79-73036DF69DE3}"/>
              </a:ext>
            </a:extLst>
          </p:cNvPr>
          <p:cNvSpPr txBox="1"/>
          <p:nvPr/>
        </p:nvSpPr>
        <p:spPr>
          <a:xfrm>
            <a:off x="311010" y="1674847"/>
            <a:ext cx="2460862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While-loops are used when you need a loop but don’t know ahead of time how many times it will execute.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61F525-D365-5A58-D857-5142251D81FE}"/>
              </a:ext>
            </a:extLst>
          </p:cNvPr>
          <p:cNvSpPr txBox="1"/>
          <p:nvPr/>
        </p:nvSpPr>
        <p:spPr>
          <a:xfrm>
            <a:off x="3678750" y="1674847"/>
            <a:ext cx="708559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latin typeface="Consolas" panose="020B0609020204030204" pitchFamily="49" charset="0"/>
              </a:rPr>
              <a:t>pwd</a:t>
            </a:r>
            <a:r>
              <a:rPr lang="en-US" sz="2800" dirty="0">
                <a:latin typeface="Consolas" panose="020B0609020204030204" pitchFamily="49" charset="0"/>
              </a:rPr>
              <a:t> = ''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while </a:t>
            </a:r>
            <a:r>
              <a:rPr lang="en-US" sz="2800" dirty="0" err="1">
                <a:latin typeface="Consolas" panose="020B0609020204030204" pitchFamily="49" charset="0"/>
              </a:rPr>
              <a:t>pwd</a:t>
            </a:r>
            <a:r>
              <a:rPr lang="en-US" sz="2800" dirty="0">
                <a:latin typeface="Consolas" panose="020B0609020204030204" pitchFamily="49" charset="0"/>
              </a:rPr>
              <a:t> != 'swordfish':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</a:t>
            </a:r>
            <a:r>
              <a:rPr lang="en-US" sz="2800" dirty="0" err="1">
                <a:latin typeface="Consolas" panose="020B0609020204030204" pitchFamily="49" charset="0"/>
              </a:rPr>
              <a:t>pwd</a:t>
            </a:r>
            <a:r>
              <a:rPr lang="en-US" sz="2800" dirty="0">
                <a:latin typeface="Consolas" panose="020B0609020204030204" pitchFamily="49" charset="0"/>
              </a:rPr>
              <a:t> = input('Enter password: ')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8BA53D-12A9-3850-7424-00B8F5B1CB5C}"/>
              </a:ext>
            </a:extLst>
          </p:cNvPr>
          <p:cNvSpPr txBox="1"/>
          <p:nvPr/>
        </p:nvSpPr>
        <p:spPr>
          <a:xfrm>
            <a:off x="5071533" y="777996"/>
            <a:ext cx="3962400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The </a:t>
            </a:r>
            <a:r>
              <a:rPr lang="en-CA" b="1" dirty="0"/>
              <a:t>while loop condition </a:t>
            </a:r>
            <a:r>
              <a:rPr lang="en-CA" dirty="0"/>
              <a:t>comes next.</a:t>
            </a:r>
            <a:br>
              <a:rPr lang="en-CA" dirty="0"/>
            </a:br>
            <a:r>
              <a:rPr lang="en-CA" dirty="0"/>
              <a:t>It must be a Boolean expression.</a:t>
            </a:r>
            <a:endParaRPr lang="en-AU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47682A6-17DC-C8A7-731E-B8A2BA20BC31}"/>
              </a:ext>
            </a:extLst>
          </p:cNvPr>
          <p:cNvSpPr/>
          <p:nvPr/>
        </p:nvSpPr>
        <p:spPr>
          <a:xfrm>
            <a:off x="4903092" y="2175887"/>
            <a:ext cx="3527079" cy="364067"/>
          </a:xfrm>
          <a:prstGeom prst="rect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36F6D17-1FAB-7458-0AF0-24FC046CEF8A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 flipH="1">
            <a:off x="6666632" y="1424327"/>
            <a:ext cx="386101" cy="7515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56621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F76BA-B530-88A0-83D3-F6F5C52E0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19EFB-4018-4DCC-FF0F-9A6938BC2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While-loops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42A3D4-A761-4B2D-7952-28EF47637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12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548979-E797-5A79-80F4-204F53597894}"/>
              </a:ext>
            </a:extLst>
          </p:cNvPr>
          <p:cNvSpPr txBox="1"/>
          <p:nvPr/>
        </p:nvSpPr>
        <p:spPr>
          <a:xfrm>
            <a:off x="311010" y="1674847"/>
            <a:ext cx="2460862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While-loops are used when you need a loop but don’t know ahead of time how many times it will execute.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719A55-307A-A6FD-DCF8-4D975BC55B82}"/>
              </a:ext>
            </a:extLst>
          </p:cNvPr>
          <p:cNvSpPr txBox="1"/>
          <p:nvPr/>
        </p:nvSpPr>
        <p:spPr>
          <a:xfrm>
            <a:off x="3678750" y="1674847"/>
            <a:ext cx="708559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latin typeface="Consolas" panose="020B0609020204030204" pitchFamily="49" charset="0"/>
              </a:rPr>
              <a:t>pwd</a:t>
            </a:r>
            <a:r>
              <a:rPr lang="en-US" sz="2800" dirty="0">
                <a:latin typeface="Consolas" panose="020B0609020204030204" pitchFamily="49" charset="0"/>
              </a:rPr>
              <a:t> = ''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while </a:t>
            </a:r>
            <a:r>
              <a:rPr lang="en-US" sz="2800" dirty="0" err="1">
                <a:latin typeface="Consolas" panose="020B0609020204030204" pitchFamily="49" charset="0"/>
              </a:rPr>
              <a:t>pwd</a:t>
            </a:r>
            <a:r>
              <a:rPr lang="en-US" sz="2800" dirty="0">
                <a:latin typeface="Consolas" panose="020B0609020204030204" pitchFamily="49" charset="0"/>
              </a:rPr>
              <a:t> != 'swordfish':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</a:t>
            </a:r>
            <a:r>
              <a:rPr lang="en-US" sz="2800" dirty="0" err="1">
                <a:latin typeface="Consolas" panose="020B0609020204030204" pitchFamily="49" charset="0"/>
              </a:rPr>
              <a:t>pwd</a:t>
            </a:r>
            <a:r>
              <a:rPr lang="en-US" sz="2800" dirty="0">
                <a:latin typeface="Consolas" panose="020B0609020204030204" pitchFamily="49" charset="0"/>
              </a:rPr>
              <a:t> = input('Enter password: ')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E9BCEF-E222-5F7E-EA5E-3880AD0C724D}"/>
              </a:ext>
            </a:extLst>
          </p:cNvPr>
          <p:cNvSpPr txBox="1"/>
          <p:nvPr/>
        </p:nvSpPr>
        <p:spPr>
          <a:xfrm>
            <a:off x="6265333" y="791032"/>
            <a:ext cx="3300577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The header ends with a colon, </a:t>
            </a:r>
            <a:r>
              <a:rPr lang="en-CA" b="1" dirty="0">
                <a:latin typeface="Consolas" panose="020B0609020204030204" pitchFamily="49" charset="0"/>
              </a:rPr>
              <a:t>:</a:t>
            </a:r>
            <a:endParaRPr lang="en-AU" b="1" dirty="0">
              <a:latin typeface="Consolas" panose="020B0609020204030204" pitchFamily="49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608887-7814-3F00-DA67-3DB7BE0E9988}"/>
              </a:ext>
            </a:extLst>
          </p:cNvPr>
          <p:cNvSpPr/>
          <p:nvPr/>
        </p:nvSpPr>
        <p:spPr>
          <a:xfrm>
            <a:off x="8433692" y="2185310"/>
            <a:ext cx="236175" cy="364067"/>
          </a:xfrm>
          <a:prstGeom prst="rect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C1F9838-D4BC-0E21-8082-C488111E0E4E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>
            <a:off x="7915622" y="1160364"/>
            <a:ext cx="636158" cy="10249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DD66388F-1672-C325-30FC-5DD92E85AF5C}"/>
                  </a:ext>
                </a:extLst>
              </p14:cNvPr>
              <p14:cNvContentPartPr/>
              <p14:nvPr/>
            </p14:nvContentPartPr>
            <p14:xfrm>
              <a:off x="3759120" y="3035160"/>
              <a:ext cx="730800" cy="45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DD66388F-1672-C325-30FC-5DD92E85AF5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49760" y="3025800"/>
                <a:ext cx="749520" cy="64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185925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18491A-C953-5BD5-3A0B-4C81573DD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17FD1-4978-ACA5-8289-16D7141D7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While-loops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6FE027-508C-AD3E-1DDA-19EA32AD9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13</a:t>
            </a:fld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AB2983-EE8A-C379-E2BB-617F774F8C05}"/>
              </a:ext>
            </a:extLst>
          </p:cNvPr>
          <p:cNvSpPr txBox="1"/>
          <p:nvPr/>
        </p:nvSpPr>
        <p:spPr>
          <a:xfrm>
            <a:off x="3856550" y="744812"/>
            <a:ext cx="708559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latin typeface="Consolas" panose="020B0609020204030204" pitchFamily="49" charset="0"/>
              </a:rPr>
              <a:t>pwd</a:t>
            </a:r>
            <a:r>
              <a:rPr lang="en-US" sz="2800" dirty="0">
                <a:latin typeface="Consolas" panose="020B0609020204030204" pitchFamily="49" charset="0"/>
              </a:rPr>
              <a:t> = ''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while </a:t>
            </a:r>
            <a:r>
              <a:rPr lang="en-US" sz="2800" dirty="0" err="1">
                <a:latin typeface="Consolas" panose="020B0609020204030204" pitchFamily="49" charset="0"/>
              </a:rPr>
              <a:t>pwd</a:t>
            </a:r>
            <a:r>
              <a:rPr lang="en-US" sz="2800" dirty="0">
                <a:latin typeface="Consolas" panose="020B0609020204030204" pitchFamily="49" charset="0"/>
              </a:rPr>
              <a:t> != 'swordfish':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</a:t>
            </a:r>
            <a:r>
              <a:rPr lang="en-US" sz="2800" dirty="0" err="1">
                <a:latin typeface="Consolas" panose="020B0609020204030204" pitchFamily="49" charset="0"/>
              </a:rPr>
              <a:t>pwd</a:t>
            </a:r>
            <a:r>
              <a:rPr lang="en-US" sz="2800" dirty="0">
                <a:latin typeface="Consolas" panose="020B0609020204030204" pitchFamily="49" charset="0"/>
              </a:rPr>
              <a:t> = input('Enter password: ')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6E3023-84B4-C907-8032-FDD67CEC06EA}"/>
              </a:ext>
            </a:extLst>
          </p:cNvPr>
          <p:cNvSpPr txBox="1"/>
          <p:nvPr/>
        </p:nvSpPr>
        <p:spPr>
          <a:xfrm>
            <a:off x="9060720" y="3263860"/>
            <a:ext cx="1708663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>
                <a:latin typeface="Consolas" panose="020B0609020204030204" pitchFamily="49" charset="0"/>
              </a:rPr>
              <a:t>pwd</a:t>
            </a:r>
            <a:r>
              <a:rPr lang="en-US" sz="1400" dirty="0">
                <a:latin typeface="Consolas" panose="020B0609020204030204" pitchFamily="49" charset="0"/>
              </a:rPr>
              <a:t> = ''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344315E-DCE1-8ECD-4A92-D7A17B15765C}"/>
              </a:ext>
            </a:extLst>
          </p:cNvPr>
          <p:cNvGrpSpPr/>
          <p:nvPr/>
        </p:nvGrpSpPr>
        <p:grpSpPr>
          <a:xfrm>
            <a:off x="8733951" y="4277410"/>
            <a:ext cx="2362200" cy="846171"/>
            <a:chOff x="7831667" y="4207932"/>
            <a:chExt cx="2362200" cy="846171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0C09535-9BAE-F955-20A0-F8C6E187EE74}"/>
                </a:ext>
              </a:extLst>
            </p:cNvPr>
            <p:cNvSpPr txBox="1"/>
            <p:nvPr/>
          </p:nvSpPr>
          <p:spPr>
            <a:xfrm>
              <a:off x="8046374" y="4449873"/>
              <a:ext cx="19736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>
                  <a:latin typeface="Consolas" panose="020B0609020204030204" pitchFamily="49" charset="0"/>
                </a:rPr>
                <a:t>pwd</a:t>
              </a:r>
              <a:r>
                <a:rPr lang="en-US" sz="1400" dirty="0">
                  <a:latin typeface="Consolas" panose="020B0609020204030204" pitchFamily="49" charset="0"/>
                </a:rPr>
                <a:t> != 'swordfish'</a:t>
              </a:r>
            </a:p>
          </p:txBody>
        </p:sp>
        <p:sp>
          <p:nvSpPr>
            <p:cNvPr id="14" name="Flowchart: Decision 13">
              <a:extLst>
                <a:ext uri="{FF2B5EF4-FFF2-40B4-BE49-F238E27FC236}">
                  <a16:creationId xmlns:a16="http://schemas.microsoft.com/office/drawing/2014/main" id="{95031F4F-1236-3164-B571-7EFA4DE9B77B}"/>
                </a:ext>
              </a:extLst>
            </p:cNvPr>
            <p:cNvSpPr/>
            <p:nvPr/>
          </p:nvSpPr>
          <p:spPr>
            <a:xfrm>
              <a:off x="7831667" y="4207932"/>
              <a:ext cx="2362200" cy="846171"/>
            </a:xfrm>
            <a:prstGeom prst="flowChartDecision">
              <a:avLst/>
            </a:prstGeom>
            <a:noFill/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68F76FA0-066F-BDEE-2054-CC24DDCA6AD9}"/>
              </a:ext>
            </a:extLst>
          </p:cNvPr>
          <p:cNvSpPr txBox="1"/>
          <p:nvPr/>
        </p:nvSpPr>
        <p:spPr>
          <a:xfrm>
            <a:off x="4668782" y="4546606"/>
            <a:ext cx="3307554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>
                <a:latin typeface="Consolas" panose="020B0609020204030204" pitchFamily="49" charset="0"/>
              </a:rPr>
              <a:t>pwd</a:t>
            </a:r>
            <a:r>
              <a:rPr lang="en-US" sz="1400" dirty="0">
                <a:latin typeface="Consolas" panose="020B0609020204030204" pitchFamily="49" charset="0"/>
              </a:rPr>
              <a:t> = input('Enter password: ')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05AD949-AF69-3443-1434-8D6EEFAFA01B}"/>
              </a:ext>
            </a:extLst>
          </p:cNvPr>
          <p:cNvCxnSpPr>
            <a:stCxn id="10" idx="2"/>
            <a:endCxn id="14" idx="0"/>
          </p:cNvCxnSpPr>
          <p:nvPr/>
        </p:nvCxnSpPr>
        <p:spPr>
          <a:xfrm flipH="1">
            <a:off x="9915051" y="3571637"/>
            <a:ext cx="1" cy="7057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083E118A-0B5F-3506-97E8-737942404A51}"/>
              </a:ext>
            </a:extLst>
          </p:cNvPr>
          <p:cNvSpPr txBox="1"/>
          <p:nvPr/>
        </p:nvSpPr>
        <p:spPr>
          <a:xfrm>
            <a:off x="8257443" y="4361940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</a:rPr>
              <a:t>True</a:t>
            </a:r>
            <a:endParaRPr lang="en-AU" dirty="0">
              <a:latin typeface="Consolas" panose="020B0609020204030204" pitchFamily="49" charset="0"/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1DC13AD-6511-FCDA-75D2-C1880EC0A49A}"/>
              </a:ext>
            </a:extLst>
          </p:cNvPr>
          <p:cNvCxnSpPr>
            <a:stCxn id="14" idx="1"/>
            <a:endCxn id="18" idx="3"/>
          </p:cNvCxnSpPr>
          <p:nvPr/>
        </p:nvCxnSpPr>
        <p:spPr>
          <a:xfrm flipH="1" flipV="1">
            <a:off x="7976336" y="4700495"/>
            <a:ext cx="757615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79BD92B3-2EC4-2021-AEC1-A134DF59084E}"/>
              </a:ext>
            </a:extLst>
          </p:cNvPr>
          <p:cNvCxnSpPr>
            <a:stCxn id="18" idx="0"/>
          </p:cNvCxnSpPr>
          <p:nvPr/>
        </p:nvCxnSpPr>
        <p:spPr>
          <a:xfrm rot="5400000" flipH="1" flipV="1">
            <a:off x="7817971" y="2429112"/>
            <a:ext cx="622083" cy="361290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CB27755-136C-7EB1-520F-9C11FE47BAB5}"/>
              </a:ext>
            </a:extLst>
          </p:cNvPr>
          <p:cNvCxnSpPr>
            <a:cxnSpLocks/>
          </p:cNvCxnSpPr>
          <p:nvPr/>
        </p:nvCxnSpPr>
        <p:spPr>
          <a:xfrm flipH="1">
            <a:off x="9898752" y="5123581"/>
            <a:ext cx="16299" cy="7184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1EDDE0F9-360E-9C2F-5E8C-B4EC6ED7251E}"/>
              </a:ext>
            </a:extLst>
          </p:cNvPr>
          <p:cNvSpPr txBox="1"/>
          <p:nvPr/>
        </p:nvSpPr>
        <p:spPr>
          <a:xfrm>
            <a:off x="9898752" y="5069069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</a:rPr>
              <a:t>False</a:t>
            </a:r>
            <a:endParaRPr lang="en-AU" dirty="0">
              <a:latin typeface="Consolas" panose="020B0609020204030204" pitchFamily="49" charset="0"/>
            </a:endParaRP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7F7443A-8275-EA63-635D-65075611AA0D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9915052" y="2641600"/>
            <a:ext cx="0" cy="6222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68B1A846-F6CB-3E4B-A33A-67421E183C89}"/>
              </a:ext>
            </a:extLst>
          </p:cNvPr>
          <p:cNvSpPr txBox="1"/>
          <p:nvPr/>
        </p:nvSpPr>
        <p:spPr>
          <a:xfrm>
            <a:off x="367716" y="1905946"/>
            <a:ext cx="3628487" cy="258532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dirty="0"/>
              <a:t>When a while loop is run, Python first checks the condition: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i="1" dirty="0"/>
              <a:t>condition</a:t>
            </a:r>
            <a:r>
              <a:rPr lang="en-AU" dirty="0"/>
              <a:t> is </a:t>
            </a:r>
            <a:r>
              <a:rPr lang="en-AU" b="1" dirty="0">
                <a:latin typeface="Consolas" panose="020B0609020204030204" pitchFamily="49" charset="0"/>
              </a:rPr>
              <a:t>True</a:t>
            </a:r>
            <a:br>
              <a:rPr lang="en-AU" b="1" dirty="0">
                <a:latin typeface="Consolas" panose="020B0609020204030204" pitchFamily="49" charset="0"/>
              </a:rPr>
            </a:br>
            <a:r>
              <a:rPr lang="en-AU" dirty="0"/>
              <a:t>Run the body, and then afterwards check the condition again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i="1" dirty="0"/>
              <a:t>condition</a:t>
            </a:r>
            <a:r>
              <a:rPr lang="en-AU" dirty="0"/>
              <a:t> is </a:t>
            </a:r>
            <a:r>
              <a:rPr lang="en-AU" b="1" dirty="0">
                <a:latin typeface="Consolas" panose="020B0609020204030204" pitchFamily="49" charset="0"/>
              </a:rPr>
              <a:t>False</a:t>
            </a:r>
            <a:br>
              <a:rPr lang="en-AU" b="1" dirty="0">
                <a:latin typeface="Consolas" panose="020B0609020204030204" pitchFamily="49" charset="0"/>
              </a:rPr>
            </a:br>
            <a:r>
              <a:rPr lang="en-AU" dirty="0"/>
              <a:t>Jump out of the while-loop and run the statement after it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A99CCC1-6679-93C1-2DAF-6E95644AE53F}"/>
              </a:ext>
            </a:extLst>
          </p:cNvPr>
          <p:cNvSpPr txBox="1"/>
          <p:nvPr/>
        </p:nvSpPr>
        <p:spPr>
          <a:xfrm>
            <a:off x="6924893" y="2384810"/>
            <a:ext cx="1708662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A </a:t>
            </a:r>
            <a:r>
              <a:rPr lang="en-CA" b="1" dirty="0"/>
              <a:t>flow chart </a:t>
            </a:r>
            <a:r>
              <a:rPr lang="en-CA" dirty="0"/>
              <a:t>showing how the code runs.</a:t>
            </a:r>
            <a:endParaRPr lang="en-AU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AE48B74-9EDF-695B-6A6D-E64134DFD04D}"/>
                  </a:ext>
                </a:extLst>
              </p14:cNvPr>
              <p14:cNvContentPartPr/>
              <p14:nvPr/>
            </p14:nvContentPartPr>
            <p14:xfrm>
              <a:off x="4699080" y="2597040"/>
              <a:ext cx="5651640" cy="34167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AE48B74-9EDF-695B-6A6D-E64134DFD04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689720" y="2587680"/>
                <a:ext cx="5670360" cy="3435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387773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203F4-5E7D-FB47-F40F-F998B4D47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0AAC5-5443-8F35-2D61-AECBF39C0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While-loops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5BEA7D-4931-E290-B1B7-7D0EA2DB8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14</a:t>
            </a:fld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FCC6B7-0767-B379-0E84-424D10CFF9B8}"/>
              </a:ext>
            </a:extLst>
          </p:cNvPr>
          <p:cNvSpPr txBox="1"/>
          <p:nvPr/>
        </p:nvSpPr>
        <p:spPr>
          <a:xfrm>
            <a:off x="3856550" y="744812"/>
            <a:ext cx="708559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latin typeface="Consolas" panose="020B0609020204030204" pitchFamily="49" charset="0"/>
              </a:rPr>
              <a:t>pwd</a:t>
            </a:r>
            <a:r>
              <a:rPr lang="en-US" sz="2800" dirty="0">
                <a:latin typeface="Consolas" panose="020B0609020204030204" pitchFamily="49" charset="0"/>
              </a:rPr>
              <a:t> = ''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while </a:t>
            </a:r>
            <a:r>
              <a:rPr lang="en-US" sz="2800" dirty="0" err="1">
                <a:latin typeface="Consolas" panose="020B0609020204030204" pitchFamily="49" charset="0"/>
              </a:rPr>
              <a:t>pwd</a:t>
            </a:r>
            <a:r>
              <a:rPr lang="en-US" sz="2800" dirty="0">
                <a:latin typeface="Consolas" panose="020B0609020204030204" pitchFamily="49" charset="0"/>
              </a:rPr>
              <a:t> != 'swordfish':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</a:t>
            </a:r>
            <a:r>
              <a:rPr lang="en-US" sz="2800" dirty="0" err="1">
                <a:latin typeface="Consolas" panose="020B0609020204030204" pitchFamily="49" charset="0"/>
              </a:rPr>
              <a:t>pwd</a:t>
            </a:r>
            <a:r>
              <a:rPr lang="en-US" sz="2800" dirty="0">
                <a:latin typeface="Consolas" panose="020B0609020204030204" pitchFamily="49" charset="0"/>
              </a:rPr>
              <a:t> = input('Enter password: ')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6CB95ED9-6BEC-1AEC-AD4A-1ED68C665C4D}"/>
              </a:ext>
            </a:extLst>
          </p:cNvPr>
          <p:cNvGrpSpPr/>
          <p:nvPr/>
        </p:nvGrpSpPr>
        <p:grpSpPr>
          <a:xfrm>
            <a:off x="4668782" y="2899460"/>
            <a:ext cx="6427369" cy="2694632"/>
            <a:chOff x="3866613" y="2283768"/>
            <a:chExt cx="6427369" cy="2694632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4EBEABC-D3C1-C834-5CEB-C39780E25693}"/>
                </a:ext>
              </a:extLst>
            </p:cNvPr>
            <p:cNvSpPr txBox="1"/>
            <p:nvPr/>
          </p:nvSpPr>
          <p:spPr>
            <a:xfrm>
              <a:off x="8258551" y="2648168"/>
              <a:ext cx="1708663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err="1">
                  <a:latin typeface="Consolas" panose="020B0609020204030204" pitchFamily="49" charset="0"/>
                </a:rPr>
                <a:t>pwd</a:t>
              </a:r>
              <a:r>
                <a:rPr lang="en-US" sz="1400" dirty="0">
                  <a:latin typeface="Consolas" panose="020B0609020204030204" pitchFamily="49" charset="0"/>
                </a:rPr>
                <a:t> = ''</a:t>
              </a:r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09762010-760B-8C28-5249-EB880A4B145D}"/>
                </a:ext>
              </a:extLst>
            </p:cNvPr>
            <p:cNvGrpSpPr/>
            <p:nvPr/>
          </p:nvGrpSpPr>
          <p:grpSpPr>
            <a:xfrm>
              <a:off x="7931782" y="3661718"/>
              <a:ext cx="2362200" cy="846171"/>
              <a:chOff x="7831667" y="4207932"/>
              <a:chExt cx="2362200" cy="846171"/>
            </a:xfrm>
          </p:grpSpPr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138FBB9-923F-FCE2-8570-4B2CCAA0EF7C}"/>
                  </a:ext>
                </a:extLst>
              </p:cNvPr>
              <p:cNvSpPr txBox="1"/>
              <p:nvPr/>
            </p:nvSpPr>
            <p:spPr>
              <a:xfrm>
                <a:off x="8046374" y="4449873"/>
                <a:ext cx="197361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 err="1">
                    <a:latin typeface="Consolas" panose="020B0609020204030204" pitchFamily="49" charset="0"/>
                  </a:rPr>
                  <a:t>pwd</a:t>
                </a:r>
                <a:r>
                  <a:rPr lang="en-US" sz="1400" dirty="0">
                    <a:latin typeface="Consolas" panose="020B0609020204030204" pitchFamily="49" charset="0"/>
                  </a:rPr>
                  <a:t> != 'swordfish'</a:t>
                </a:r>
              </a:p>
            </p:txBody>
          </p:sp>
          <p:sp>
            <p:nvSpPr>
              <p:cNvPr id="14" name="Flowchart: Decision 13">
                <a:extLst>
                  <a:ext uri="{FF2B5EF4-FFF2-40B4-BE49-F238E27FC236}">
                    <a16:creationId xmlns:a16="http://schemas.microsoft.com/office/drawing/2014/main" id="{38BE76E4-5F82-FE32-ACEB-3250659916A5}"/>
                  </a:ext>
                </a:extLst>
              </p:cNvPr>
              <p:cNvSpPr/>
              <p:nvPr/>
            </p:nvSpPr>
            <p:spPr>
              <a:xfrm>
                <a:off x="7831667" y="4207932"/>
                <a:ext cx="2362200" cy="846171"/>
              </a:xfrm>
              <a:prstGeom prst="flowChartDecision">
                <a:avLst/>
              </a:prstGeom>
              <a:noFill/>
              <a:ln w="31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</p:grp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6D5B3D1-B538-DAA4-3A4E-1781684652E8}"/>
                </a:ext>
              </a:extLst>
            </p:cNvPr>
            <p:cNvSpPr txBox="1"/>
            <p:nvPr/>
          </p:nvSpPr>
          <p:spPr>
            <a:xfrm>
              <a:off x="3866613" y="3930914"/>
              <a:ext cx="3307554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err="1">
                  <a:latin typeface="Consolas" panose="020B0609020204030204" pitchFamily="49" charset="0"/>
                </a:rPr>
                <a:t>pwd</a:t>
              </a:r>
              <a:r>
                <a:rPr lang="en-US" sz="1400" dirty="0">
                  <a:latin typeface="Consolas" panose="020B0609020204030204" pitchFamily="49" charset="0"/>
                </a:rPr>
                <a:t> = input('Enter password: ')</a:t>
              </a: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3F011272-12FF-2232-B985-4EBBC2C726A5}"/>
                </a:ext>
              </a:extLst>
            </p:cNvPr>
            <p:cNvCxnSpPr>
              <a:stCxn id="10" idx="2"/>
              <a:endCxn id="14" idx="0"/>
            </p:cNvCxnSpPr>
            <p:nvPr/>
          </p:nvCxnSpPr>
          <p:spPr>
            <a:xfrm flipH="1">
              <a:off x="9112882" y="2955945"/>
              <a:ext cx="1" cy="70577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0C51428-A25E-416D-4FAC-A52495061A1B}"/>
                </a:ext>
              </a:extLst>
            </p:cNvPr>
            <p:cNvSpPr txBox="1"/>
            <p:nvPr/>
          </p:nvSpPr>
          <p:spPr>
            <a:xfrm>
              <a:off x="7455274" y="3746248"/>
              <a:ext cx="6912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dirty="0">
                  <a:latin typeface="Consolas" panose="020B0609020204030204" pitchFamily="49" charset="0"/>
                </a:rPr>
                <a:t>True</a:t>
              </a:r>
              <a:endParaRPr lang="en-AU" dirty="0">
                <a:latin typeface="Consolas" panose="020B0609020204030204" pitchFamily="49" charset="0"/>
              </a:endParaRP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A7E5AB34-FCA5-F9E4-7E26-E53D99041D29}"/>
                </a:ext>
              </a:extLst>
            </p:cNvPr>
            <p:cNvCxnSpPr>
              <a:stCxn id="14" idx="1"/>
              <a:endCxn id="18" idx="3"/>
            </p:cNvCxnSpPr>
            <p:nvPr/>
          </p:nvCxnSpPr>
          <p:spPr>
            <a:xfrm flipH="1" flipV="1">
              <a:off x="7174167" y="4084803"/>
              <a:ext cx="757615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ctor: Elbow 31">
              <a:extLst>
                <a:ext uri="{FF2B5EF4-FFF2-40B4-BE49-F238E27FC236}">
                  <a16:creationId xmlns:a16="http://schemas.microsoft.com/office/drawing/2014/main" id="{C5ECC1A9-C513-DE38-0E10-59C8C4771980}"/>
                </a:ext>
              </a:extLst>
            </p:cNvPr>
            <p:cNvCxnSpPr>
              <a:stCxn id="18" idx="0"/>
            </p:cNvCxnSpPr>
            <p:nvPr/>
          </p:nvCxnSpPr>
          <p:spPr>
            <a:xfrm rot="5400000" flipH="1" flipV="1">
              <a:off x="7015802" y="1813420"/>
              <a:ext cx="622083" cy="3612907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C2AED9E7-74C2-4C14-D039-65D401A8F68D}"/>
                </a:ext>
              </a:extLst>
            </p:cNvPr>
            <p:cNvCxnSpPr>
              <a:stCxn id="14" idx="2"/>
            </p:cNvCxnSpPr>
            <p:nvPr/>
          </p:nvCxnSpPr>
          <p:spPr>
            <a:xfrm>
              <a:off x="9112882" y="4507889"/>
              <a:ext cx="0" cy="47051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C604F6E1-620C-F59C-1517-B150B1E84E58}"/>
                </a:ext>
              </a:extLst>
            </p:cNvPr>
            <p:cNvSpPr txBox="1"/>
            <p:nvPr/>
          </p:nvSpPr>
          <p:spPr>
            <a:xfrm>
              <a:off x="9096583" y="4453377"/>
              <a:ext cx="8178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dirty="0">
                  <a:latin typeface="Consolas" panose="020B0609020204030204" pitchFamily="49" charset="0"/>
                </a:rPr>
                <a:t>False</a:t>
              </a:r>
              <a:endParaRPr lang="en-AU" dirty="0">
                <a:latin typeface="Consolas" panose="020B0609020204030204" pitchFamily="49" charset="0"/>
              </a:endParaRP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2D55C768-000D-E556-CD91-563D8EF8112F}"/>
                </a:ext>
              </a:extLst>
            </p:cNvPr>
            <p:cNvCxnSpPr>
              <a:cxnSpLocks/>
              <a:endCxn id="10" idx="0"/>
            </p:cNvCxnSpPr>
            <p:nvPr/>
          </p:nvCxnSpPr>
          <p:spPr>
            <a:xfrm>
              <a:off x="9112883" y="2283768"/>
              <a:ext cx="0" cy="3644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93D41F81-D2BB-FC66-4F87-031CBCB0727D}"/>
              </a:ext>
            </a:extLst>
          </p:cNvPr>
          <p:cNvSpPr txBox="1"/>
          <p:nvPr/>
        </p:nvSpPr>
        <p:spPr>
          <a:xfrm>
            <a:off x="367716" y="1905946"/>
            <a:ext cx="3628487" cy="258532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dirty="0"/>
              <a:t>When a while loop is run, Python first checks the condition: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i="1" dirty="0"/>
              <a:t>condition</a:t>
            </a:r>
            <a:r>
              <a:rPr lang="en-AU" dirty="0"/>
              <a:t> is </a:t>
            </a:r>
            <a:r>
              <a:rPr lang="en-AU" b="1" dirty="0">
                <a:latin typeface="Consolas" panose="020B0609020204030204" pitchFamily="49" charset="0"/>
              </a:rPr>
              <a:t>True</a:t>
            </a:r>
            <a:br>
              <a:rPr lang="en-AU" b="1" dirty="0">
                <a:latin typeface="Consolas" panose="020B0609020204030204" pitchFamily="49" charset="0"/>
              </a:rPr>
            </a:br>
            <a:r>
              <a:rPr lang="en-AU" dirty="0"/>
              <a:t>Run the body, and then afterwards check the condition again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i="1" dirty="0"/>
              <a:t>condition</a:t>
            </a:r>
            <a:r>
              <a:rPr lang="en-AU" dirty="0"/>
              <a:t> is </a:t>
            </a:r>
            <a:r>
              <a:rPr lang="en-AU" b="1" dirty="0">
                <a:latin typeface="Consolas" panose="020B0609020204030204" pitchFamily="49" charset="0"/>
              </a:rPr>
              <a:t>False</a:t>
            </a:r>
            <a:br>
              <a:rPr lang="en-AU" b="1" dirty="0">
                <a:latin typeface="Consolas" panose="020B0609020204030204" pitchFamily="49" charset="0"/>
              </a:rPr>
            </a:br>
            <a:r>
              <a:rPr lang="en-AU" dirty="0"/>
              <a:t>Jump out of the while-loop and run the statement after it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5CBE02D-89B2-6D60-189D-FC0E58776964}"/>
              </a:ext>
            </a:extLst>
          </p:cNvPr>
          <p:cNvSpPr txBox="1"/>
          <p:nvPr/>
        </p:nvSpPr>
        <p:spPr>
          <a:xfrm>
            <a:off x="4360270" y="5123581"/>
            <a:ext cx="1919956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How many </a:t>
            </a:r>
            <a:r>
              <a:rPr lang="en-CA" b="1" dirty="0"/>
              <a:t>execution paths </a:t>
            </a:r>
            <a:r>
              <a:rPr lang="en-CA" dirty="0"/>
              <a:t>are there through this code?</a:t>
            </a:r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2F50EB-4B29-7D07-113A-F35AB7BF8168}"/>
              </a:ext>
            </a:extLst>
          </p:cNvPr>
          <p:cNvSpPr txBox="1"/>
          <p:nvPr/>
        </p:nvSpPr>
        <p:spPr>
          <a:xfrm>
            <a:off x="6588760" y="5097525"/>
            <a:ext cx="134363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6000" dirty="0">
                <a:solidFill>
                  <a:srgbClr val="FF0000"/>
                </a:solidFill>
              </a:rPr>
              <a:t>???</a:t>
            </a:r>
            <a:endParaRPr lang="en-AU" sz="60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1CEBCAF4-AB7E-FD1E-1C62-6D646947D977}"/>
                  </a:ext>
                </a:extLst>
              </p14:cNvPr>
              <p14:cNvContentPartPr/>
              <p14:nvPr/>
            </p14:nvContentPartPr>
            <p14:xfrm>
              <a:off x="6089400" y="2793600"/>
              <a:ext cx="4198320" cy="36583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1CEBCAF4-AB7E-FD1E-1C62-6D646947D97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080040" y="2784240"/>
                <a:ext cx="4217040" cy="3677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939122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62FA1-AA45-C003-61F4-74C62026D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30866-B19A-8975-282C-C020F92EF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While-loops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ED818F-A6C0-2148-B6B8-C2F6484BE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15</a:t>
            </a:fld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F0FB7-6F69-26DB-9376-44D5801B7F32}"/>
              </a:ext>
            </a:extLst>
          </p:cNvPr>
          <p:cNvSpPr txBox="1"/>
          <p:nvPr/>
        </p:nvSpPr>
        <p:spPr>
          <a:xfrm>
            <a:off x="3856550" y="744812"/>
            <a:ext cx="708559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latin typeface="Consolas" panose="020B0609020204030204" pitchFamily="49" charset="0"/>
              </a:rPr>
              <a:t>pwd</a:t>
            </a:r>
            <a:r>
              <a:rPr lang="en-US" sz="2800" dirty="0">
                <a:latin typeface="Consolas" panose="020B0609020204030204" pitchFamily="49" charset="0"/>
              </a:rPr>
              <a:t> = ''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while </a:t>
            </a:r>
            <a:r>
              <a:rPr lang="en-US" sz="2800" dirty="0" err="1">
                <a:latin typeface="Consolas" panose="020B0609020204030204" pitchFamily="49" charset="0"/>
              </a:rPr>
              <a:t>pwd</a:t>
            </a:r>
            <a:r>
              <a:rPr lang="en-US" sz="2800" dirty="0">
                <a:latin typeface="Consolas" panose="020B0609020204030204" pitchFamily="49" charset="0"/>
              </a:rPr>
              <a:t> != 'swordfish':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</a:t>
            </a:r>
            <a:r>
              <a:rPr lang="en-US" sz="2800" dirty="0" err="1">
                <a:latin typeface="Consolas" panose="020B0609020204030204" pitchFamily="49" charset="0"/>
              </a:rPr>
              <a:t>pwd</a:t>
            </a:r>
            <a:r>
              <a:rPr lang="en-US" sz="2800" dirty="0">
                <a:latin typeface="Consolas" panose="020B0609020204030204" pitchFamily="49" charset="0"/>
              </a:rPr>
              <a:t> = input('Enter password: ')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783193EB-83BB-1021-7F29-AD633BBE0485}"/>
              </a:ext>
            </a:extLst>
          </p:cNvPr>
          <p:cNvGrpSpPr/>
          <p:nvPr/>
        </p:nvGrpSpPr>
        <p:grpSpPr>
          <a:xfrm>
            <a:off x="4668782" y="2899460"/>
            <a:ext cx="6427369" cy="2694632"/>
            <a:chOff x="3866613" y="2283768"/>
            <a:chExt cx="6427369" cy="2694632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57525CD-8551-4515-53AF-9595708A273A}"/>
                </a:ext>
              </a:extLst>
            </p:cNvPr>
            <p:cNvSpPr txBox="1"/>
            <p:nvPr/>
          </p:nvSpPr>
          <p:spPr>
            <a:xfrm>
              <a:off x="8258551" y="2648168"/>
              <a:ext cx="1708663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err="1">
                  <a:latin typeface="Consolas" panose="020B0609020204030204" pitchFamily="49" charset="0"/>
                </a:rPr>
                <a:t>pwd</a:t>
              </a:r>
              <a:r>
                <a:rPr lang="en-US" sz="1400" dirty="0">
                  <a:latin typeface="Consolas" panose="020B0609020204030204" pitchFamily="49" charset="0"/>
                </a:rPr>
                <a:t> = ''</a:t>
              </a:r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154341CB-FE14-A75D-1C52-3F6F7F27F988}"/>
                </a:ext>
              </a:extLst>
            </p:cNvPr>
            <p:cNvGrpSpPr/>
            <p:nvPr/>
          </p:nvGrpSpPr>
          <p:grpSpPr>
            <a:xfrm>
              <a:off x="7931782" y="3661718"/>
              <a:ext cx="2362200" cy="846171"/>
              <a:chOff x="7831667" y="4207932"/>
              <a:chExt cx="2362200" cy="846171"/>
            </a:xfrm>
          </p:grpSpPr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8D56206-86AA-9090-3DE0-EB93580C1136}"/>
                  </a:ext>
                </a:extLst>
              </p:cNvPr>
              <p:cNvSpPr txBox="1"/>
              <p:nvPr/>
            </p:nvSpPr>
            <p:spPr>
              <a:xfrm>
                <a:off x="8046374" y="4449873"/>
                <a:ext cx="197361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 err="1">
                    <a:latin typeface="Consolas" panose="020B0609020204030204" pitchFamily="49" charset="0"/>
                  </a:rPr>
                  <a:t>pwd</a:t>
                </a:r>
                <a:r>
                  <a:rPr lang="en-US" sz="1400" dirty="0">
                    <a:latin typeface="Consolas" panose="020B0609020204030204" pitchFamily="49" charset="0"/>
                  </a:rPr>
                  <a:t> != 'swordfish'</a:t>
                </a:r>
              </a:p>
            </p:txBody>
          </p:sp>
          <p:sp>
            <p:nvSpPr>
              <p:cNvPr id="14" name="Flowchart: Decision 13">
                <a:extLst>
                  <a:ext uri="{FF2B5EF4-FFF2-40B4-BE49-F238E27FC236}">
                    <a16:creationId xmlns:a16="http://schemas.microsoft.com/office/drawing/2014/main" id="{2FD3F4FF-76D2-493D-1864-34FE3E90A0EB}"/>
                  </a:ext>
                </a:extLst>
              </p:cNvPr>
              <p:cNvSpPr/>
              <p:nvPr/>
            </p:nvSpPr>
            <p:spPr>
              <a:xfrm>
                <a:off x="7831667" y="4207932"/>
                <a:ext cx="2362200" cy="846171"/>
              </a:xfrm>
              <a:prstGeom prst="flowChartDecision">
                <a:avLst/>
              </a:prstGeom>
              <a:noFill/>
              <a:ln w="31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</p:grp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290FA1D-0FCF-7F30-3053-9A2FE7854EDD}"/>
                </a:ext>
              </a:extLst>
            </p:cNvPr>
            <p:cNvSpPr txBox="1"/>
            <p:nvPr/>
          </p:nvSpPr>
          <p:spPr>
            <a:xfrm>
              <a:off x="3866613" y="3930914"/>
              <a:ext cx="3307554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err="1">
                  <a:latin typeface="Consolas" panose="020B0609020204030204" pitchFamily="49" charset="0"/>
                </a:rPr>
                <a:t>pwd</a:t>
              </a:r>
              <a:r>
                <a:rPr lang="en-US" sz="1400" dirty="0">
                  <a:latin typeface="Consolas" panose="020B0609020204030204" pitchFamily="49" charset="0"/>
                </a:rPr>
                <a:t> = input('Enter password: ')</a:t>
              </a: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D07BF331-BB63-44F1-A47E-13B216FC7074}"/>
                </a:ext>
              </a:extLst>
            </p:cNvPr>
            <p:cNvCxnSpPr>
              <a:stCxn id="10" idx="2"/>
              <a:endCxn id="14" idx="0"/>
            </p:cNvCxnSpPr>
            <p:nvPr/>
          </p:nvCxnSpPr>
          <p:spPr>
            <a:xfrm flipH="1">
              <a:off x="9112882" y="2955945"/>
              <a:ext cx="1" cy="70577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4DF704C-15BD-6526-194B-2C5321F2141B}"/>
                </a:ext>
              </a:extLst>
            </p:cNvPr>
            <p:cNvSpPr txBox="1"/>
            <p:nvPr/>
          </p:nvSpPr>
          <p:spPr>
            <a:xfrm>
              <a:off x="7455274" y="3746248"/>
              <a:ext cx="6912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dirty="0">
                  <a:latin typeface="Consolas" panose="020B0609020204030204" pitchFamily="49" charset="0"/>
                </a:rPr>
                <a:t>True</a:t>
              </a:r>
              <a:endParaRPr lang="en-AU" dirty="0">
                <a:latin typeface="Consolas" panose="020B0609020204030204" pitchFamily="49" charset="0"/>
              </a:endParaRP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33627F93-9723-0E87-79B5-F762128EB25F}"/>
                </a:ext>
              </a:extLst>
            </p:cNvPr>
            <p:cNvCxnSpPr>
              <a:stCxn id="14" idx="1"/>
              <a:endCxn id="18" idx="3"/>
            </p:cNvCxnSpPr>
            <p:nvPr/>
          </p:nvCxnSpPr>
          <p:spPr>
            <a:xfrm flipH="1" flipV="1">
              <a:off x="7174167" y="4084803"/>
              <a:ext cx="757615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ctor: Elbow 31">
              <a:extLst>
                <a:ext uri="{FF2B5EF4-FFF2-40B4-BE49-F238E27FC236}">
                  <a16:creationId xmlns:a16="http://schemas.microsoft.com/office/drawing/2014/main" id="{6ED0D015-BE0F-30D1-A4D6-BCB878199CE5}"/>
                </a:ext>
              </a:extLst>
            </p:cNvPr>
            <p:cNvCxnSpPr>
              <a:stCxn id="18" idx="0"/>
            </p:cNvCxnSpPr>
            <p:nvPr/>
          </p:nvCxnSpPr>
          <p:spPr>
            <a:xfrm rot="5400000" flipH="1" flipV="1">
              <a:off x="7015802" y="1813420"/>
              <a:ext cx="622083" cy="3612907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8086CAF0-5E34-662C-D409-5AD6CB1A19CF}"/>
                </a:ext>
              </a:extLst>
            </p:cNvPr>
            <p:cNvCxnSpPr>
              <a:stCxn id="14" idx="2"/>
            </p:cNvCxnSpPr>
            <p:nvPr/>
          </p:nvCxnSpPr>
          <p:spPr>
            <a:xfrm>
              <a:off x="9112882" y="4507889"/>
              <a:ext cx="0" cy="47051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6172BC2-BB37-D83F-9F92-B23B40B14BE9}"/>
                </a:ext>
              </a:extLst>
            </p:cNvPr>
            <p:cNvSpPr txBox="1"/>
            <p:nvPr/>
          </p:nvSpPr>
          <p:spPr>
            <a:xfrm>
              <a:off x="9096583" y="4453377"/>
              <a:ext cx="8178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dirty="0">
                  <a:latin typeface="Consolas" panose="020B0609020204030204" pitchFamily="49" charset="0"/>
                </a:rPr>
                <a:t>False</a:t>
              </a:r>
              <a:endParaRPr lang="en-AU" dirty="0">
                <a:latin typeface="Consolas" panose="020B0609020204030204" pitchFamily="49" charset="0"/>
              </a:endParaRP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43BE2C20-4DBB-A5D4-6551-FB6551DA46FD}"/>
                </a:ext>
              </a:extLst>
            </p:cNvPr>
            <p:cNvCxnSpPr>
              <a:cxnSpLocks/>
              <a:endCxn id="10" idx="0"/>
            </p:cNvCxnSpPr>
            <p:nvPr/>
          </p:nvCxnSpPr>
          <p:spPr>
            <a:xfrm>
              <a:off x="9112883" y="2283768"/>
              <a:ext cx="0" cy="3644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00A481A0-1F18-72FE-4474-21FB4F0527A7}"/>
              </a:ext>
            </a:extLst>
          </p:cNvPr>
          <p:cNvSpPr txBox="1"/>
          <p:nvPr/>
        </p:nvSpPr>
        <p:spPr>
          <a:xfrm>
            <a:off x="367716" y="1905946"/>
            <a:ext cx="3628487" cy="258532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dirty="0"/>
              <a:t>When a while loop is run, Python first checks the condition: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i="1" dirty="0"/>
              <a:t>condition</a:t>
            </a:r>
            <a:r>
              <a:rPr lang="en-AU" dirty="0"/>
              <a:t> is </a:t>
            </a:r>
            <a:r>
              <a:rPr lang="en-AU" b="1" dirty="0">
                <a:latin typeface="Consolas" panose="020B0609020204030204" pitchFamily="49" charset="0"/>
              </a:rPr>
              <a:t>True</a:t>
            </a:r>
            <a:br>
              <a:rPr lang="en-AU" b="1" dirty="0">
                <a:latin typeface="Consolas" panose="020B0609020204030204" pitchFamily="49" charset="0"/>
              </a:rPr>
            </a:br>
            <a:r>
              <a:rPr lang="en-AU" dirty="0"/>
              <a:t>Run the body, and then afterwards check the condition again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i="1" dirty="0"/>
              <a:t>condition</a:t>
            </a:r>
            <a:r>
              <a:rPr lang="en-AU" dirty="0"/>
              <a:t> is </a:t>
            </a:r>
            <a:r>
              <a:rPr lang="en-AU" b="1" dirty="0">
                <a:latin typeface="Consolas" panose="020B0609020204030204" pitchFamily="49" charset="0"/>
              </a:rPr>
              <a:t>False</a:t>
            </a:r>
            <a:br>
              <a:rPr lang="en-AU" b="1" dirty="0">
                <a:latin typeface="Consolas" panose="020B0609020204030204" pitchFamily="49" charset="0"/>
              </a:rPr>
            </a:br>
            <a:r>
              <a:rPr lang="en-AU" dirty="0"/>
              <a:t>Jump out of the while-loop and run the statement after it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E5F195D-C0D9-9121-D3CD-6B0F9FBBA55E}"/>
              </a:ext>
            </a:extLst>
          </p:cNvPr>
          <p:cNvSpPr txBox="1"/>
          <p:nvPr/>
        </p:nvSpPr>
        <p:spPr>
          <a:xfrm>
            <a:off x="4360270" y="5123581"/>
            <a:ext cx="1919956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How many </a:t>
            </a:r>
            <a:r>
              <a:rPr lang="en-CA" b="1" dirty="0"/>
              <a:t>execution paths </a:t>
            </a:r>
            <a:r>
              <a:rPr lang="en-CA" dirty="0"/>
              <a:t>are there through this code?</a:t>
            </a:r>
            <a:endParaRPr lang="en-A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964995-FA3F-4CC9-2025-4F8EBA1D0E09}"/>
              </a:ext>
            </a:extLst>
          </p:cNvPr>
          <p:cNvSpPr txBox="1"/>
          <p:nvPr/>
        </p:nvSpPr>
        <p:spPr>
          <a:xfrm>
            <a:off x="6756733" y="5123580"/>
            <a:ext cx="2191923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Arbitrarily many!</a:t>
            </a:r>
            <a:br>
              <a:rPr lang="en-CA" dirty="0"/>
            </a:br>
            <a:r>
              <a:rPr lang="en-CA" dirty="0"/>
              <a:t>You can go “around the loop” any number of times.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175603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894E7-16C9-4217-3852-C34FE70D7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DDE9B-B454-10FC-7770-4800EF91E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235B2-9A0E-0C00-CEDF-9620432E04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See the password checking example in the notes folder …</a:t>
            </a:r>
          </a:p>
          <a:p>
            <a:r>
              <a:rPr lang="en-US" dirty="0"/>
              <a:t>See the curtain raising example in the notes folder 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4B3CB-5924-D586-541A-1E6CAFF04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16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813026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B5288-E942-6CB0-4D7D-F80E66DED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E5691-27FD-0627-CD99-D8BAB2BF3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While-loops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118305-FF70-E4F3-DAED-760DAF204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17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56AC98-2EFB-4B0D-D76A-50C6803E8738}"/>
              </a:ext>
            </a:extLst>
          </p:cNvPr>
          <p:cNvSpPr txBox="1"/>
          <p:nvPr/>
        </p:nvSpPr>
        <p:spPr>
          <a:xfrm>
            <a:off x="4349610" y="1683314"/>
            <a:ext cx="2460862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A ranged for-loop can be converted to a while-loop …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ECC2D1-B6FE-6E24-50E2-A4379A6187AF}"/>
              </a:ext>
            </a:extLst>
          </p:cNvPr>
          <p:cNvSpPr txBox="1"/>
          <p:nvPr/>
        </p:nvSpPr>
        <p:spPr>
          <a:xfrm>
            <a:off x="465665" y="3429000"/>
            <a:ext cx="412805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onsolas" panose="020B0609020204030204" pitchFamily="49" charset="0"/>
              </a:rPr>
              <a:t>for i in range(100):</a:t>
            </a:r>
            <a:br>
              <a:rPr lang="en-US" sz="2800" dirty="0">
                <a:latin typeface="Consolas" panose="020B0609020204030204" pitchFamily="49" charset="0"/>
              </a:rPr>
            </a:br>
            <a:r>
              <a:rPr lang="en-US" sz="2800" dirty="0">
                <a:latin typeface="Consolas" panose="020B0609020204030204" pitchFamily="49" charset="0"/>
              </a:rPr>
              <a:t>    print(i + 1)</a:t>
            </a:r>
          </a:p>
        </p:txBody>
      </p:sp>
      <p:sp>
        <p:nvSpPr>
          <p:cNvPr id="13" name="Arrow: Left-Right 12">
            <a:extLst>
              <a:ext uri="{FF2B5EF4-FFF2-40B4-BE49-F238E27FC236}">
                <a16:creationId xmlns:a16="http://schemas.microsoft.com/office/drawing/2014/main" id="{F401F5E1-5B64-55B1-504D-FE6D710C86F7}"/>
              </a:ext>
            </a:extLst>
          </p:cNvPr>
          <p:cNvSpPr/>
          <p:nvPr/>
        </p:nvSpPr>
        <p:spPr>
          <a:xfrm>
            <a:off x="4859866" y="3815840"/>
            <a:ext cx="1236134" cy="567267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75307A-41A1-7041-17FD-0972CEC30F7A}"/>
              </a:ext>
            </a:extLst>
          </p:cNvPr>
          <p:cNvSpPr txBox="1"/>
          <p:nvPr/>
        </p:nvSpPr>
        <p:spPr>
          <a:xfrm>
            <a:off x="7045960" y="3429000"/>
            <a:ext cx="134363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6000" dirty="0">
                <a:solidFill>
                  <a:srgbClr val="FF0000"/>
                </a:solidFill>
              </a:rPr>
              <a:t>???</a:t>
            </a:r>
            <a:endParaRPr lang="en-AU" sz="6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56133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6655E-503C-2854-7B20-0EDB6BC97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2EE30-8EBF-34DC-6570-BD77E6861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While-loops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757852-F53C-3C0B-DBB0-447B0D87A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18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B95C4A-02C5-19C5-F31E-EDD3D778DC0F}"/>
              </a:ext>
            </a:extLst>
          </p:cNvPr>
          <p:cNvSpPr txBox="1"/>
          <p:nvPr/>
        </p:nvSpPr>
        <p:spPr>
          <a:xfrm>
            <a:off x="4349610" y="1683314"/>
            <a:ext cx="2460862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A ranged for-loop can be converted to a while-loop …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76D040-3024-4C21-5F0A-D74CF510949D}"/>
              </a:ext>
            </a:extLst>
          </p:cNvPr>
          <p:cNvSpPr txBox="1"/>
          <p:nvPr/>
        </p:nvSpPr>
        <p:spPr>
          <a:xfrm>
            <a:off x="465665" y="3429000"/>
            <a:ext cx="412805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onsolas" panose="020B0609020204030204" pitchFamily="49" charset="0"/>
              </a:rPr>
              <a:t>for i in range(100):</a:t>
            </a:r>
            <a:br>
              <a:rPr lang="en-US" sz="2800" dirty="0">
                <a:latin typeface="Consolas" panose="020B0609020204030204" pitchFamily="49" charset="0"/>
              </a:rPr>
            </a:br>
            <a:r>
              <a:rPr lang="en-US" sz="2800" dirty="0">
                <a:latin typeface="Consolas" panose="020B0609020204030204" pitchFamily="49" charset="0"/>
              </a:rPr>
              <a:t>    print(i + 1)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69C2FD-07FA-11BB-0D07-6D3889CC0590}"/>
              </a:ext>
            </a:extLst>
          </p:cNvPr>
          <p:cNvSpPr txBox="1"/>
          <p:nvPr/>
        </p:nvSpPr>
        <p:spPr>
          <a:xfrm>
            <a:off x="6654799" y="3429000"/>
            <a:ext cx="3339376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onsolas" panose="020B0609020204030204" pitchFamily="49" charset="0"/>
              </a:rPr>
              <a:t>i = 0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while i &lt; 100:</a:t>
            </a:r>
            <a:br>
              <a:rPr lang="en-US" sz="2800" dirty="0">
                <a:latin typeface="Consolas" panose="020B0609020204030204" pitchFamily="49" charset="0"/>
              </a:rPr>
            </a:br>
            <a:r>
              <a:rPr lang="en-US" sz="2800" dirty="0">
                <a:latin typeface="Consolas" panose="020B0609020204030204" pitchFamily="49" charset="0"/>
              </a:rPr>
              <a:t>    print(i + 1)</a:t>
            </a:r>
            <a:br>
              <a:rPr lang="en-US" sz="2800" dirty="0">
                <a:latin typeface="Consolas" panose="020B0609020204030204" pitchFamily="49" charset="0"/>
              </a:rPr>
            </a:br>
            <a:r>
              <a:rPr lang="en-US" sz="2800" dirty="0">
                <a:latin typeface="Consolas" panose="020B0609020204030204" pitchFamily="49" charset="0"/>
              </a:rPr>
              <a:t>    i += 1</a:t>
            </a:r>
          </a:p>
        </p:txBody>
      </p:sp>
      <p:sp>
        <p:nvSpPr>
          <p:cNvPr id="13" name="Arrow: Left-Right 12">
            <a:extLst>
              <a:ext uri="{FF2B5EF4-FFF2-40B4-BE49-F238E27FC236}">
                <a16:creationId xmlns:a16="http://schemas.microsoft.com/office/drawing/2014/main" id="{DDFC69DD-0D35-EB8D-3BD9-2D73C3A49DDB}"/>
              </a:ext>
            </a:extLst>
          </p:cNvPr>
          <p:cNvSpPr/>
          <p:nvPr/>
        </p:nvSpPr>
        <p:spPr>
          <a:xfrm>
            <a:off x="4859866" y="3815840"/>
            <a:ext cx="1236134" cy="567267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68763CC-999F-ED77-23DB-C60EF85B3CE2}"/>
                  </a:ext>
                </a:extLst>
              </p14:cNvPr>
              <p14:cNvContentPartPr/>
              <p14:nvPr/>
            </p14:nvContentPartPr>
            <p14:xfrm>
              <a:off x="6737400" y="3416400"/>
              <a:ext cx="3569400" cy="18990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68763CC-999F-ED77-23DB-C60EF85B3CE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728040" y="3407040"/>
                <a:ext cx="3588120" cy="1917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197661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043CE-EB5D-520E-2696-902F64259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F9CE5-01D1-2AEA-8E62-FC8C99333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While-loops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F40894-0F80-6C09-F86C-43683B184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19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CCA122-E15F-FFD1-70C1-18BBB16FB885}"/>
              </a:ext>
            </a:extLst>
          </p:cNvPr>
          <p:cNvSpPr txBox="1"/>
          <p:nvPr/>
        </p:nvSpPr>
        <p:spPr>
          <a:xfrm>
            <a:off x="4349610" y="1683314"/>
            <a:ext cx="2460862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A ranged for-loop can be converted to a while-loop …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05EE39-7115-2017-43D7-59CBAE917EA5}"/>
              </a:ext>
            </a:extLst>
          </p:cNvPr>
          <p:cNvSpPr txBox="1"/>
          <p:nvPr/>
        </p:nvSpPr>
        <p:spPr>
          <a:xfrm>
            <a:off x="465665" y="3429000"/>
            <a:ext cx="412805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onsolas" panose="020B0609020204030204" pitchFamily="49" charset="0"/>
              </a:rPr>
              <a:t>for i in range(100):</a:t>
            </a:r>
            <a:br>
              <a:rPr lang="en-US" sz="2800" dirty="0">
                <a:latin typeface="Consolas" panose="020B0609020204030204" pitchFamily="49" charset="0"/>
              </a:rPr>
            </a:br>
            <a:r>
              <a:rPr lang="en-US" sz="2800" dirty="0">
                <a:latin typeface="Consolas" panose="020B0609020204030204" pitchFamily="49" charset="0"/>
              </a:rPr>
              <a:t>    print(i + 1)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0E6646-D316-AE62-4AC7-D1062C0B9553}"/>
              </a:ext>
            </a:extLst>
          </p:cNvPr>
          <p:cNvSpPr txBox="1"/>
          <p:nvPr/>
        </p:nvSpPr>
        <p:spPr>
          <a:xfrm>
            <a:off x="6654799" y="3429000"/>
            <a:ext cx="3339376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onsolas" panose="020B0609020204030204" pitchFamily="49" charset="0"/>
              </a:rPr>
              <a:t>i = 0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while i &lt; 100:</a:t>
            </a:r>
            <a:br>
              <a:rPr lang="en-US" sz="2800" dirty="0">
                <a:latin typeface="Consolas" panose="020B0609020204030204" pitchFamily="49" charset="0"/>
              </a:rPr>
            </a:br>
            <a:r>
              <a:rPr lang="en-US" sz="2800" dirty="0">
                <a:latin typeface="Consolas" panose="020B0609020204030204" pitchFamily="49" charset="0"/>
              </a:rPr>
              <a:t>    print(i + 1)</a:t>
            </a:r>
            <a:br>
              <a:rPr lang="en-US" sz="2800" dirty="0">
                <a:latin typeface="Consolas" panose="020B0609020204030204" pitchFamily="49" charset="0"/>
              </a:rPr>
            </a:br>
            <a:r>
              <a:rPr lang="en-US" sz="2800" dirty="0">
                <a:latin typeface="Consolas" panose="020B0609020204030204" pitchFamily="49" charset="0"/>
              </a:rPr>
              <a:t>    i += 1</a:t>
            </a:r>
          </a:p>
        </p:txBody>
      </p:sp>
      <p:sp>
        <p:nvSpPr>
          <p:cNvPr id="13" name="Arrow: Left-Right 12">
            <a:extLst>
              <a:ext uri="{FF2B5EF4-FFF2-40B4-BE49-F238E27FC236}">
                <a16:creationId xmlns:a16="http://schemas.microsoft.com/office/drawing/2014/main" id="{8C1681E4-C8C8-0046-8A43-DE9752531D02}"/>
              </a:ext>
            </a:extLst>
          </p:cNvPr>
          <p:cNvSpPr/>
          <p:nvPr/>
        </p:nvSpPr>
        <p:spPr>
          <a:xfrm>
            <a:off x="4859866" y="3815840"/>
            <a:ext cx="1236134" cy="567267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863DFC-40D9-3BC5-6BBF-25AC55608504}"/>
              </a:ext>
            </a:extLst>
          </p:cNvPr>
          <p:cNvSpPr txBox="1"/>
          <p:nvPr/>
        </p:nvSpPr>
        <p:spPr>
          <a:xfrm>
            <a:off x="8483600" y="2283478"/>
            <a:ext cx="1890324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Initialization</a:t>
            </a:r>
            <a:r>
              <a:rPr lang="en-CA" dirty="0"/>
              <a:t> of loop variable</a:t>
            </a:r>
            <a:endParaRPr lang="en-A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CE093E-3C1B-D097-27E5-AD656C76CDFE}"/>
              </a:ext>
            </a:extLst>
          </p:cNvPr>
          <p:cNvSpPr txBox="1"/>
          <p:nvPr/>
        </p:nvSpPr>
        <p:spPr>
          <a:xfrm>
            <a:off x="10164932" y="3164015"/>
            <a:ext cx="1890324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Loop condition </a:t>
            </a:r>
            <a:r>
              <a:rPr lang="en-CA" dirty="0"/>
              <a:t>(execute body as long as it’s </a:t>
            </a:r>
            <a:r>
              <a:rPr lang="en-CA" dirty="0">
                <a:latin typeface="Consolas" panose="020B0609020204030204" pitchFamily="49" charset="0"/>
              </a:rPr>
              <a:t>True</a:t>
            </a:r>
            <a:r>
              <a:rPr lang="en-CA" dirty="0"/>
              <a:t>)</a:t>
            </a:r>
            <a:endParaRPr lang="en-A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FE06EA-DB9C-2DB8-AF61-BECBE4D293E2}"/>
              </a:ext>
            </a:extLst>
          </p:cNvPr>
          <p:cNvSpPr txBox="1"/>
          <p:nvPr/>
        </p:nvSpPr>
        <p:spPr>
          <a:xfrm>
            <a:off x="9852942" y="5244882"/>
            <a:ext cx="1500858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Increment</a:t>
            </a:r>
            <a:r>
              <a:rPr lang="en-CA" dirty="0"/>
              <a:t> loop variable</a:t>
            </a:r>
            <a:endParaRPr lang="en-AU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F933FDF-7373-D0C8-6063-409FB4EB1FC9}"/>
              </a:ext>
            </a:extLst>
          </p:cNvPr>
          <p:cNvCxnSpPr>
            <a:stCxn id="6" idx="1"/>
          </p:cNvCxnSpPr>
          <p:nvPr/>
        </p:nvCxnSpPr>
        <p:spPr>
          <a:xfrm flipH="1">
            <a:off x="7442200" y="2606644"/>
            <a:ext cx="1041400" cy="8598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AD912C6-E561-F04F-AC0F-9FA1104E87A1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9135533" y="3625680"/>
            <a:ext cx="1029399" cy="3025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2B38B65-B8F2-E8AC-4C55-FF0458427CD3}"/>
              </a:ext>
            </a:extLst>
          </p:cNvPr>
          <p:cNvCxnSpPr>
            <a:stCxn id="8" idx="1"/>
          </p:cNvCxnSpPr>
          <p:nvPr/>
        </p:nvCxnSpPr>
        <p:spPr>
          <a:xfrm flipH="1" flipV="1">
            <a:off x="8763000" y="5113867"/>
            <a:ext cx="1089942" cy="4541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9B077A0A-01B4-8883-9293-0BF4E14B4CC0}"/>
                  </a:ext>
                </a:extLst>
              </p14:cNvPr>
              <p14:cNvContentPartPr/>
              <p14:nvPr/>
            </p14:nvContentPartPr>
            <p14:xfrm>
              <a:off x="4457520" y="3397320"/>
              <a:ext cx="4820040" cy="18741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9B077A0A-01B4-8883-9293-0BF4E14B4CC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448160" y="3387960"/>
                <a:ext cx="4838760" cy="1892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630974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B8A12-17C2-C52E-F21E-BFF96B87C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C55F7-293F-E81D-0B98-8F3460FE4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While-loops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3ACC4-42F4-0CAD-C9C0-CC817155D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20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30CC66-DFDB-9A37-7F2E-5AABA143149E}"/>
              </a:ext>
            </a:extLst>
          </p:cNvPr>
          <p:cNvSpPr txBox="1"/>
          <p:nvPr/>
        </p:nvSpPr>
        <p:spPr>
          <a:xfrm>
            <a:off x="3766242" y="1683313"/>
            <a:ext cx="2460862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The most general ranged for-loop can be re-written like this …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43B764-4706-0014-BD25-4A3CF8D44015}"/>
              </a:ext>
            </a:extLst>
          </p:cNvPr>
          <p:cNvSpPr txBox="1"/>
          <p:nvPr/>
        </p:nvSpPr>
        <p:spPr>
          <a:xfrm>
            <a:off x="183981" y="3493642"/>
            <a:ext cx="550823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onsolas" panose="020B0609020204030204" pitchFamily="49" charset="0"/>
              </a:rPr>
              <a:t>for i in range(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a</a:t>
            </a:r>
            <a:r>
              <a:rPr lang="en-US" sz="2800" dirty="0">
                <a:latin typeface="Consolas" panose="020B0609020204030204" pitchFamily="49" charset="0"/>
              </a:rPr>
              <a:t>, 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b</a:t>
            </a:r>
            <a:r>
              <a:rPr lang="en-US" sz="2800" dirty="0">
                <a:latin typeface="Consolas" panose="020B0609020204030204" pitchFamily="49" charset="0"/>
              </a:rPr>
              <a:t>, 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step</a:t>
            </a:r>
            <a:r>
              <a:rPr lang="en-US" sz="2800" dirty="0">
                <a:latin typeface="Consolas" panose="020B0609020204030204" pitchFamily="49" charset="0"/>
              </a:rPr>
              <a:t>):</a:t>
            </a:r>
            <a:br>
              <a:rPr lang="en-US" sz="2800" dirty="0">
                <a:latin typeface="Consolas" panose="020B0609020204030204" pitchFamily="49" charset="0"/>
              </a:rPr>
            </a:br>
            <a:r>
              <a:rPr lang="en-US" sz="2800" dirty="0">
                <a:latin typeface="Consolas" panose="020B0609020204030204" pitchFamily="49" charset="0"/>
              </a:rPr>
              <a:t>    print(i + 1)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66E2E20-37CC-C89E-21D9-257CD0B8BBE9}"/>
              </a:ext>
            </a:extLst>
          </p:cNvPr>
          <p:cNvSpPr txBox="1"/>
          <p:nvPr/>
        </p:nvSpPr>
        <p:spPr>
          <a:xfrm>
            <a:off x="6654799" y="3429000"/>
            <a:ext cx="3339376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onsolas" panose="020B0609020204030204" pitchFamily="49" charset="0"/>
              </a:rPr>
              <a:t>i = 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a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while i &lt; 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b</a:t>
            </a:r>
            <a:r>
              <a:rPr lang="en-US" sz="2800" dirty="0">
                <a:latin typeface="Consolas" panose="020B0609020204030204" pitchFamily="49" charset="0"/>
              </a:rPr>
              <a:t>:</a:t>
            </a:r>
            <a:br>
              <a:rPr lang="en-US" sz="2800" dirty="0">
                <a:latin typeface="Consolas" panose="020B0609020204030204" pitchFamily="49" charset="0"/>
              </a:rPr>
            </a:br>
            <a:r>
              <a:rPr lang="en-US" sz="2800" dirty="0">
                <a:latin typeface="Consolas" panose="020B0609020204030204" pitchFamily="49" charset="0"/>
              </a:rPr>
              <a:t>    print(i + 1)</a:t>
            </a:r>
            <a:br>
              <a:rPr lang="en-US" sz="2800" dirty="0">
                <a:latin typeface="Consolas" panose="020B0609020204030204" pitchFamily="49" charset="0"/>
              </a:rPr>
            </a:br>
            <a:r>
              <a:rPr lang="en-US" sz="2800" dirty="0">
                <a:latin typeface="Consolas" panose="020B0609020204030204" pitchFamily="49" charset="0"/>
              </a:rPr>
              <a:t>    i += 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step</a:t>
            </a:r>
          </a:p>
        </p:txBody>
      </p:sp>
      <p:sp>
        <p:nvSpPr>
          <p:cNvPr id="13" name="Arrow: Left-Right 12">
            <a:extLst>
              <a:ext uri="{FF2B5EF4-FFF2-40B4-BE49-F238E27FC236}">
                <a16:creationId xmlns:a16="http://schemas.microsoft.com/office/drawing/2014/main" id="{B8BF20C8-A403-F3E8-7153-87B86874CC4D}"/>
              </a:ext>
            </a:extLst>
          </p:cNvPr>
          <p:cNvSpPr/>
          <p:nvPr/>
        </p:nvSpPr>
        <p:spPr>
          <a:xfrm>
            <a:off x="5295174" y="4164115"/>
            <a:ext cx="1236134" cy="567267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176723-E25B-1AF0-1100-3A22E7E2FF07}"/>
              </a:ext>
            </a:extLst>
          </p:cNvPr>
          <p:cNvSpPr txBox="1"/>
          <p:nvPr/>
        </p:nvSpPr>
        <p:spPr>
          <a:xfrm>
            <a:off x="8483600" y="2283478"/>
            <a:ext cx="1890324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Initialization</a:t>
            </a:r>
            <a:r>
              <a:rPr lang="en-CA" dirty="0"/>
              <a:t> of loop variable</a:t>
            </a:r>
            <a:endParaRPr lang="en-A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3C3AF8-0C78-E852-E10A-FE2A707ABBAA}"/>
              </a:ext>
            </a:extLst>
          </p:cNvPr>
          <p:cNvSpPr txBox="1"/>
          <p:nvPr/>
        </p:nvSpPr>
        <p:spPr>
          <a:xfrm>
            <a:off x="10164932" y="3466527"/>
            <a:ext cx="1890324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Loop condition </a:t>
            </a:r>
            <a:r>
              <a:rPr lang="en-CA" dirty="0"/>
              <a:t>(execute body as long as it’s </a:t>
            </a:r>
            <a:r>
              <a:rPr lang="en-CA" dirty="0">
                <a:latin typeface="Consolas" panose="020B0609020204030204" pitchFamily="49" charset="0"/>
              </a:rPr>
              <a:t>True</a:t>
            </a:r>
            <a:r>
              <a:rPr lang="en-CA" dirty="0"/>
              <a:t>)</a:t>
            </a:r>
            <a:endParaRPr lang="en-A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1A1E2B-8E53-2BD0-3E32-F7D8ACAFC5E4}"/>
              </a:ext>
            </a:extLst>
          </p:cNvPr>
          <p:cNvSpPr txBox="1"/>
          <p:nvPr/>
        </p:nvSpPr>
        <p:spPr>
          <a:xfrm>
            <a:off x="9852942" y="5244882"/>
            <a:ext cx="1500858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Increment</a:t>
            </a:r>
            <a:r>
              <a:rPr lang="en-CA" dirty="0"/>
              <a:t> loop variable</a:t>
            </a:r>
            <a:endParaRPr lang="en-AU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6297BA0-DDF1-9BA8-566E-DB3C3B68F1F4}"/>
              </a:ext>
            </a:extLst>
          </p:cNvPr>
          <p:cNvCxnSpPr>
            <a:stCxn id="6" idx="1"/>
          </p:cNvCxnSpPr>
          <p:nvPr/>
        </p:nvCxnSpPr>
        <p:spPr>
          <a:xfrm flipH="1">
            <a:off x="7442200" y="2606644"/>
            <a:ext cx="1041400" cy="8598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91B0751-D78A-CC11-51FA-2530A93E3869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8923867" y="3928192"/>
            <a:ext cx="1241065" cy="850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312F13B-DF60-E594-4DB7-A7C79E31CEF9}"/>
              </a:ext>
            </a:extLst>
          </p:cNvPr>
          <p:cNvCxnSpPr>
            <a:cxnSpLocks/>
            <a:stCxn id="8" idx="1"/>
          </p:cNvCxnSpPr>
          <p:nvPr/>
        </p:nvCxnSpPr>
        <p:spPr>
          <a:xfrm flipH="1" flipV="1">
            <a:off x="9203267" y="5156200"/>
            <a:ext cx="649675" cy="4118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45F333A8-FECF-434D-F96E-7BFA0B67F77D}"/>
                  </a:ext>
                </a:extLst>
              </p14:cNvPr>
              <p14:cNvContentPartPr/>
              <p14:nvPr/>
            </p14:nvContentPartPr>
            <p14:xfrm>
              <a:off x="3156120" y="3911760"/>
              <a:ext cx="5924880" cy="14036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45F333A8-FECF-434D-F96E-7BFA0B67F77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46760" y="3902400"/>
                <a:ext cx="5943600" cy="1422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377048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0D4DF-E160-5827-98FB-765726F6B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33FE0-D2E1-4A31-7468-9658914FA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While-loops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FBC38D-AC37-1710-8F80-618156F8B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21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9C4982-0F78-BB1A-6EB8-8A3709BBA781}"/>
              </a:ext>
            </a:extLst>
          </p:cNvPr>
          <p:cNvSpPr txBox="1"/>
          <p:nvPr/>
        </p:nvSpPr>
        <p:spPr>
          <a:xfrm>
            <a:off x="821265" y="1558983"/>
            <a:ext cx="3987801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The for-loop is shorter and simpler. </a:t>
            </a:r>
            <a:br>
              <a:rPr lang="en-CA" dirty="0"/>
            </a:br>
            <a:r>
              <a:rPr lang="en-CA" dirty="0"/>
              <a:t>The loop variable is initialized and incremented automatically.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975072-06F0-4E73-01FE-F4434C8378AD}"/>
              </a:ext>
            </a:extLst>
          </p:cNvPr>
          <p:cNvSpPr txBox="1"/>
          <p:nvPr/>
        </p:nvSpPr>
        <p:spPr>
          <a:xfrm>
            <a:off x="268648" y="2611597"/>
            <a:ext cx="550823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onsolas" panose="020B0609020204030204" pitchFamily="49" charset="0"/>
              </a:rPr>
              <a:t>for i in range(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a</a:t>
            </a:r>
            <a:r>
              <a:rPr lang="en-US" sz="2800" dirty="0">
                <a:latin typeface="Consolas" panose="020B0609020204030204" pitchFamily="49" charset="0"/>
              </a:rPr>
              <a:t>, 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b</a:t>
            </a:r>
            <a:r>
              <a:rPr lang="en-US" sz="2800" dirty="0">
                <a:latin typeface="Consolas" panose="020B0609020204030204" pitchFamily="49" charset="0"/>
              </a:rPr>
              <a:t>, 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step</a:t>
            </a:r>
            <a:r>
              <a:rPr lang="en-US" sz="2800" dirty="0">
                <a:latin typeface="Consolas" panose="020B0609020204030204" pitchFamily="49" charset="0"/>
              </a:rPr>
              <a:t>):</a:t>
            </a:r>
            <a:br>
              <a:rPr lang="en-US" sz="2800" dirty="0">
                <a:latin typeface="Consolas" panose="020B0609020204030204" pitchFamily="49" charset="0"/>
              </a:rPr>
            </a:br>
            <a:r>
              <a:rPr lang="en-US" sz="2800" dirty="0">
                <a:latin typeface="Consolas" panose="020B0609020204030204" pitchFamily="49" charset="0"/>
              </a:rPr>
              <a:t>    print(i + 1)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5B6119D-5D69-035A-9B90-D566D1C30ED3}"/>
              </a:ext>
            </a:extLst>
          </p:cNvPr>
          <p:cNvSpPr txBox="1"/>
          <p:nvPr/>
        </p:nvSpPr>
        <p:spPr>
          <a:xfrm>
            <a:off x="6739466" y="2546955"/>
            <a:ext cx="3339376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onsolas" panose="020B0609020204030204" pitchFamily="49" charset="0"/>
              </a:rPr>
              <a:t>i = 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a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while i &lt; 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b</a:t>
            </a:r>
            <a:r>
              <a:rPr lang="en-US" sz="2800" dirty="0">
                <a:latin typeface="Consolas" panose="020B0609020204030204" pitchFamily="49" charset="0"/>
              </a:rPr>
              <a:t>:</a:t>
            </a:r>
            <a:br>
              <a:rPr lang="en-US" sz="2800" dirty="0">
                <a:latin typeface="Consolas" panose="020B0609020204030204" pitchFamily="49" charset="0"/>
              </a:rPr>
            </a:br>
            <a:r>
              <a:rPr lang="en-US" sz="2800" dirty="0">
                <a:latin typeface="Consolas" panose="020B0609020204030204" pitchFamily="49" charset="0"/>
              </a:rPr>
              <a:t>    print(i + 1)</a:t>
            </a:r>
            <a:br>
              <a:rPr lang="en-US" sz="2800" dirty="0">
                <a:latin typeface="Consolas" panose="020B0609020204030204" pitchFamily="49" charset="0"/>
              </a:rPr>
            </a:br>
            <a:r>
              <a:rPr lang="en-US" sz="2800" dirty="0">
                <a:latin typeface="Consolas" panose="020B0609020204030204" pitchFamily="49" charset="0"/>
              </a:rPr>
              <a:t>    i += 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step</a:t>
            </a:r>
          </a:p>
        </p:txBody>
      </p:sp>
      <p:sp>
        <p:nvSpPr>
          <p:cNvPr id="13" name="Arrow: Left-Right 12">
            <a:extLst>
              <a:ext uri="{FF2B5EF4-FFF2-40B4-BE49-F238E27FC236}">
                <a16:creationId xmlns:a16="http://schemas.microsoft.com/office/drawing/2014/main" id="{221215A4-44CF-CE78-A95F-E620638585DC}"/>
              </a:ext>
            </a:extLst>
          </p:cNvPr>
          <p:cNvSpPr/>
          <p:nvPr/>
        </p:nvSpPr>
        <p:spPr>
          <a:xfrm>
            <a:off x="5379841" y="3282070"/>
            <a:ext cx="1236134" cy="567267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85CE64-8C6A-FD18-753E-7DA0B4C18575}"/>
              </a:ext>
            </a:extLst>
          </p:cNvPr>
          <p:cNvSpPr txBox="1"/>
          <p:nvPr/>
        </p:nvSpPr>
        <p:spPr>
          <a:xfrm>
            <a:off x="6415253" y="1529556"/>
            <a:ext cx="4278147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The while-loop is a little more involved. </a:t>
            </a:r>
            <a:br>
              <a:rPr lang="en-CA" dirty="0"/>
            </a:br>
            <a:r>
              <a:rPr lang="en-CA" dirty="0"/>
              <a:t>The loop variable must be initialized and incremented by the programmer.</a:t>
            </a:r>
            <a:endParaRPr lang="en-A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FDC11D-8170-8D79-62C7-35459FFC25C1}"/>
              </a:ext>
            </a:extLst>
          </p:cNvPr>
          <p:cNvSpPr txBox="1"/>
          <p:nvPr/>
        </p:nvSpPr>
        <p:spPr>
          <a:xfrm>
            <a:off x="6739466" y="4482430"/>
            <a:ext cx="3953934" cy="175432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The while loop is more general-purpose than the ranged for-loop.</a:t>
            </a:r>
            <a:br>
              <a:rPr lang="en-CA" b="1" dirty="0"/>
            </a:br>
            <a:r>
              <a:rPr lang="en-CA" dirty="0"/>
              <a:t>You can code any kind of loop with a while-loop, e.g. loops where you don’t know ahead of time how many times they’ll loop.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098459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9077C-5C24-8AA6-FAA2-BF808A667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4F29C-D284-C199-59E6-C9EF1A125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While-loops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C7BC55-34AB-5FB4-4EC1-C11136A0E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22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8955B3-EE17-C5C8-2FB5-D5F474F6A40B}"/>
              </a:ext>
            </a:extLst>
          </p:cNvPr>
          <p:cNvSpPr txBox="1"/>
          <p:nvPr/>
        </p:nvSpPr>
        <p:spPr>
          <a:xfrm>
            <a:off x="821265" y="1558983"/>
            <a:ext cx="3987801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The for-loop is shorter and simpler. </a:t>
            </a:r>
            <a:br>
              <a:rPr lang="en-CA" dirty="0"/>
            </a:br>
            <a:r>
              <a:rPr lang="en-CA" dirty="0"/>
              <a:t>The loop variable is initialized and incremented automatically.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862FE1-CEB5-B22C-194A-58973202A50C}"/>
              </a:ext>
            </a:extLst>
          </p:cNvPr>
          <p:cNvSpPr txBox="1"/>
          <p:nvPr/>
        </p:nvSpPr>
        <p:spPr>
          <a:xfrm>
            <a:off x="268648" y="2611597"/>
            <a:ext cx="550823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onsolas" panose="020B0609020204030204" pitchFamily="49" charset="0"/>
              </a:rPr>
              <a:t>for i in range(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a</a:t>
            </a:r>
            <a:r>
              <a:rPr lang="en-US" sz="2800" dirty="0">
                <a:latin typeface="Consolas" panose="020B0609020204030204" pitchFamily="49" charset="0"/>
              </a:rPr>
              <a:t>, 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b</a:t>
            </a:r>
            <a:r>
              <a:rPr lang="en-US" sz="2800" dirty="0">
                <a:latin typeface="Consolas" panose="020B0609020204030204" pitchFamily="49" charset="0"/>
              </a:rPr>
              <a:t>, 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step</a:t>
            </a:r>
            <a:r>
              <a:rPr lang="en-US" sz="2800" dirty="0">
                <a:latin typeface="Consolas" panose="020B0609020204030204" pitchFamily="49" charset="0"/>
              </a:rPr>
              <a:t>):</a:t>
            </a:r>
            <a:br>
              <a:rPr lang="en-US" sz="2800" dirty="0">
                <a:latin typeface="Consolas" panose="020B0609020204030204" pitchFamily="49" charset="0"/>
              </a:rPr>
            </a:br>
            <a:r>
              <a:rPr lang="en-US" sz="2800" dirty="0">
                <a:latin typeface="Consolas" panose="020B0609020204030204" pitchFamily="49" charset="0"/>
              </a:rPr>
              <a:t>    print(i + 1)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6FA9CA-58D4-E12B-38B5-47219EA052BC}"/>
              </a:ext>
            </a:extLst>
          </p:cNvPr>
          <p:cNvSpPr txBox="1"/>
          <p:nvPr/>
        </p:nvSpPr>
        <p:spPr>
          <a:xfrm>
            <a:off x="6739466" y="2546955"/>
            <a:ext cx="3339376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onsolas" panose="020B0609020204030204" pitchFamily="49" charset="0"/>
              </a:rPr>
              <a:t>i = 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a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while i &lt; 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b</a:t>
            </a:r>
            <a:r>
              <a:rPr lang="en-US" sz="2800" dirty="0">
                <a:latin typeface="Consolas" panose="020B0609020204030204" pitchFamily="49" charset="0"/>
              </a:rPr>
              <a:t>:</a:t>
            </a:r>
            <a:br>
              <a:rPr lang="en-US" sz="2800" dirty="0">
                <a:latin typeface="Consolas" panose="020B0609020204030204" pitchFamily="49" charset="0"/>
              </a:rPr>
            </a:br>
            <a:r>
              <a:rPr lang="en-US" sz="2800" dirty="0">
                <a:latin typeface="Consolas" panose="020B0609020204030204" pitchFamily="49" charset="0"/>
              </a:rPr>
              <a:t>    print(i + 1)</a:t>
            </a:r>
            <a:br>
              <a:rPr lang="en-US" sz="2800" dirty="0">
                <a:latin typeface="Consolas" panose="020B0609020204030204" pitchFamily="49" charset="0"/>
              </a:rPr>
            </a:br>
            <a:r>
              <a:rPr lang="en-US" sz="2800" dirty="0">
                <a:latin typeface="Consolas" panose="020B0609020204030204" pitchFamily="49" charset="0"/>
              </a:rPr>
              <a:t>    i += 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step</a:t>
            </a:r>
          </a:p>
        </p:txBody>
      </p:sp>
      <p:sp>
        <p:nvSpPr>
          <p:cNvPr id="13" name="Arrow: Left-Right 12">
            <a:extLst>
              <a:ext uri="{FF2B5EF4-FFF2-40B4-BE49-F238E27FC236}">
                <a16:creationId xmlns:a16="http://schemas.microsoft.com/office/drawing/2014/main" id="{1E4DF829-68E1-A945-EC2D-6569C87F08CB}"/>
              </a:ext>
            </a:extLst>
          </p:cNvPr>
          <p:cNvSpPr/>
          <p:nvPr/>
        </p:nvSpPr>
        <p:spPr>
          <a:xfrm>
            <a:off x="5379841" y="3282070"/>
            <a:ext cx="1236134" cy="567267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830882-8E30-5400-389E-368B2B8600A3}"/>
              </a:ext>
            </a:extLst>
          </p:cNvPr>
          <p:cNvSpPr txBox="1"/>
          <p:nvPr/>
        </p:nvSpPr>
        <p:spPr>
          <a:xfrm>
            <a:off x="6415253" y="1529556"/>
            <a:ext cx="4278147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The while-loop is a little more involved. </a:t>
            </a:r>
            <a:br>
              <a:rPr lang="en-CA" dirty="0"/>
            </a:br>
            <a:r>
              <a:rPr lang="en-CA" dirty="0"/>
              <a:t>The loop variable must be initialized and incremented by the programmer.</a:t>
            </a:r>
            <a:endParaRPr lang="en-A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F89DA7-1965-A601-F1DC-5B021719E2D8}"/>
              </a:ext>
            </a:extLst>
          </p:cNvPr>
          <p:cNvSpPr txBox="1"/>
          <p:nvPr/>
        </p:nvSpPr>
        <p:spPr>
          <a:xfrm>
            <a:off x="6739466" y="4482430"/>
            <a:ext cx="3953934" cy="175432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The while loop is more general-purpose than the ranged for-loop.</a:t>
            </a:r>
            <a:br>
              <a:rPr lang="en-CA" b="1" dirty="0"/>
            </a:br>
            <a:r>
              <a:rPr lang="en-CA" dirty="0"/>
              <a:t>You can code any kind of loop with a while-loop, e.g. loops where you don’t know ahead of time how many times they’ll loop.</a:t>
            </a:r>
            <a:endParaRPr lang="en-A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8FC3F0-6035-89BB-73A5-6565F497EF82}"/>
              </a:ext>
            </a:extLst>
          </p:cNvPr>
          <p:cNvSpPr txBox="1"/>
          <p:nvPr/>
        </p:nvSpPr>
        <p:spPr>
          <a:xfrm>
            <a:off x="1032933" y="4647745"/>
            <a:ext cx="4053054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Rule of Thumb</a:t>
            </a:r>
            <a:br>
              <a:rPr lang="en-CA" b="1" dirty="0"/>
            </a:br>
            <a:r>
              <a:rPr lang="en-CA" dirty="0"/>
              <a:t>Use ranged for-loops when you know ahead of time how many times the loop runs. Otherwise, use a while-loop.</a:t>
            </a:r>
            <a:endParaRPr lang="en-AU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8109C8B-DE1F-89EA-6C2D-AA5D810DD330}"/>
                  </a:ext>
                </a:extLst>
              </p14:cNvPr>
              <p14:cNvContentPartPr/>
              <p14:nvPr/>
            </p14:nvContentPartPr>
            <p14:xfrm>
              <a:off x="755640" y="3625200"/>
              <a:ext cx="3372120" cy="1094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8109C8B-DE1F-89EA-6C2D-AA5D810DD33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46280" y="3615840"/>
                <a:ext cx="3390840" cy="128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450051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826CD7-17BB-BD15-AE6D-3B63EF2C0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F9105-090C-36D7-AA6F-B7B30F3FB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8135C-35F7-CC56-A4E4-BD367B7AFE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See the spiral example in the notes folder 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22B4B7-EF19-B1EC-27C6-729265088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23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387472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4626A-2476-32DB-4D3B-BD0A0DD38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880E8-C565-2136-3375-BA9E38CFA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Looping Over</a:t>
            </a:r>
            <a:br>
              <a:rPr lang="en-CA" dirty="0"/>
            </a:br>
            <a:r>
              <a:rPr lang="en-CA" dirty="0"/>
              <a:t>Strings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7BB909-5068-029B-A2DF-80570FD90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24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CB7CE7-E9D3-4A00-A213-D9FEB1575027}"/>
              </a:ext>
            </a:extLst>
          </p:cNvPr>
          <p:cNvSpPr txBox="1"/>
          <p:nvPr/>
        </p:nvSpPr>
        <p:spPr>
          <a:xfrm>
            <a:off x="1027405" y="1647662"/>
            <a:ext cx="3037601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Python lets you loop over the characters of a string …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C57887-74B0-44D8-AA29-B33C4C7D50D7}"/>
              </a:ext>
            </a:extLst>
          </p:cNvPr>
          <p:cNvSpPr txBox="1"/>
          <p:nvPr/>
        </p:nvSpPr>
        <p:spPr>
          <a:xfrm>
            <a:off x="692315" y="2474893"/>
            <a:ext cx="471956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latin typeface="Consolas" panose="020B0609020204030204" pitchFamily="49" charset="0"/>
              </a:rPr>
              <a:t>for letter in 'hello!':</a:t>
            </a:r>
          </a:p>
          <a:p>
            <a:r>
              <a:rPr lang="en-CA" sz="2800" dirty="0">
                <a:latin typeface="Consolas" panose="020B0609020204030204" pitchFamily="49" charset="0"/>
              </a:rPr>
              <a:t>    print(letter)</a:t>
            </a:r>
            <a:endParaRPr lang="en-AU" sz="2800" dirty="0"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D4A7BA-9514-7E18-7EA5-1C0DF171FCC4}"/>
              </a:ext>
            </a:extLst>
          </p:cNvPr>
          <p:cNvSpPr txBox="1"/>
          <p:nvPr/>
        </p:nvSpPr>
        <p:spPr>
          <a:xfrm>
            <a:off x="8272733" y="2293993"/>
            <a:ext cx="134363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6000" dirty="0">
                <a:solidFill>
                  <a:srgbClr val="FF0000"/>
                </a:solidFill>
              </a:rPr>
              <a:t>???</a:t>
            </a:r>
            <a:endParaRPr lang="en-AU" sz="6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08458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86006-7AD5-9526-E853-CE4CE824D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F5B63-270B-BD35-21D3-9850D7A5C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Looping Over</a:t>
            </a:r>
            <a:br>
              <a:rPr lang="en-CA" dirty="0"/>
            </a:br>
            <a:r>
              <a:rPr lang="en-CA" dirty="0"/>
              <a:t>Strings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ED70D3-3609-6F41-60F5-3B95C9AF0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25</a:t>
            </a:fld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27C446-6B2D-2E75-5509-E4558C644F23}"/>
              </a:ext>
            </a:extLst>
          </p:cNvPr>
          <p:cNvSpPr txBox="1"/>
          <p:nvPr/>
        </p:nvSpPr>
        <p:spPr>
          <a:xfrm>
            <a:off x="692315" y="2474893"/>
            <a:ext cx="471956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latin typeface="Consolas" panose="020B0609020204030204" pitchFamily="49" charset="0"/>
              </a:rPr>
              <a:t>for letter in 'hello!':</a:t>
            </a:r>
          </a:p>
          <a:p>
            <a:r>
              <a:rPr lang="en-CA" sz="2800" dirty="0">
                <a:latin typeface="Consolas" panose="020B0609020204030204" pitchFamily="49" charset="0"/>
              </a:rPr>
              <a:t>    print(letter)</a:t>
            </a:r>
            <a:endParaRPr lang="en-AU" sz="2800" dirty="0"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8F8C7F-72E0-EFFC-863B-B8482C45DF37}"/>
              </a:ext>
            </a:extLst>
          </p:cNvPr>
          <p:cNvSpPr txBox="1"/>
          <p:nvPr/>
        </p:nvSpPr>
        <p:spPr>
          <a:xfrm>
            <a:off x="6780125" y="1964602"/>
            <a:ext cx="381836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latin typeface="Consolas" panose="020B0609020204030204" pitchFamily="49" charset="0"/>
              </a:rPr>
              <a:t>h</a:t>
            </a:r>
          </a:p>
          <a:p>
            <a:r>
              <a:rPr lang="en-AU" sz="2800" dirty="0">
                <a:latin typeface="Consolas" panose="020B0609020204030204" pitchFamily="49" charset="0"/>
              </a:rPr>
              <a:t>e</a:t>
            </a:r>
          </a:p>
          <a:p>
            <a:r>
              <a:rPr lang="en-AU" sz="2800" dirty="0">
                <a:latin typeface="Consolas" panose="020B0609020204030204" pitchFamily="49" charset="0"/>
              </a:rPr>
              <a:t>l</a:t>
            </a:r>
          </a:p>
          <a:p>
            <a:r>
              <a:rPr lang="en-AU" sz="2800" dirty="0">
                <a:latin typeface="Consolas" panose="020B0609020204030204" pitchFamily="49" charset="0"/>
              </a:rPr>
              <a:t>l</a:t>
            </a:r>
          </a:p>
          <a:p>
            <a:r>
              <a:rPr lang="en-AU" sz="2800" dirty="0">
                <a:latin typeface="Consolas" panose="020B0609020204030204" pitchFamily="49" charset="0"/>
              </a:rPr>
              <a:t>o</a:t>
            </a:r>
          </a:p>
          <a:p>
            <a:r>
              <a:rPr lang="en-AU" sz="2800" dirty="0">
                <a:latin typeface="Consolas" panose="020B0609020204030204" pitchFamily="49" charset="0"/>
              </a:rPr>
              <a:t>!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728A71-2FB4-205B-428A-2E7E351374AC}"/>
              </a:ext>
            </a:extLst>
          </p:cNvPr>
          <p:cNvSpPr txBox="1"/>
          <p:nvPr/>
        </p:nvSpPr>
        <p:spPr>
          <a:xfrm>
            <a:off x="1027405" y="1647662"/>
            <a:ext cx="3037601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Python lets you loop over the characters of a string …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859772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35BFE-8381-89F0-CB3E-F1255D3E3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E6E44-B82E-D7CA-0856-EF3420FD5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Looping Over</a:t>
            </a:r>
            <a:br>
              <a:rPr lang="en-CA" dirty="0"/>
            </a:br>
            <a:r>
              <a:rPr lang="en-CA" dirty="0"/>
              <a:t>Strings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1E41A3-1101-3379-FB54-47D38ECB7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26</a:t>
            </a:fld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7DBFDA-E9B1-3AAE-B122-D4423B777687}"/>
              </a:ext>
            </a:extLst>
          </p:cNvPr>
          <p:cNvSpPr txBox="1"/>
          <p:nvPr/>
        </p:nvSpPr>
        <p:spPr>
          <a:xfrm>
            <a:off x="692315" y="2474893"/>
            <a:ext cx="531106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latin typeface="Consolas" panose="020B0609020204030204" pitchFamily="49" charset="0"/>
              </a:rPr>
              <a:t>for letter in 'hello!':</a:t>
            </a:r>
          </a:p>
          <a:p>
            <a:r>
              <a:rPr lang="en-CA" sz="2800" dirty="0">
                <a:latin typeface="Consolas" panose="020B0609020204030204" pitchFamily="49" charset="0"/>
              </a:rPr>
              <a:t>    print(letter, end='-')</a:t>
            </a:r>
            <a:endParaRPr lang="en-AU" sz="2800" dirty="0"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EB87F0-1EA1-5CB2-580A-C3D91B8A8C5A}"/>
              </a:ext>
            </a:extLst>
          </p:cNvPr>
          <p:cNvSpPr txBox="1"/>
          <p:nvPr/>
        </p:nvSpPr>
        <p:spPr>
          <a:xfrm>
            <a:off x="1027405" y="1647662"/>
            <a:ext cx="3037601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Python lets you loop over the characters of a string …</a:t>
            </a:r>
            <a:endParaRPr lang="en-A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E66E63-81BF-7BE1-976D-16DA530A55F8}"/>
              </a:ext>
            </a:extLst>
          </p:cNvPr>
          <p:cNvSpPr txBox="1"/>
          <p:nvPr/>
        </p:nvSpPr>
        <p:spPr>
          <a:xfrm>
            <a:off x="8272733" y="2293993"/>
            <a:ext cx="134363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6000" dirty="0">
                <a:solidFill>
                  <a:srgbClr val="FF0000"/>
                </a:solidFill>
              </a:rPr>
              <a:t>???</a:t>
            </a:r>
            <a:endParaRPr lang="en-AU" sz="6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33144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E262C-DA3A-905B-031D-920140C08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E1182-34A7-688C-8748-EFC749634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Looping Over</a:t>
            </a:r>
            <a:br>
              <a:rPr lang="en-CA" dirty="0"/>
            </a:br>
            <a:r>
              <a:rPr lang="en-CA" dirty="0"/>
              <a:t>Strings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43919C-7BF7-471F-28E7-19085BB2F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27</a:t>
            </a:fld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380316-5940-1D49-E2C2-2459BD078F79}"/>
              </a:ext>
            </a:extLst>
          </p:cNvPr>
          <p:cNvSpPr txBox="1"/>
          <p:nvPr/>
        </p:nvSpPr>
        <p:spPr>
          <a:xfrm>
            <a:off x="692315" y="2474893"/>
            <a:ext cx="531106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latin typeface="Consolas" panose="020B0609020204030204" pitchFamily="49" charset="0"/>
              </a:rPr>
              <a:t>for letter in 'hello!':</a:t>
            </a:r>
          </a:p>
          <a:p>
            <a:r>
              <a:rPr lang="en-CA" sz="2800" dirty="0">
                <a:latin typeface="Consolas" panose="020B0609020204030204" pitchFamily="49" charset="0"/>
              </a:rPr>
              <a:t>    print(letter, end='-')</a:t>
            </a:r>
            <a:endParaRPr lang="en-AU" sz="2800" dirty="0"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CEA971-BE46-F7C5-3FF3-F3AF603E9A55}"/>
              </a:ext>
            </a:extLst>
          </p:cNvPr>
          <p:cNvSpPr txBox="1"/>
          <p:nvPr/>
        </p:nvSpPr>
        <p:spPr>
          <a:xfrm>
            <a:off x="7335251" y="2690336"/>
            <a:ext cx="25506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latin typeface="Consolas" panose="020B0609020204030204" pitchFamily="49" charset="0"/>
              </a:rPr>
              <a:t>h-e-l-l-o-!-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381C23-5F9C-747B-D46A-1B60D8043991}"/>
              </a:ext>
            </a:extLst>
          </p:cNvPr>
          <p:cNvSpPr txBox="1"/>
          <p:nvPr/>
        </p:nvSpPr>
        <p:spPr>
          <a:xfrm>
            <a:off x="1027405" y="1647662"/>
            <a:ext cx="3037601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Python lets you loop over the characters of a string …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951281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BC59E-B092-F58F-425A-57761ED54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0A236-076E-4650-157B-E5B5C270E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Looping Over</a:t>
            </a:r>
            <a:br>
              <a:rPr lang="en-CA" dirty="0"/>
            </a:br>
            <a:r>
              <a:rPr lang="en-CA" dirty="0"/>
              <a:t>Strings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B37949-E5E9-9722-281E-8104D03D0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28</a:t>
            </a:fld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F03494-AE8B-0A05-7DFF-85856AA17199}"/>
              </a:ext>
            </a:extLst>
          </p:cNvPr>
          <p:cNvSpPr txBox="1"/>
          <p:nvPr/>
        </p:nvSpPr>
        <p:spPr>
          <a:xfrm>
            <a:off x="692315" y="2474893"/>
            <a:ext cx="4719562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latin typeface="Consolas" panose="020B0609020204030204" pitchFamily="49" charset="0"/>
              </a:rPr>
              <a:t>rev = ''</a:t>
            </a:r>
          </a:p>
          <a:p>
            <a:r>
              <a:rPr lang="en-CA" sz="2800" dirty="0">
                <a:latin typeface="Consolas" panose="020B0609020204030204" pitchFamily="49" charset="0"/>
              </a:rPr>
              <a:t>for letter in 'hello!':</a:t>
            </a:r>
          </a:p>
          <a:p>
            <a:r>
              <a:rPr lang="en-CA" sz="2800" dirty="0">
                <a:latin typeface="Consolas" panose="020B0609020204030204" pitchFamily="49" charset="0"/>
              </a:rPr>
              <a:t>    rev = letter + rev</a:t>
            </a:r>
          </a:p>
          <a:p>
            <a:endParaRPr lang="en-CA" sz="2800" dirty="0">
              <a:latin typeface="Consolas" panose="020B0609020204030204" pitchFamily="49" charset="0"/>
            </a:endParaRPr>
          </a:p>
          <a:p>
            <a:r>
              <a:rPr lang="en-CA" sz="2800" dirty="0">
                <a:latin typeface="Consolas" panose="020B0609020204030204" pitchFamily="49" charset="0"/>
              </a:rPr>
              <a:t>print(rev)</a:t>
            </a:r>
            <a:endParaRPr lang="en-AU" sz="2800" dirty="0"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26E6DD-F76A-7564-4096-222962C62E13}"/>
              </a:ext>
            </a:extLst>
          </p:cNvPr>
          <p:cNvSpPr txBox="1"/>
          <p:nvPr/>
        </p:nvSpPr>
        <p:spPr>
          <a:xfrm>
            <a:off x="7335251" y="2690336"/>
            <a:ext cx="13676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latin typeface="Consolas" panose="020B0609020204030204" pitchFamily="49" charset="0"/>
              </a:rPr>
              <a:t>!</a:t>
            </a:r>
            <a:r>
              <a:rPr lang="en-CA" sz="2800" dirty="0" err="1">
                <a:latin typeface="Consolas" panose="020B0609020204030204" pitchFamily="49" charset="0"/>
              </a:rPr>
              <a:t>olleh</a:t>
            </a:r>
            <a:endParaRPr lang="en-CA" sz="2800" dirty="0"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DC624F-FCDE-0992-0ECD-093857B30DD7}"/>
              </a:ext>
            </a:extLst>
          </p:cNvPr>
          <p:cNvSpPr txBox="1"/>
          <p:nvPr/>
        </p:nvSpPr>
        <p:spPr>
          <a:xfrm>
            <a:off x="1027405" y="1647662"/>
            <a:ext cx="3037601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Python lets you loop over the characters of a string …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247905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31541-8B76-3F47-7FCD-0360D4247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61C44-9490-2469-0AE3-929608E6A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Looping Over</a:t>
            </a:r>
            <a:br>
              <a:rPr lang="en-CA" dirty="0"/>
            </a:br>
            <a:r>
              <a:rPr lang="en-CA" dirty="0"/>
              <a:t>Strings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08F87F-9676-84A6-3EA5-40907D550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29</a:t>
            </a:fld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7600B9-645B-97EE-AF34-088CE9FE60DB}"/>
              </a:ext>
            </a:extLst>
          </p:cNvPr>
          <p:cNvSpPr txBox="1"/>
          <p:nvPr/>
        </p:nvSpPr>
        <p:spPr>
          <a:xfrm>
            <a:off x="692315" y="2474893"/>
            <a:ext cx="5705408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latin typeface="Consolas" panose="020B0609020204030204" pitchFamily="49" charset="0"/>
              </a:rPr>
              <a:t>word = 'apple'</a:t>
            </a:r>
          </a:p>
          <a:p>
            <a:r>
              <a:rPr lang="en-CA" sz="2800" dirty="0">
                <a:latin typeface="Consolas" panose="020B0609020204030204" pitchFamily="49" charset="0"/>
              </a:rPr>
              <a:t>for </a:t>
            </a:r>
            <a:r>
              <a:rPr lang="en-CA" sz="2800" dirty="0" err="1">
                <a:latin typeface="Consolas" panose="020B0609020204030204" pitchFamily="49" charset="0"/>
              </a:rPr>
              <a:t>i</a:t>
            </a:r>
            <a:r>
              <a:rPr lang="en-CA" sz="2800" dirty="0">
                <a:latin typeface="Consolas" panose="020B0609020204030204" pitchFamily="49" charset="0"/>
              </a:rPr>
              <a:t>, c in </a:t>
            </a:r>
            <a:r>
              <a:rPr lang="en-CA" sz="2800" dirty="0">
                <a:solidFill>
                  <a:srgbClr val="FF0000"/>
                </a:solidFill>
                <a:latin typeface="Consolas" panose="020B0609020204030204" pitchFamily="49" charset="0"/>
              </a:rPr>
              <a:t>enumerate(word)</a:t>
            </a:r>
            <a:r>
              <a:rPr lang="en-CA" sz="2800" dirty="0">
                <a:latin typeface="Consolas" panose="020B0609020204030204" pitchFamily="49" charset="0"/>
              </a:rPr>
              <a:t>:</a:t>
            </a:r>
          </a:p>
          <a:p>
            <a:r>
              <a:rPr lang="en-CA" sz="2800" dirty="0">
                <a:latin typeface="Consolas" panose="020B0609020204030204" pitchFamily="49" charset="0"/>
              </a:rPr>
              <a:t>    print(</a:t>
            </a:r>
            <a:r>
              <a:rPr lang="en-CA" sz="2800" dirty="0" err="1">
                <a:latin typeface="Consolas" panose="020B0609020204030204" pitchFamily="49" charset="0"/>
              </a:rPr>
              <a:t>i</a:t>
            </a:r>
            <a:r>
              <a:rPr lang="en-CA" sz="2800" dirty="0">
                <a:latin typeface="Consolas" panose="020B0609020204030204" pitchFamily="49" charset="0"/>
              </a:rPr>
              <a:t>, c)</a:t>
            </a:r>
            <a:endParaRPr lang="en-AU" sz="2800" dirty="0"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E0BA93-DFEC-C274-CF37-F83DC79421D2}"/>
              </a:ext>
            </a:extLst>
          </p:cNvPr>
          <p:cNvSpPr txBox="1"/>
          <p:nvPr/>
        </p:nvSpPr>
        <p:spPr>
          <a:xfrm>
            <a:off x="7335251" y="2690336"/>
            <a:ext cx="776175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latin typeface="Consolas" panose="020B0609020204030204" pitchFamily="49" charset="0"/>
              </a:rPr>
              <a:t>0 a</a:t>
            </a:r>
          </a:p>
          <a:p>
            <a:r>
              <a:rPr lang="en-CA" sz="2800" dirty="0">
                <a:latin typeface="Consolas" panose="020B0609020204030204" pitchFamily="49" charset="0"/>
              </a:rPr>
              <a:t>1 p</a:t>
            </a:r>
          </a:p>
          <a:p>
            <a:r>
              <a:rPr lang="en-CA" sz="2800" dirty="0">
                <a:latin typeface="Consolas" panose="020B0609020204030204" pitchFamily="49" charset="0"/>
              </a:rPr>
              <a:t>2 p</a:t>
            </a:r>
          </a:p>
          <a:p>
            <a:r>
              <a:rPr lang="en-CA" sz="2800" dirty="0">
                <a:latin typeface="Consolas" panose="020B0609020204030204" pitchFamily="49" charset="0"/>
              </a:rPr>
              <a:t>3 l</a:t>
            </a:r>
          </a:p>
          <a:p>
            <a:r>
              <a:rPr lang="en-CA" sz="2800" dirty="0">
                <a:latin typeface="Consolas" panose="020B0609020204030204" pitchFamily="49" charset="0"/>
              </a:rPr>
              <a:t>4 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8C5879-C554-EC7A-AD30-BBFBDDAE3585}"/>
              </a:ext>
            </a:extLst>
          </p:cNvPr>
          <p:cNvSpPr txBox="1"/>
          <p:nvPr/>
        </p:nvSpPr>
        <p:spPr>
          <a:xfrm>
            <a:off x="3235431" y="1412699"/>
            <a:ext cx="3037601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enumerate</a:t>
            </a:r>
            <a:r>
              <a:rPr lang="en-CA" dirty="0"/>
              <a:t> gives you both the position of the letter and the letter itself …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028318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45ED9-C33E-F983-0780-54C8C784C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DD827-86EF-356F-F0F3-76102228F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Looping Over</a:t>
            </a:r>
            <a:br>
              <a:rPr lang="en-CA" dirty="0"/>
            </a:br>
            <a:r>
              <a:rPr lang="en-CA" dirty="0"/>
              <a:t>Strings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54949C-8EBF-8924-EB18-D1F298067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30</a:t>
            </a:fld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AC634E-2821-6A6E-BBD0-1B332EF06B85}"/>
              </a:ext>
            </a:extLst>
          </p:cNvPr>
          <p:cNvSpPr txBox="1"/>
          <p:nvPr/>
        </p:nvSpPr>
        <p:spPr>
          <a:xfrm>
            <a:off x="692315" y="2474893"/>
            <a:ext cx="5508239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onsolas" panose="020B0609020204030204" pitchFamily="49" charset="0"/>
              </a:rPr>
              <a:t>s = 'hello!'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if 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'lo' in s</a:t>
            </a:r>
            <a:r>
              <a:rPr lang="en-US" sz="2800" dirty="0">
                <a:latin typeface="Consolas" panose="020B0609020204030204" pitchFamily="49" charset="0"/>
              </a:rPr>
              <a:t>: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print('contains "lo"') </a:t>
            </a:r>
            <a:br>
              <a:rPr lang="en-US" sz="2800" dirty="0">
                <a:latin typeface="Consolas" panose="020B0609020204030204" pitchFamily="49" charset="0"/>
              </a:rPr>
            </a:br>
            <a:endParaRPr lang="en-AU" sz="2800" dirty="0"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C5FA2D-4C0D-B277-ABEB-92D2BB8F4A48}"/>
              </a:ext>
            </a:extLst>
          </p:cNvPr>
          <p:cNvSpPr txBox="1"/>
          <p:nvPr/>
        </p:nvSpPr>
        <p:spPr>
          <a:xfrm>
            <a:off x="3641209" y="1682168"/>
            <a:ext cx="3037601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The </a:t>
            </a:r>
            <a:r>
              <a:rPr lang="en-CA" b="1" dirty="0">
                <a:latin typeface="Consolas" panose="020B0609020204030204" pitchFamily="49" charset="0"/>
              </a:rPr>
              <a:t>in</a:t>
            </a:r>
            <a:r>
              <a:rPr lang="en-CA" dirty="0"/>
              <a:t> operator tests if a string appears in another string as a </a:t>
            </a:r>
            <a:r>
              <a:rPr lang="en-CA" b="1" dirty="0"/>
              <a:t>substring</a:t>
            </a:r>
            <a:r>
              <a:rPr lang="en-CA" dirty="0"/>
              <a:t>.</a:t>
            </a:r>
            <a:endParaRPr lang="en-A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8C9D98-35CD-552E-7DC5-E34699CC7F8E}"/>
              </a:ext>
            </a:extLst>
          </p:cNvPr>
          <p:cNvSpPr txBox="1"/>
          <p:nvPr/>
        </p:nvSpPr>
        <p:spPr>
          <a:xfrm>
            <a:off x="8721307" y="2921168"/>
            <a:ext cx="134363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6000" dirty="0">
                <a:solidFill>
                  <a:srgbClr val="FF0000"/>
                </a:solidFill>
              </a:rPr>
              <a:t>???</a:t>
            </a:r>
            <a:endParaRPr lang="en-AU" sz="6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19301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BD11CC-24EC-59BF-D05D-B5C375DA3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9F2ED-4D20-88A0-7683-D80E7B4F5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Looping Over</a:t>
            </a:r>
            <a:br>
              <a:rPr lang="en-CA" dirty="0"/>
            </a:br>
            <a:r>
              <a:rPr lang="en-CA" dirty="0"/>
              <a:t>Strings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284F65-E90F-72AB-86FA-A7C41C465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31</a:t>
            </a:fld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790511-AADC-B824-D395-5F01300CEBC4}"/>
              </a:ext>
            </a:extLst>
          </p:cNvPr>
          <p:cNvSpPr txBox="1"/>
          <p:nvPr/>
        </p:nvSpPr>
        <p:spPr>
          <a:xfrm>
            <a:off x="692315" y="2474893"/>
            <a:ext cx="8662949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onsolas" panose="020B0609020204030204" pitchFamily="49" charset="0"/>
              </a:rPr>
              <a:t>s = 'hello!'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if 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'lo' in s</a:t>
            </a:r>
            <a:r>
              <a:rPr lang="en-US" sz="2800" dirty="0">
                <a:latin typeface="Consolas" panose="020B0609020204030204" pitchFamily="49" charset="0"/>
              </a:rPr>
              <a:t>: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print('contains "lo"')        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# printed</a:t>
            </a:r>
            <a:endParaRPr lang="en-AU" sz="280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8A7DE4-1BBE-09D8-2C41-8B3E80803FAD}"/>
              </a:ext>
            </a:extLst>
          </p:cNvPr>
          <p:cNvSpPr txBox="1"/>
          <p:nvPr/>
        </p:nvSpPr>
        <p:spPr>
          <a:xfrm>
            <a:off x="3641209" y="1682168"/>
            <a:ext cx="3037601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The </a:t>
            </a:r>
            <a:r>
              <a:rPr lang="en-CA" b="1" dirty="0">
                <a:latin typeface="Consolas" panose="020B0609020204030204" pitchFamily="49" charset="0"/>
              </a:rPr>
              <a:t>in</a:t>
            </a:r>
            <a:r>
              <a:rPr lang="en-CA" dirty="0"/>
              <a:t> operator tests if a string appears in another string as a </a:t>
            </a:r>
            <a:r>
              <a:rPr lang="en-CA" b="1" dirty="0"/>
              <a:t>substring</a:t>
            </a:r>
            <a:r>
              <a:rPr lang="en-CA" dirty="0"/>
              <a:t>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3230565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E8AF4-0343-58B6-34B6-8829E216A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6D239-54C8-28CE-CD9C-A54DBDDD9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Looping Over</a:t>
            </a:r>
            <a:br>
              <a:rPr lang="en-CA" dirty="0"/>
            </a:br>
            <a:r>
              <a:rPr lang="en-CA" dirty="0"/>
              <a:t>Strings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53E01A-5BF8-6CBA-3CB3-68055DDEB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32</a:t>
            </a:fld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7BC801-8588-E5C7-E261-82E51635CF9F}"/>
              </a:ext>
            </a:extLst>
          </p:cNvPr>
          <p:cNvSpPr txBox="1"/>
          <p:nvPr/>
        </p:nvSpPr>
        <p:spPr>
          <a:xfrm>
            <a:off x="692315" y="2474893"/>
            <a:ext cx="5508239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onsolas" panose="020B0609020204030204" pitchFamily="49" charset="0"/>
              </a:rPr>
              <a:t>s = 'hello!'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if 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'lo' in s</a:t>
            </a:r>
            <a:r>
              <a:rPr lang="en-US" sz="2800" dirty="0">
                <a:latin typeface="Consolas" panose="020B0609020204030204" pitchFamily="49" charset="0"/>
              </a:rPr>
              <a:t>: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print('contains "lo"') </a:t>
            </a:r>
            <a:br>
              <a:rPr lang="en-US" sz="2800" dirty="0">
                <a:latin typeface="Consolas" panose="020B0609020204030204" pitchFamily="49" charset="0"/>
              </a:rPr>
            </a:br>
            <a:r>
              <a:rPr lang="en-US" sz="2800" dirty="0">
                <a:latin typeface="Consolas" panose="020B0609020204030204" pitchFamily="49" charset="0"/>
              </a:rPr>
              <a:t>if 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'</a:t>
            </a: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</a:rPr>
              <a:t>elo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' in s</a:t>
            </a:r>
            <a:r>
              <a:rPr lang="en-US" sz="2800" dirty="0">
                <a:latin typeface="Consolas" panose="020B0609020204030204" pitchFamily="49" charset="0"/>
              </a:rPr>
              <a:t>: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print('contains "</a:t>
            </a:r>
            <a:r>
              <a:rPr lang="en-US" sz="2800" dirty="0" err="1">
                <a:latin typeface="Consolas" panose="020B0609020204030204" pitchFamily="49" charset="0"/>
              </a:rPr>
              <a:t>elo</a:t>
            </a:r>
            <a:r>
              <a:rPr lang="en-US" sz="2800" dirty="0">
                <a:latin typeface="Consolas" panose="020B0609020204030204" pitchFamily="49" charset="0"/>
              </a:rPr>
              <a:t>"')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82662D-D498-57B3-06D6-D7EC38F4F368}"/>
              </a:ext>
            </a:extLst>
          </p:cNvPr>
          <p:cNvSpPr txBox="1"/>
          <p:nvPr/>
        </p:nvSpPr>
        <p:spPr>
          <a:xfrm>
            <a:off x="3641209" y="1682168"/>
            <a:ext cx="3037601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The </a:t>
            </a:r>
            <a:r>
              <a:rPr lang="en-CA" b="1" dirty="0">
                <a:latin typeface="Consolas" panose="020B0609020204030204" pitchFamily="49" charset="0"/>
              </a:rPr>
              <a:t>in</a:t>
            </a:r>
            <a:r>
              <a:rPr lang="en-CA" dirty="0"/>
              <a:t> operator tests if a string appears in another string as a </a:t>
            </a:r>
            <a:r>
              <a:rPr lang="en-CA" b="1" dirty="0"/>
              <a:t>substring</a:t>
            </a:r>
            <a:r>
              <a:rPr lang="en-CA" dirty="0"/>
              <a:t>.</a:t>
            </a:r>
            <a:endParaRPr lang="en-A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D84D0F-DF82-EEDE-99FB-178011976B8E}"/>
              </a:ext>
            </a:extLst>
          </p:cNvPr>
          <p:cNvSpPr txBox="1"/>
          <p:nvPr/>
        </p:nvSpPr>
        <p:spPr>
          <a:xfrm>
            <a:off x="8721307" y="2921168"/>
            <a:ext cx="134363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6000" dirty="0">
                <a:solidFill>
                  <a:srgbClr val="FF0000"/>
                </a:solidFill>
              </a:rPr>
              <a:t>???</a:t>
            </a:r>
            <a:endParaRPr lang="en-AU" sz="6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087162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A436D-7BD4-A05C-6AD8-EAE918EC5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0F4EB-0353-B5A3-4C9D-50B6F9477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Looping Over</a:t>
            </a:r>
            <a:br>
              <a:rPr lang="en-CA" dirty="0"/>
            </a:br>
            <a:r>
              <a:rPr lang="en-CA" dirty="0"/>
              <a:t>Strings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E62A5B-3E5B-ADE9-82D5-19C74AF23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33</a:t>
            </a:fld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CD5CB8-065F-B89E-16F1-0C96CB07FB04}"/>
              </a:ext>
            </a:extLst>
          </p:cNvPr>
          <p:cNvSpPr txBox="1"/>
          <p:nvPr/>
        </p:nvSpPr>
        <p:spPr>
          <a:xfrm>
            <a:off x="692315" y="2474893"/>
            <a:ext cx="9451626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onsolas" panose="020B0609020204030204" pitchFamily="49" charset="0"/>
              </a:rPr>
              <a:t>s = 'hello!'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if 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'lo' in s</a:t>
            </a:r>
            <a:r>
              <a:rPr lang="en-US" sz="2800" dirty="0">
                <a:latin typeface="Consolas" panose="020B0609020204030204" pitchFamily="49" charset="0"/>
              </a:rPr>
              <a:t>: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print('contains "lo"')        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# printed</a:t>
            </a:r>
            <a:br>
              <a:rPr lang="en-US" sz="2800" dirty="0">
                <a:latin typeface="Consolas" panose="020B0609020204030204" pitchFamily="49" charset="0"/>
              </a:rPr>
            </a:br>
            <a:r>
              <a:rPr lang="en-US" sz="2800" dirty="0">
                <a:latin typeface="Consolas" panose="020B0609020204030204" pitchFamily="49" charset="0"/>
              </a:rPr>
              <a:t>if 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'</a:t>
            </a: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</a:rPr>
              <a:t>elo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' in s</a:t>
            </a:r>
            <a:r>
              <a:rPr lang="en-US" sz="2800" dirty="0">
                <a:latin typeface="Consolas" panose="020B0609020204030204" pitchFamily="49" charset="0"/>
              </a:rPr>
              <a:t>: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print('contains "</a:t>
            </a:r>
            <a:r>
              <a:rPr lang="en-US" sz="2800" dirty="0" err="1">
                <a:latin typeface="Consolas" panose="020B0609020204030204" pitchFamily="49" charset="0"/>
              </a:rPr>
              <a:t>elo</a:t>
            </a:r>
            <a:r>
              <a:rPr lang="en-US" sz="2800" dirty="0">
                <a:latin typeface="Consolas" panose="020B0609020204030204" pitchFamily="49" charset="0"/>
              </a:rPr>
              <a:t>"')       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# not printed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41C123-6AC6-03AE-CC9B-C0F8EB600DB3}"/>
              </a:ext>
            </a:extLst>
          </p:cNvPr>
          <p:cNvSpPr txBox="1"/>
          <p:nvPr/>
        </p:nvSpPr>
        <p:spPr>
          <a:xfrm>
            <a:off x="3641209" y="1682168"/>
            <a:ext cx="3037601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The </a:t>
            </a:r>
            <a:r>
              <a:rPr lang="en-CA" b="1" dirty="0">
                <a:latin typeface="Consolas" panose="020B0609020204030204" pitchFamily="49" charset="0"/>
              </a:rPr>
              <a:t>in</a:t>
            </a:r>
            <a:r>
              <a:rPr lang="en-CA" dirty="0"/>
              <a:t> operator tests if a string appears in another string as a </a:t>
            </a:r>
            <a:r>
              <a:rPr lang="en-CA" b="1" dirty="0"/>
              <a:t>substring</a:t>
            </a:r>
            <a:r>
              <a:rPr lang="en-CA" dirty="0"/>
              <a:t>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7596970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9175A-8CCF-43FE-0B11-8508F83D8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77318-8B88-776A-3F8F-AF321A832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Looping Over</a:t>
            </a:r>
            <a:br>
              <a:rPr lang="en-CA" dirty="0"/>
            </a:br>
            <a:r>
              <a:rPr lang="en-CA" dirty="0"/>
              <a:t>Strings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8A05EE-201A-C6ED-6484-8A160E18D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34</a:t>
            </a:fld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A2208D-8B44-0F7E-AEB1-76AF0827C9C9}"/>
              </a:ext>
            </a:extLst>
          </p:cNvPr>
          <p:cNvSpPr txBox="1"/>
          <p:nvPr/>
        </p:nvSpPr>
        <p:spPr>
          <a:xfrm>
            <a:off x="692315" y="2474893"/>
            <a:ext cx="6888424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onsolas" panose="020B0609020204030204" pitchFamily="49" charset="0"/>
              </a:rPr>
              <a:t>s = 'hello!'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if 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'lo' in s</a:t>
            </a:r>
            <a:r>
              <a:rPr lang="en-US" sz="2800" dirty="0">
                <a:latin typeface="Consolas" panose="020B0609020204030204" pitchFamily="49" charset="0"/>
              </a:rPr>
              <a:t>: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print('contains "lo"') </a:t>
            </a:r>
            <a:br>
              <a:rPr lang="en-US" sz="2800" dirty="0">
                <a:latin typeface="Consolas" panose="020B0609020204030204" pitchFamily="49" charset="0"/>
              </a:rPr>
            </a:br>
            <a:r>
              <a:rPr lang="en-US" sz="2800" dirty="0">
                <a:latin typeface="Consolas" panose="020B0609020204030204" pitchFamily="49" charset="0"/>
              </a:rPr>
              <a:t>if 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'</a:t>
            </a: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</a:rPr>
              <a:t>elo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' in s</a:t>
            </a:r>
            <a:r>
              <a:rPr lang="en-US" sz="2800" dirty="0">
                <a:latin typeface="Consolas" panose="020B0609020204030204" pitchFamily="49" charset="0"/>
              </a:rPr>
              <a:t>: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print('contains "</a:t>
            </a:r>
            <a:r>
              <a:rPr lang="en-US" sz="2800" dirty="0" err="1">
                <a:latin typeface="Consolas" panose="020B0609020204030204" pitchFamily="49" charset="0"/>
              </a:rPr>
              <a:t>elo</a:t>
            </a:r>
            <a:r>
              <a:rPr lang="en-US" sz="2800" dirty="0">
                <a:latin typeface="Consolas" panose="020B0609020204030204" pitchFamily="49" charset="0"/>
              </a:rPr>
              <a:t>"')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if 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'?' not in s</a:t>
            </a:r>
            <a:r>
              <a:rPr lang="en-US" sz="2800" dirty="0">
                <a:latin typeface="Consolas" panose="020B0609020204030204" pitchFamily="49" charset="0"/>
              </a:rPr>
              <a:t>: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print('does not contain "?"')</a:t>
            </a:r>
            <a:endParaRPr lang="en-AU" sz="2800" dirty="0"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6DED85-862F-2661-1785-0B508BB2F0D8}"/>
              </a:ext>
            </a:extLst>
          </p:cNvPr>
          <p:cNvSpPr txBox="1"/>
          <p:nvPr/>
        </p:nvSpPr>
        <p:spPr>
          <a:xfrm>
            <a:off x="3641209" y="1682168"/>
            <a:ext cx="3037601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The </a:t>
            </a:r>
            <a:r>
              <a:rPr lang="en-CA" b="1" dirty="0">
                <a:latin typeface="Consolas" panose="020B0609020204030204" pitchFamily="49" charset="0"/>
              </a:rPr>
              <a:t>in</a:t>
            </a:r>
            <a:r>
              <a:rPr lang="en-CA" dirty="0"/>
              <a:t> operator tests if a string appears in another string as a </a:t>
            </a:r>
            <a:r>
              <a:rPr lang="en-CA" b="1" dirty="0"/>
              <a:t>substring</a:t>
            </a:r>
            <a:r>
              <a:rPr lang="en-CA" dirty="0"/>
              <a:t>.</a:t>
            </a:r>
            <a:endParaRPr lang="en-A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FE568C-6BF1-4844-C632-13227B645AC2}"/>
              </a:ext>
            </a:extLst>
          </p:cNvPr>
          <p:cNvSpPr txBox="1"/>
          <p:nvPr/>
        </p:nvSpPr>
        <p:spPr>
          <a:xfrm>
            <a:off x="8721307" y="2921168"/>
            <a:ext cx="134363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6000" dirty="0">
                <a:solidFill>
                  <a:srgbClr val="FF0000"/>
                </a:solidFill>
              </a:rPr>
              <a:t>???</a:t>
            </a:r>
            <a:endParaRPr lang="en-AU" sz="6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122843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8F568-2104-7322-894F-34C8BAF9B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FBEFB-8EA3-4404-5D95-608DAEB98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Looping Over</a:t>
            </a:r>
            <a:br>
              <a:rPr lang="en-CA" dirty="0"/>
            </a:br>
            <a:r>
              <a:rPr lang="en-CA" dirty="0"/>
              <a:t>Strings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8D071C-F099-25D9-DD01-A5D6A2698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35</a:t>
            </a:fld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54ED59-4A1A-60AA-9BA8-7BB75D0AFEA3}"/>
              </a:ext>
            </a:extLst>
          </p:cNvPr>
          <p:cNvSpPr txBox="1"/>
          <p:nvPr/>
        </p:nvSpPr>
        <p:spPr>
          <a:xfrm>
            <a:off x="692315" y="2474893"/>
            <a:ext cx="9451626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onsolas" panose="020B0609020204030204" pitchFamily="49" charset="0"/>
              </a:rPr>
              <a:t>s = 'hello!'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if 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'lo' in s</a:t>
            </a:r>
            <a:r>
              <a:rPr lang="en-US" sz="2800" dirty="0">
                <a:latin typeface="Consolas" panose="020B0609020204030204" pitchFamily="49" charset="0"/>
              </a:rPr>
              <a:t>: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print('contains "lo"')        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# printed</a:t>
            </a:r>
            <a:br>
              <a:rPr lang="en-US" sz="2800" dirty="0">
                <a:latin typeface="Consolas" panose="020B0609020204030204" pitchFamily="49" charset="0"/>
              </a:rPr>
            </a:br>
            <a:r>
              <a:rPr lang="en-US" sz="2800" dirty="0">
                <a:latin typeface="Consolas" panose="020B0609020204030204" pitchFamily="49" charset="0"/>
              </a:rPr>
              <a:t>if 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'</a:t>
            </a: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</a:rPr>
              <a:t>elo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' in s</a:t>
            </a:r>
            <a:r>
              <a:rPr lang="en-US" sz="2800" dirty="0">
                <a:latin typeface="Consolas" panose="020B0609020204030204" pitchFamily="49" charset="0"/>
              </a:rPr>
              <a:t>: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print('contains "</a:t>
            </a:r>
            <a:r>
              <a:rPr lang="en-US" sz="2800" dirty="0" err="1">
                <a:latin typeface="Consolas" panose="020B0609020204030204" pitchFamily="49" charset="0"/>
              </a:rPr>
              <a:t>elo</a:t>
            </a:r>
            <a:r>
              <a:rPr lang="en-US" sz="2800" dirty="0">
                <a:latin typeface="Consolas" panose="020B0609020204030204" pitchFamily="49" charset="0"/>
              </a:rPr>
              <a:t>"')       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# not printed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if 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'?' not in s</a:t>
            </a:r>
            <a:r>
              <a:rPr lang="en-US" sz="2800" dirty="0">
                <a:latin typeface="Consolas" panose="020B0609020204030204" pitchFamily="49" charset="0"/>
              </a:rPr>
              <a:t>: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print('does not contain "?"') 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# printed</a:t>
            </a:r>
            <a:endParaRPr lang="en-AU" sz="280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44E571-995E-F8D5-4A99-16073D502054}"/>
              </a:ext>
            </a:extLst>
          </p:cNvPr>
          <p:cNvSpPr txBox="1"/>
          <p:nvPr/>
        </p:nvSpPr>
        <p:spPr>
          <a:xfrm>
            <a:off x="3641209" y="1682168"/>
            <a:ext cx="3037601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The </a:t>
            </a:r>
            <a:r>
              <a:rPr lang="en-CA" b="1" dirty="0">
                <a:latin typeface="Consolas" panose="020B0609020204030204" pitchFamily="49" charset="0"/>
              </a:rPr>
              <a:t>in</a:t>
            </a:r>
            <a:r>
              <a:rPr lang="en-CA" dirty="0"/>
              <a:t> operator tests if a string appears in another string as a </a:t>
            </a:r>
            <a:r>
              <a:rPr lang="en-CA" b="1" dirty="0"/>
              <a:t>substring</a:t>
            </a:r>
            <a:r>
              <a:rPr lang="en-CA" dirty="0"/>
              <a:t>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6422807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261CF6-70E5-62EF-8527-BD0AC8C54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09858-0FC9-9A59-2D3D-BF3838B88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Looping Over</a:t>
            </a:r>
            <a:br>
              <a:rPr lang="en-CA" dirty="0"/>
            </a:br>
            <a:r>
              <a:rPr lang="en-CA" dirty="0"/>
              <a:t>Strings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CD43E7-9386-9196-D446-F91C39BEA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36</a:t>
            </a:fld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47A16E-BE9A-9143-3D3D-2D1455C50038}"/>
              </a:ext>
            </a:extLst>
          </p:cNvPr>
          <p:cNvSpPr txBox="1"/>
          <p:nvPr/>
        </p:nvSpPr>
        <p:spPr>
          <a:xfrm>
            <a:off x="445461" y="3052174"/>
            <a:ext cx="664156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</a:rPr>
              <a:t>for letter in 'mumble':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if letter == 'm' or letter == 'M':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    print('this word has an "m"')</a:t>
            </a:r>
            <a:endParaRPr lang="en-AU" sz="2400" dirty="0"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78AD7C-0FA9-5131-A14D-AD6BB03A6E1D}"/>
              </a:ext>
            </a:extLst>
          </p:cNvPr>
          <p:cNvSpPr txBox="1"/>
          <p:nvPr/>
        </p:nvSpPr>
        <p:spPr>
          <a:xfrm>
            <a:off x="2828410" y="1973255"/>
            <a:ext cx="2200790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We can search for a letter in s string using a for-loop:</a:t>
            </a:r>
            <a:endParaRPr lang="en-A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59329C-FD46-CECB-CA6C-D6369BA5B619}"/>
              </a:ext>
            </a:extLst>
          </p:cNvPr>
          <p:cNvSpPr txBox="1"/>
          <p:nvPr/>
        </p:nvSpPr>
        <p:spPr>
          <a:xfrm>
            <a:off x="8721307" y="2921168"/>
            <a:ext cx="134363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6000" dirty="0">
                <a:solidFill>
                  <a:srgbClr val="FF0000"/>
                </a:solidFill>
              </a:rPr>
              <a:t>???</a:t>
            </a:r>
            <a:endParaRPr lang="en-AU" sz="6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118646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30DAB-2A77-72E0-552D-1EFF9EC0C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B153F-C0CA-8798-AB64-383BA99F5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Looping Over</a:t>
            </a:r>
            <a:br>
              <a:rPr lang="en-CA" dirty="0"/>
            </a:br>
            <a:r>
              <a:rPr lang="en-CA" dirty="0"/>
              <a:t>Strings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C75F2F-2F61-88F4-5333-2D6F06952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37</a:t>
            </a:fld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4065B0-E8E0-8585-EEDC-8DE5A61DCB91}"/>
              </a:ext>
            </a:extLst>
          </p:cNvPr>
          <p:cNvSpPr txBox="1"/>
          <p:nvPr/>
        </p:nvSpPr>
        <p:spPr>
          <a:xfrm>
            <a:off x="445461" y="3052174"/>
            <a:ext cx="664156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</a:rPr>
              <a:t>for letter in 'mumble':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if letter == 'm' or letter == 'M':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    print('this word has an "m"')</a:t>
            </a:r>
            <a:endParaRPr lang="en-AU" sz="2400" dirty="0"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A81EB5-0CD9-AB50-1E2A-64FFDDB5F974}"/>
              </a:ext>
            </a:extLst>
          </p:cNvPr>
          <p:cNvSpPr txBox="1"/>
          <p:nvPr/>
        </p:nvSpPr>
        <p:spPr>
          <a:xfrm>
            <a:off x="8055155" y="3300882"/>
            <a:ext cx="358303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</a:rPr>
              <a:t>this word has an "m"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this word has an "m"</a:t>
            </a:r>
            <a:endParaRPr lang="en-AU" sz="2400" dirty="0"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0BA537-43A2-8C00-28EC-3D389EC015E6}"/>
              </a:ext>
            </a:extLst>
          </p:cNvPr>
          <p:cNvSpPr txBox="1"/>
          <p:nvPr/>
        </p:nvSpPr>
        <p:spPr>
          <a:xfrm>
            <a:off x="2828410" y="1973255"/>
            <a:ext cx="2200790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We can search for a letter in s string using a for-loop: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9731646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A774F-DB89-7264-0D83-4BACAAD4B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662DA-F434-608C-E269-A0702CC2B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Looping Over</a:t>
            </a:r>
            <a:br>
              <a:rPr lang="en-CA" dirty="0"/>
            </a:br>
            <a:r>
              <a:rPr lang="en-CA" dirty="0"/>
              <a:t>Strings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605AC0-27AC-9A8C-224E-CC697D43B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38</a:t>
            </a:fld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2AA7DE-00D1-7762-B57F-D2A264A02DEF}"/>
              </a:ext>
            </a:extLst>
          </p:cNvPr>
          <p:cNvSpPr txBox="1"/>
          <p:nvPr/>
        </p:nvSpPr>
        <p:spPr>
          <a:xfrm>
            <a:off x="2775219" y="2228671"/>
            <a:ext cx="664156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</a:rPr>
              <a:t>for letter in 'mumble':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if letter == 'm' or letter == 'M':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    print('this word has an "m"')</a:t>
            </a:r>
            <a:endParaRPr lang="en-AU" sz="2400" dirty="0"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CE9A66-49C7-27C1-6733-D15438D7DAB2}"/>
              </a:ext>
            </a:extLst>
          </p:cNvPr>
          <p:cNvSpPr txBox="1"/>
          <p:nvPr/>
        </p:nvSpPr>
        <p:spPr>
          <a:xfrm>
            <a:off x="601676" y="3244733"/>
            <a:ext cx="1887523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Let’s put this in a function …</a:t>
            </a:r>
            <a:endParaRPr lang="en-A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535553-AABD-85FE-DBDB-1484C459FAF9}"/>
              </a:ext>
            </a:extLst>
          </p:cNvPr>
          <p:cNvSpPr txBox="1"/>
          <p:nvPr/>
        </p:nvSpPr>
        <p:spPr>
          <a:xfrm>
            <a:off x="2775219" y="4082871"/>
            <a:ext cx="732123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</a:rPr>
              <a:t>def </a:t>
            </a:r>
            <a:r>
              <a:rPr lang="en-US" sz="2400" dirty="0" err="1">
                <a:latin typeface="Consolas" panose="020B0609020204030204" pitchFamily="49" charset="0"/>
              </a:rPr>
              <a:t>has_m_print</a:t>
            </a:r>
            <a:r>
              <a:rPr lang="en-US" sz="2400" dirty="0">
                <a:latin typeface="Consolas" panose="020B0609020204030204" pitchFamily="49" charset="0"/>
              </a:rPr>
              <a:t>(word):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for letter in word: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    if letter == 'm' or letter == 'M':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        print('this word has an "m"')</a:t>
            </a:r>
            <a:endParaRPr lang="en-AU" sz="2400" dirty="0">
              <a:latin typeface="Consolas" panose="020B0609020204030204" pitchFamily="49" charset="0"/>
            </a:endParaRPr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80A0B3E7-B934-2FB4-6596-6E75000B89A3}"/>
              </a:ext>
            </a:extLst>
          </p:cNvPr>
          <p:cNvSpPr/>
          <p:nvPr/>
        </p:nvSpPr>
        <p:spPr>
          <a:xfrm>
            <a:off x="5427133" y="3496733"/>
            <a:ext cx="397934" cy="58613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6559269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43605-508B-0463-6301-DAF59199F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44ADB-EBE6-2B33-6BE4-77445D105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Looping Over</a:t>
            </a:r>
            <a:br>
              <a:rPr lang="en-CA" dirty="0"/>
            </a:br>
            <a:r>
              <a:rPr lang="en-CA" dirty="0"/>
              <a:t>Strings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9C69DA-4701-E46E-6841-F2570B81B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39</a:t>
            </a:fld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EE7C45-4280-5D9E-C409-74C8D4BC1E94}"/>
              </a:ext>
            </a:extLst>
          </p:cNvPr>
          <p:cNvSpPr txBox="1"/>
          <p:nvPr/>
        </p:nvSpPr>
        <p:spPr>
          <a:xfrm>
            <a:off x="2775219" y="2228671"/>
            <a:ext cx="664156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</a:rPr>
              <a:t>for letter in 'mumble':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if letter == 'm' or letter == 'M':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    print('this word has an "m"')</a:t>
            </a:r>
            <a:endParaRPr lang="en-AU" sz="2400" dirty="0"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7A8882-D3E3-674E-68CD-8474EB7DA63F}"/>
              </a:ext>
            </a:extLst>
          </p:cNvPr>
          <p:cNvSpPr txBox="1"/>
          <p:nvPr/>
        </p:nvSpPr>
        <p:spPr>
          <a:xfrm>
            <a:off x="372534" y="4946533"/>
            <a:ext cx="2504286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This function is more useful if we made it a Boolean function …</a:t>
            </a:r>
            <a:endParaRPr lang="en-A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79D3ED-6B75-AD46-D088-8638B268DF7B}"/>
              </a:ext>
            </a:extLst>
          </p:cNvPr>
          <p:cNvSpPr txBox="1"/>
          <p:nvPr/>
        </p:nvSpPr>
        <p:spPr>
          <a:xfrm>
            <a:off x="2775219" y="4082871"/>
            <a:ext cx="732123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</a:rPr>
              <a:t>def </a:t>
            </a:r>
            <a:r>
              <a:rPr lang="en-US" sz="2400" dirty="0" err="1">
                <a:latin typeface="Consolas" panose="020B0609020204030204" pitchFamily="49" charset="0"/>
              </a:rPr>
              <a:t>has_m_print</a:t>
            </a:r>
            <a:r>
              <a:rPr lang="en-US" sz="2400" dirty="0">
                <a:latin typeface="Consolas" panose="020B0609020204030204" pitchFamily="49" charset="0"/>
              </a:rPr>
              <a:t>(word):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for letter in word: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    if letter == 'm' or letter == 'M':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        print('this word has an "m"')</a:t>
            </a:r>
            <a:endParaRPr lang="en-AU" sz="2400" dirty="0">
              <a:latin typeface="Consolas" panose="020B0609020204030204" pitchFamily="49" charset="0"/>
            </a:endParaRPr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A256F549-13BD-4646-9D25-0DF3E15EE1D1}"/>
              </a:ext>
            </a:extLst>
          </p:cNvPr>
          <p:cNvSpPr/>
          <p:nvPr/>
        </p:nvSpPr>
        <p:spPr>
          <a:xfrm>
            <a:off x="5427133" y="3496733"/>
            <a:ext cx="397934" cy="58613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5362536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21231-216B-1F14-6817-D1DDCBFE7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481DD-2223-67E6-B9AC-E290D5B1B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Looping Over</a:t>
            </a:r>
            <a:br>
              <a:rPr lang="en-CA" dirty="0"/>
            </a:br>
            <a:r>
              <a:rPr lang="en-CA" dirty="0"/>
              <a:t>Strings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AFAD72-CB4B-AF22-65BA-40DEE5939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40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1FF1DC-4246-518A-8136-BC562D2907A8}"/>
              </a:ext>
            </a:extLst>
          </p:cNvPr>
          <p:cNvSpPr txBox="1"/>
          <p:nvPr/>
        </p:nvSpPr>
        <p:spPr>
          <a:xfrm>
            <a:off x="169331" y="4198882"/>
            <a:ext cx="2497669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This Boolean function is more flexible, but it doesn’t print anything.</a:t>
            </a:r>
            <a:endParaRPr lang="en-A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7DAAFC-8AD4-8EEA-4DDA-B4920174E64B}"/>
              </a:ext>
            </a:extLst>
          </p:cNvPr>
          <p:cNvSpPr txBox="1"/>
          <p:nvPr/>
        </p:nvSpPr>
        <p:spPr>
          <a:xfrm>
            <a:off x="2969951" y="1529556"/>
            <a:ext cx="732123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</a:rPr>
              <a:t>def </a:t>
            </a:r>
            <a:r>
              <a:rPr lang="en-US" sz="2400" dirty="0" err="1">
                <a:latin typeface="Consolas" panose="020B0609020204030204" pitchFamily="49" charset="0"/>
              </a:rPr>
              <a:t>has_m_print</a:t>
            </a:r>
            <a:r>
              <a:rPr lang="en-US" sz="2400" dirty="0">
                <a:latin typeface="Consolas" panose="020B0609020204030204" pitchFamily="49" charset="0"/>
              </a:rPr>
              <a:t>(word):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for letter in word: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    if letter == 'm' or letter == 'M':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        print('this word has an "m"')</a:t>
            </a:r>
            <a:endParaRPr lang="en-AU" sz="2400" dirty="0"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5E3D9C-3E36-EF3D-681B-4C1A7CD1CBBF}"/>
              </a:ext>
            </a:extLst>
          </p:cNvPr>
          <p:cNvSpPr txBox="1"/>
          <p:nvPr/>
        </p:nvSpPr>
        <p:spPr>
          <a:xfrm>
            <a:off x="2969950" y="3758784"/>
            <a:ext cx="732123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</a:rPr>
              <a:t>def </a:t>
            </a:r>
            <a:r>
              <a:rPr lang="en-US" sz="2400" dirty="0" err="1">
                <a:latin typeface="Consolas" panose="020B0609020204030204" pitchFamily="49" charset="0"/>
              </a:rPr>
              <a:t>has_m</a:t>
            </a:r>
            <a:r>
              <a:rPr lang="en-US" sz="2400" dirty="0">
                <a:latin typeface="Consolas" panose="020B0609020204030204" pitchFamily="49" charset="0"/>
              </a:rPr>
              <a:t>(word):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for letter in word: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    if letter == 'm' or letter == 'M':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        return True</a:t>
            </a:r>
            <a:br>
              <a:rPr lang="en-US" sz="2400" dirty="0">
                <a:latin typeface="Consolas" panose="020B0609020204030204" pitchFamily="49" charset="0"/>
              </a:rPr>
            </a:br>
            <a:r>
              <a:rPr lang="en-US" sz="2400" dirty="0">
                <a:latin typeface="Consolas" panose="020B0609020204030204" pitchFamily="49" charset="0"/>
              </a:rPr>
              <a:t>    return False</a:t>
            </a:r>
            <a:endParaRPr lang="en-AU" sz="2400" dirty="0">
              <a:latin typeface="Consolas" panose="020B0609020204030204" pitchFamily="49" charset="0"/>
            </a:endParaRPr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A7DCF312-9291-8BF9-E7B9-C6905917BFA9}"/>
              </a:ext>
            </a:extLst>
          </p:cNvPr>
          <p:cNvSpPr/>
          <p:nvPr/>
        </p:nvSpPr>
        <p:spPr>
          <a:xfrm>
            <a:off x="4512733" y="3099216"/>
            <a:ext cx="397934" cy="58613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5271304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AB8E0-6B8D-9F86-1861-F9B3C0C2E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2C2B2-57D4-B83A-D541-9485D7E30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Looping Over</a:t>
            </a:r>
            <a:br>
              <a:rPr lang="en-CA" dirty="0"/>
            </a:br>
            <a:r>
              <a:rPr lang="en-CA" dirty="0"/>
              <a:t>Strings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5F7FBE-63E7-B2C0-4714-7096ED81C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41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E37E92-F3B7-37BD-FA88-1E0ED65BEC0C}"/>
              </a:ext>
            </a:extLst>
          </p:cNvPr>
          <p:cNvSpPr txBox="1"/>
          <p:nvPr/>
        </p:nvSpPr>
        <p:spPr>
          <a:xfrm>
            <a:off x="363683" y="4031898"/>
            <a:ext cx="2371002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This should print “has an m” just if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word</a:t>
            </a:r>
            <a:r>
              <a:rPr lang="en-CA" dirty="0"/>
              <a:t> has one or more zero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m</a:t>
            </a:r>
            <a:r>
              <a:rPr lang="en-CA" dirty="0"/>
              <a:t> characters.</a:t>
            </a:r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111911-A4DA-4338-B256-2CC3B41A8F91}"/>
              </a:ext>
            </a:extLst>
          </p:cNvPr>
          <p:cNvSpPr txBox="1"/>
          <p:nvPr/>
        </p:nvSpPr>
        <p:spPr>
          <a:xfrm>
            <a:off x="3283216" y="1430450"/>
            <a:ext cx="732123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</a:rPr>
              <a:t>def </a:t>
            </a:r>
            <a:r>
              <a:rPr lang="en-US" sz="2400" dirty="0" err="1">
                <a:latin typeface="Consolas" panose="020B0609020204030204" pitchFamily="49" charset="0"/>
              </a:rPr>
              <a:t>has_m</a:t>
            </a:r>
            <a:r>
              <a:rPr lang="en-US" sz="2400" dirty="0">
                <a:latin typeface="Consolas" panose="020B0609020204030204" pitchFamily="49" charset="0"/>
              </a:rPr>
              <a:t>(word):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for letter in word: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    if letter == 'm' or letter == 'M':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        return True</a:t>
            </a:r>
            <a:br>
              <a:rPr lang="en-US" sz="2400" dirty="0">
                <a:latin typeface="Consolas" panose="020B0609020204030204" pitchFamily="49" charset="0"/>
              </a:rPr>
            </a:br>
            <a:r>
              <a:rPr lang="en-US" sz="2400" dirty="0">
                <a:latin typeface="Consolas" panose="020B0609020204030204" pitchFamily="49" charset="0"/>
              </a:rPr>
              <a:t>    return False</a:t>
            </a:r>
            <a:endParaRPr lang="en-AU" sz="2400" dirty="0"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2B802B-332C-4F42-0FF7-475BCFAE0F05}"/>
              </a:ext>
            </a:extLst>
          </p:cNvPr>
          <p:cNvSpPr txBox="1"/>
          <p:nvPr/>
        </p:nvSpPr>
        <p:spPr>
          <a:xfrm>
            <a:off x="3901012" y="4724396"/>
            <a:ext cx="134363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6000" dirty="0">
                <a:solidFill>
                  <a:srgbClr val="FF0000"/>
                </a:solidFill>
              </a:rPr>
              <a:t>???</a:t>
            </a:r>
            <a:endParaRPr lang="en-AU" sz="6000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C14423-E61F-1922-C372-712C6927C8FF}"/>
              </a:ext>
            </a:extLst>
          </p:cNvPr>
          <p:cNvSpPr txBox="1"/>
          <p:nvPr/>
        </p:nvSpPr>
        <p:spPr>
          <a:xfrm>
            <a:off x="3283216" y="4262731"/>
            <a:ext cx="39228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</a:rPr>
              <a:t>def </a:t>
            </a:r>
            <a:r>
              <a:rPr lang="en-US" sz="2400" dirty="0" err="1">
                <a:latin typeface="Consolas" panose="020B0609020204030204" pitchFamily="49" charset="0"/>
              </a:rPr>
              <a:t>has_m_print</a:t>
            </a:r>
            <a:r>
              <a:rPr lang="en-US" sz="2400" dirty="0">
                <a:latin typeface="Consolas" panose="020B0609020204030204" pitchFamily="49" charset="0"/>
              </a:rPr>
              <a:t>(word):</a:t>
            </a:r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A18D1480-BD70-4C7E-D16A-F2C2EF014E22}"/>
              </a:ext>
            </a:extLst>
          </p:cNvPr>
          <p:cNvSpPr/>
          <p:nvPr/>
        </p:nvSpPr>
        <p:spPr>
          <a:xfrm>
            <a:off x="6096000" y="3488559"/>
            <a:ext cx="321733" cy="51617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8006453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AAA53-FCE7-FDF5-4FFB-7ED789267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666E7-820F-3DC2-4195-75218FF69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Looping Over</a:t>
            </a:r>
            <a:br>
              <a:rPr lang="en-CA" dirty="0"/>
            </a:br>
            <a:r>
              <a:rPr lang="en-CA" dirty="0"/>
              <a:t>Strings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A3A2B2-1C8A-C37E-0371-FD0465C2C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42</a:t>
            </a:fld>
            <a:endParaRPr lang="en-A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A52524-A5A6-C2E4-3F53-E201C8E55D83}"/>
              </a:ext>
            </a:extLst>
          </p:cNvPr>
          <p:cNvSpPr txBox="1"/>
          <p:nvPr/>
        </p:nvSpPr>
        <p:spPr>
          <a:xfrm>
            <a:off x="3283216" y="4262731"/>
            <a:ext cx="647164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</a:rPr>
              <a:t>def </a:t>
            </a:r>
            <a:r>
              <a:rPr lang="en-US" sz="2400" dirty="0" err="1">
                <a:latin typeface="Consolas" panose="020B0609020204030204" pitchFamily="49" charset="0"/>
              </a:rPr>
              <a:t>has_m_print</a:t>
            </a:r>
            <a:r>
              <a:rPr lang="en-US" sz="2400" dirty="0">
                <a:latin typeface="Consolas" panose="020B0609020204030204" pitchFamily="49" charset="0"/>
              </a:rPr>
              <a:t>(word):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if </a:t>
            </a:r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has_m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(word)</a:t>
            </a:r>
            <a:r>
              <a:rPr lang="en-US" sz="2400" dirty="0">
                <a:latin typeface="Consolas" panose="020B0609020204030204" pitchFamily="49" charset="0"/>
              </a:rPr>
              <a:t>: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    print('this word has an "m"')</a:t>
            </a:r>
            <a:endParaRPr lang="en-AU" sz="2400" dirty="0"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EF7799-B760-906A-E9F9-0E9768AF8F02}"/>
              </a:ext>
            </a:extLst>
          </p:cNvPr>
          <p:cNvSpPr txBox="1"/>
          <p:nvPr/>
        </p:nvSpPr>
        <p:spPr>
          <a:xfrm>
            <a:off x="3283216" y="1430450"/>
            <a:ext cx="732123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</a:rPr>
              <a:t>def </a:t>
            </a:r>
            <a:r>
              <a:rPr lang="en-US" sz="2400" dirty="0" err="1">
                <a:latin typeface="Consolas" panose="020B0609020204030204" pitchFamily="49" charset="0"/>
              </a:rPr>
              <a:t>has_m</a:t>
            </a:r>
            <a:r>
              <a:rPr lang="en-US" sz="2400" dirty="0">
                <a:latin typeface="Consolas" panose="020B0609020204030204" pitchFamily="49" charset="0"/>
              </a:rPr>
              <a:t>(word):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for letter in word: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    if letter == 'm' or letter == 'M':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        return True</a:t>
            </a:r>
            <a:br>
              <a:rPr lang="en-US" sz="2400" dirty="0">
                <a:latin typeface="Consolas" panose="020B0609020204030204" pitchFamily="49" charset="0"/>
              </a:rPr>
            </a:br>
            <a:r>
              <a:rPr lang="en-US" sz="2400" dirty="0">
                <a:latin typeface="Consolas" panose="020B0609020204030204" pitchFamily="49" charset="0"/>
              </a:rPr>
              <a:t>    return False</a:t>
            </a:r>
            <a:endParaRPr lang="en-AU" sz="2400" dirty="0">
              <a:latin typeface="Consolas" panose="020B0609020204030204" pitchFamily="49" charset="0"/>
            </a:endParaRPr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34860359-E73E-1AF2-106E-8A6C3618737C}"/>
              </a:ext>
            </a:extLst>
          </p:cNvPr>
          <p:cNvSpPr/>
          <p:nvPr/>
        </p:nvSpPr>
        <p:spPr>
          <a:xfrm>
            <a:off x="6096000" y="3488559"/>
            <a:ext cx="321733" cy="51617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CF663D-4C43-CFDA-384D-09F8B0CB284C}"/>
              </a:ext>
            </a:extLst>
          </p:cNvPr>
          <p:cNvSpPr txBox="1"/>
          <p:nvPr/>
        </p:nvSpPr>
        <p:spPr>
          <a:xfrm>
            <a:off x="363683" y="4031898"/>
            <a:ext cx="2371002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This should print “has an m” just if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word</a:t>
            </a:r>
            <a:r>
              <a:rPr lang="en-CA" dirty="0"/>
              <a:t> has one or more zero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m</a:t>
            </a:r>
            <a:r>
              <a:rPr lang="en-CA" dirty="0"/>
              <a:t> characters.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0834389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D9ABE-5941-63C6-5A0B-66897DEEE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4A25D-9ED9-85FC-5969-702D36801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Looping Over</a:t>
            </a:r>
            <a:br>
              <a:rPr lang="en-CA" dirty="0"/>
            </a:br>
            <a:r>
              <a:rPr lang="en-CA" dirty="0"/>
              <a:t>Strings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28069D-7FA0-F327-47A6-EA216B83C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43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2E5B17-BA4C-5026-B057-CBA5D95EBEA1}"/>
              </a:ext>
            </a:extLst>
          </p:cNvPr>
          <p:cNvSpPr txBox="1"/>
          <p:nvPr/>
        </p:nvSpPr>
        <p:spPr>
          <a:xfrm>
            <a:off x="3527448" y="631218"/>
            <a:ext cx="2048886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 err="1">
                <a:latin typeface="Consolas" panose="020B0609020204030204" pitchFamily="49" charset="0"/>
              </a:rPr>
              <a:t>has_m</a:t>
            </a:r>
            <a:r>
              <a:rPr lang="en-CA" dirty="0">
                <a:latin typeface="Consolas" panose="020B0609020204030204" pitchFamily="49" charset="0"/>
              </a:rPr>
              <a:t> </a:t>
            </a:r>
            <a:r>
              <a:rPr lang="en-CA" dirty="0"/>
              <a:t>can be written in a few different ways …</a:t>
            </a:r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D70111-B059-72CC-B0E4-D6B5EEAF4706}"/>
              </a:ext>
            </a:extLst>
          </p:cNvPr>
          <p:cNvSpPr txBox="1"/>
          <p:nvPr/>
        </p:nvSpPr>
        <p:spPr>
          <a:xfrm>
            <a:off x="177799" y="2031584"/>
            <a:ext cx="5503430" cy="1477328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def </a:t>
            </a:r>
            <a:r>
              <a:rPr lang="en-US" dirty="0" err="1">
                <a:latin typeface="Consolas" panose="020B0609020204030204" pitchFamily="49" charset="0"/>
              </a:rPr>
              <a:t>has_m</a:t>
            </a:r>
            <a:r>
              <a:rPr lang="en-US" dirty="0">
                <a:latin typeface="Consolas" panose="020B0609020204030204" pitchFamily="49" charset="0"/>
              </a:rPr>
              <a:t>(word):</a:t>
            </a:r>
          </a:p>
          <a:p>
            <a:r>
              <a:rPr lang="en-US" dirty="0">
                <a:latin typeface="Consolas" panose="020B0609020204030204" pitchFamily="49" charset="0"/>
              </a:rPr>
              <a:t>    for letter in word:</a:t>
            </a:r>
          </a:p>
          <a:p>
            <a:r>
              <a:rPr lang="en-US" dirty="0">
                <a:latin typeface="Consolas" panose="020B0609020204030204" pitchFamily="49" charset="0"/>
              </a:rPr>
              <a:t>        if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letter == 'm' or letter == 'M'</a:t>
            </a:r>
            <a:r>
              <a:rPr lang="en-US" dirty="0">
                <a:latin typeface="Consolas" panose="020B0609020204030204" pitchFamily="49" charset="0"/>
              </a:rPr>
              <a:t>:</a:t>
            </a:r>
          </a:p>
          <a:p>
            <a:r>
              <a:rPr lang="en-US" dirty="0">
                <a:latin typeface="Consolas" panose="020B0609020204030204" pitchFamily="49" charset="0"/>
              </a:rPr>
              <a:t>            return True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   return False</a:t>
            </a:r>
            <a:endParaRPr lang="en-AU" dirty="0"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0F47C4-F0DD-6CB6-EDE9-590F98045FF6}"/>
              </a:ext>
            </a:extLst>
          </p:cNvPr>
          <p:cNvSpPr txBox="1"/>
          <p:nvPr/>
        </p:nvSpPr>
        <p:spPr>
          <a:xfrm>
            <a:off x="6519333" y="416343"/>
            <a:ext cx="4363695" cy="1477328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def </a:t>
            </a:r>
            <a:r>
              <a:rPr lang="en-US" dirty="0" err="1">
                <a:latin typeface="Consolas" panose="020B0609020204030204" pitchFamily="49" charset="0"/>
              </a:rPr>
              <a:t>has_m</a:t>
            </a:r>
            <a:r>
              <a:rPr lang="en-US" dirty="0">
                <a:latin typeface="Consolas" panose="020B0609020204030204" pitchFamily="49" charset="0"/>
              </a:rPr>
              <a:t>(word):</a:t>
            </a:r>
          </a:p>
          <a:p>
            <a:r>
              <a:rPr lang="en-US" dirty="0">
                <a:latin typeface="Consolas" panose="020B0609020204030204" pitchFamily="49" charset="0"/>
              </a:rPr>
              <a:t>    for letter in word:</a:t>
            </a:r>
          </a:p>
          <a:p>
            <a:r>
              <a:rPr lang="en-US" dirty="0">
                <a:latin typeface="Consolas" panose="020B0609020204030204" pitchFamily="49" charset="0"/>
              </a:rPr>
              <a:t>        if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letter.lower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() == 'm'</a:t>
            </a:r>
            <a:r>
              <a:rPr lang="en-US" dirty="0">
                <a:latin typeface="Consolas" panose="020B0609020204030204" pitchFamily="49" charset="0"/>
              </a:rPr>
              <a:t>:</a:t>
            </a:r>
          </a:p>
          <a:p>
            <a:r>
              <a:rPr lang="en-US" dirty="0">
                <a:latin typeface="Consolas" panose="020B0609020204030204" pitchFamily="49" charset="0"/>
              </a:rPr>
              <a:t>            return True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   return False</a:t>
            </a:r>
            <a:endParaRPr lang="en-AU" dirty="0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116D67-CD6F-A15C-FEFE-BD06FFEB5027}"/>
              </a:ext>
            </a:extLst>
          </p:cNvPr>
          <p:cNvSpPr txBox="1"/>
          <p:nvPr/>
        </p:nvSpPr>
        <p:spPr>
          <a:xfrm>
            <a:off x="6510773" y="2136659"/>
            <a:ext cx="4363695" cy="1477328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def </a:t>
            </a:r>
            <a:r>
              <a:rPr lang="en-US" dirty="0" err="1">
                <a:latin typeface="Consolas" panose="020B0609020204030204" pitchFamily="49" charset="0"/>
              </a:rPr>
              <a:t>has_m</a:t>
            </a:r>
            <a:r>
              <a:rPr lang="en-US" dirty="0">
                <a:latin typeface="Consolas" panose="020B0609020204030204" pitchFamily="49" charset="0"/>
              </a:rPr>
              <a:t>(word):</a:t>
            </a:r>
          </a:p>
          <a:p>
            <a:r>
              <a:rPr lang="en-US" dirty="0">
                <a:latin typeface="Consolas" panose="020B0609020204030204" pitchFamily="49" charset="0"/>
              </a:rPr>
              <a:t>    for letter in word:</a:t>
            </a:r>
          </a:p>
          <a:p>
            <a:r>
              <a:rPr lang="en-US" dirty="0">
                <a:latin typeface="Consolas" panose="020B0609020204030204" pitchFamily="49" charset="0"/>
              </a:rPr>
              <a:t>        if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letter in 'mM'</a:t>
            </a:r>
            <a:r>
              <a:rPr lang="en-US" dirty="0">
                <a:latin typeface="Consolas" panose="020B0609020204030204" pitchFamily="49" charset="0"/>
              </a:rPr>
              <a:t>:</a:t>
            </a:r>
          </a:p>
          <a:p>
            <a:r>
              <a:rPr lang="en-US" dirty="0">
                <a:latin typeface="Consolas" panose="020B0609020204030204" pitchFamily="49" charset="0"/>
              </a:rPr>
              <a:t>            return True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   return False</a:t>
            </a:r>
            <a:endParaRPr lang="en-AU" dirty="0"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093AF8-3C65-028C-9839-09B5C5E93872}"/>
              </a:ext>
            </a:extLst>
          </p:cNvPr>
          <p:cNvSpPr txBox="1"/>
          <p:nvPr/>
        </p:nvSpPr>
        <p:spPr>
          <a:xfrm>
            <a:off x="6510772" y="3897370"/>
            <a:ext cx="4363695" cy="646331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def </a:t>
            </a:r>
            <a:r>
              <a:rPr lang="en-US" dirty="0" err="1">
                <a:latin typeface="Consolas" panose="020B0609020204030204" pitchFamily="49" charset="0"/>
              </a:rPr>
              <a:t>has_m</a:t>
            </a:r>
            <a:r>
              <a:rPr lang="en-US" dirty="0">
                <a:latin typeface="Consolas" panose="020B0609020204030204" pitchFamily="49" charset="0"/>
              </a:rPr>
              <a:t>(word):</a:t>
            </a:r>
          </a:p>
          <a:p>
            <a:r>
              <a:rPr lang="en-US" dirty="0"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return 'm' in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word.lower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()</a:t>
            </a:r>
            <a:endParaRPr lang="en-AU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F88C1D-F3E5-FD2F-F7CD-30883642F284}"/>
              </a:ext>
            </a:extLst>
          </p:cNvPr>
          <p:cNvSpPr txBox="1"/>
          <p:nvPr/>
        </p:nvSpPr>
        <p:spPr>
          <a:xfrm>
            <a:off x="157567" y="1670719"/>
            <a:ext cx="308098" cy="369332"/>
          </a:xfrm>
          <a:prstGeom prst="rect">
            <a:avLst/>
          </a:prstGeom>
          <a:solidFill>
            <a:srgbClr val="00B050"/>
          </a:solidFill>
        </p:spPr>
        <p:txBody>
          <a:bodyPr wrap="none" rtlCol="0">
            <a:sp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1</a:t>
            </a:r>
            <a:endParaRPr lang="en-AU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44D4C3-6D53-6E7F-AA84-28DEB98BE84A}"/>
              </a:ext>
            </a:extLst>
          </p:cNvPr>
          <p:cNvSpPr txBox="1"/>
          <p:nvPr/>
        </p:nvSpPr>
        <p:spPr>
          <a:xfrm>
            <a:off x="6222823" y="402499"/>
            <a:ext cx="308098" cy="369332"/>
          </a:xfrm>
          <a:prstGeom prst="rect">
            <a:avLst/>
          </a:prstGeom>
          <a:solidFill>
            <a:srgbClr val="00B050"/>
          </a:solidFill>
        </p:spPr>
        <p:txBody>
          <a:bodyPr wrap="none" rtlCol="0">
            <a:sp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2</a:t>
            </a:r>
            <a:endParaRPr lang="en-AU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A5D173-8047-BC65-C524-3B2DB27ACCB6}"/>
              </a:ext>
            </a:extLst>
          </p:cNvPr>
          <p:cNvSpPr txBox="1"/>
          <p:nvPr/>
        </p:nvSpPr>
        <p:spPr>
          <a:xfrm>
            <a:off x="6222823" y="2136659"/>
            <a:ext cx="308098" cy="369332"/>
          </a:xfrm>
          <a:prstGeom prst="rect">
            <a:avLst/>
          </a:prstGeom>
          <a:solidFill>
            <a:srgbClr val="00B050"/>
          </a:solidFill>
        </p:spPr>
        <p:txBody>
          <a:bodyPr wrap="none" rtlCol="0">
            <a:sp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3</a:t>
            </a:r>
            <a:endParaRPr lang="en-AU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0EABD3-A674-E6B1-C327-CF8900625BD4}"/>
              </a:ext>
            </a:extLst>
          </p:cNvPr>
          <p:cNvSpPr txBox="1"/>
          <p:nvPr/>
        </p:nvSpPr>
        <p:spPr>
          <a:xfrm>
            <a:off x="6211235" y="3897370"/>
            <a:ext cx="308098" cy="369332"/>
          </a:xfrm>
          <a:prstGeom prst="rect">
            <a:avLst/>
          </a:prstGeom>
          <a:solidFill>
            <a:srgbClr val="00B050"/>
          </a:solidFill>
        </p:spPr>
        <p:txBody>
          <a:bodyPr wrap="none" rtlCol="0">
            <a:sp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4</a:t>
            </a:r>
            <a:endParaRPr lang="en-AU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89A27F8B-AE53-E8F3-9279-2BC418070B8A}"/>
                  </a:ext>
                </a:extLst>
              </p14:cNvPr>
              <p14:cNvContentPartPr/>
              <p14:nvPr/>
            </p14:nvContentPartPr>
            <p14:xfrm>
              <a:off x="240840" y="501480"/>
              <a:ext cx="10135440" cy="404532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89A27F8B-AE53-E8F3-9279-2BC418070B8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1480" y="492120"/>
                <a:ext cx="10154160" cy="4064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7866751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88064-E409-266F-4D21-B4FE39E34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09E63-70C3-03D2-884B-CE2F1AFBD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Looping Over</a:t>
            </a:r>
            <a:br>
              <a:rPr lang="en-CA" dirty="0"/>
            </a:br>
            <a:r>
              <a:rPr lang="en-CA" dirty="0"/>
              <a:t>Strings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C7B910-BC24-AD4E-8DCA-29C75FBBB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44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2CDA45-9367-2C75-ABF5-874D5AB7F3EF}"/>
              </a:ext>
            </a:extLst>
          </p:cNvPr>
          <p:cNvSpPr txBox="1"/>
          <p:nvPr/>
        </p:nvSpPr>
        <p:spPr>
          <a:xfrm>
            <a:off x="3527448" y="631218"/>
            <a:ext cx="2048886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 err="1">
                <a:latin typeface="Consolas" panose="020B0609020204030204" pitchFamily="49" charset="0"/>
              </a:rPr>
              <a:t>has_m</a:t>
            </a:r>
            <a:r>
              <a:rPr lang="en-CA" dirty="0">
                <a:latin typeface="Consolas" panose="020B0609020204030204" pitchFamily="49" charset="0"/>
              </a:rPr>
              <a:t> </a:t>
            </a:r>
            <a:r>
              <a:rPr lang="en-CA" dirty="0"/>
              <a:t>can be written in a few different ways …</a:t>
            </a:r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AA5CFE-A480-9528-FD57-F41BB8912EB2}"/>
              </a:ext>
            </a:extLst>
          </p:cNvPr>
          <p:cNvSpPr txBox="1"/>
          <p:nvPr/>
        </p:nvSpPr>
        <p:spPr>
          <a:xfrm>
            <a:off x="177799" y="2031584"/>
            <a:ext cx="5503430" cy="1477328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def </a:t>
            </a:r>
            <a:r>
              <a:rPr lang="en-US" dirty="0" err="1">
                <a:latin typeface="Consolas" panose="020B0609020204030204" pitchFamily="49" charset="0"/>
              </a:rPr>
              <a:t>has_m</a:t>
            </a:r>
            <a:r>
              <a:rPr lang="en-US" dirty="0">
                <a:latin typeface="Consolas" panose="020B0609020204030204" pitchFamily="49" charset="0"/>
              </a:rPr>
              <a:t>(word):</a:t>
            </a:r>
          </a:p>
          <a:p>
            <a:r>
              <a:rPr lang="en-US" dirty="0">
                <a:latin typeface="Consolas" panose="020B0609020204030204" pitchFamily="49" charset="0"/>
              </a:rPr>
              <a:t>    for letter in word:</a:t>
            </a:r>
          </a:p>
          <a:p>
            <a:r>
              <a:rPr lang="en-US" dirty="0">
                <a:latin typeface="Consolas" panose="020B0609020204030204" pitchFamily="49" charset="0"/>
              </a:rPr>
              <a:t>        if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letter == 'm' or letter == 'M'</a:t>
            </a:r>
            <a:r>
              <a:rPr lang="en-US" dirty="0">
                <a:latin typeface="Consolas" panose="020B0609020204030204" pitchFamily="49" charset="0"/>
              </a:rPr>
              <a:t>:</a:t>
            </a:r>
          </a:p>
          <a:p>
            <a:r>
              <a:rPr lang="en-US" dirty="0">
                <a:latin typeface="Consolas" panose="020B0609020204030204" pitchFamily="49" charset="0"/>
              </a:rPr>
              <a:t>            return True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   return False</a:t>
            </a:r>
            <a:endParaRPr lang="en-AU" dirty="0"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93D1AA-AE4B-E42F-E279-8E22C651E472}"/>
              </a:ext>
            </a:extLst>
          </p:cNvPr>
          <p:cNvSpPr txBox="1"/>
          <p:nvPr/>
        </p:nvSpPr>
        <p:spPr>
          <a:xfrm>
            <a:off x="6519333" y="416343"/>
            <a:ext cx="4363695" cy="1477328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def </a:t>
            </a:r>
            <a:r>
              <a:rPr lang="en-US" dirty="0" err="1">
                <a:latin typeface="Consolas" panose="020B0609020204030204" pitchFamily="49" charset="0"/>
              </a:rPr>
              <a:t>has_m</a:t>
            </a:r>
            <a:r>
              <a:rPr lang="en-US" dirty="0">
                <a:latin typeface="Consolas" panose="020B0609020204030204" pitchFamily="49" charset="0"/>
              </a:rPr>
              <a:t>(word):</a:t>
            </a:r>
          </a:p>
          <a:p>
            <a:r>
              <a:rPr lang="en-US" dirty="0">
                <a:latin typeface="Consolas" panose="020B0609020204030204" pitchFamily="49" charset="0"/>
              </a:rPr>
              <a:t>    for letter in word:</a:t>
            </a:r>
          </a:p>
          <a:p>
            <a:r>
              <a:rPr lang="en-US" dirty="0">
                <a:latin typeface="Consolas" panose="020B0609020204030204" pitchFamily="49" charset="0"/>
              </a:rPr>
              <a:t>        if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letter.lower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() == 'm'</a:t>
            </a:r>
            <a:r>
              <a:rPr lang="en-US" dirty="0">
                <a:latin typeface="Consolas" panose="020B0609020204030204" pitchFamily="49" charset="0"/>
              </a:rPr>
              <a:t>:</a:t>
            </a:r>
          </a:p>
          <a:p>
            <a:r>
              <a:rPr lang="en-US" dirty="0">
                <a:latin typeface="Consolas" panose="020B0609020204030204" pitchFamily="49" charset="0"/>
              </a:rPr>
              <a:t>            return True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   return False</a:t>
            </a:r>
            <a:endParaRPr lang="en-AU" dirty="0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669F72-69BC-BFF6-6FED-BF7E7D67AC5E}"/>
              </a:ext>
            </a:extLst>
          </p:cNvPr>
          <p:cNvSpPr txBox="1"/>
          <p:nvPr/>
        </p:nvSpPr>
        <p:spPr>
          <a:xfrm>
            <a:off x="6510773" y="2136659"/>
            <a:ext cx="4363695" cy="1477328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def </a:t>
            </a:r>
            <a:r>
              <a:rPr lang="en-US" dirty="0" err="1">
                <a:latin typeface="Consolas" panose="020B0609020204030204" pitchFamily="49" charset="0"/>
              </a:rPr>
              <a:t>has_m</a:t>
            </a:r>
            <a:r>
              <a:rPr lang="en-US" dirty="0">
                <a:latin typeface="Consolas" panose="020B0609020204030204" pitchFamily="49" charset="0"/>
              </a:rPr>
              <a:t>(word):</a:t>
            </a:r>
          </a:p>
          <a:p>
            <a:r>
              <a:rPr lang="en-US" dirty="0">
                <a:latin typeface="Consolas" panose="020B0609020204030204" pitchFamily="49" charset="0"/>
              </a:rPr>
              <a:t>    for letter in word:</a:t>
            </a:r>
          </a:p>
          <a:p>
            <a:r>
              <a:rPr lang="en-US" dirty="0">
                <a:latin typeface="Consolas" panose="020B0609020204030204" pitchFamily="49" charset="0"/>
              </a:rPr>
              <a:t>        if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letter in 'mM'</a:t>
            </a:r>
            <a:r>
              <a:rPr lang="en-US" dirty="0">
                <a:latin typeface="Consolas" panose="020B0609020204030204" pitchFamily="49" charset="0"/>
              </a:rPr>
              <a:t>:</a:t>
            </a:r>
          </a:p>
          <a:p>
            <a:r>
              <a:rPr lang="en-US" dirty="0">
                <a:latin typeface="Consolas" panose="020B0609020204030204" pitchFamily="49" charset="0"/>
              </a:rPr>
              <a:t>            return True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   return False</a:t>
            </a:r>
            <a:endParaRPr lang="en-AU" dirty="0"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BCA59A-4832-0EE0-DDA5-F45D2A4351EB}"/>
              </a:ext>
            </a:extLst>
          </p:cNvPr>
          <p:cNvSpPr txBox="1"/>
          <p:nvPr/>
        </p:nvSpPr>
        <p:spPr>
          <a:xfrm>
            <a:off x="6510772" y="3897370"/>
            <a:ext cx="4363695" cy="646331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def </a:t>
            </a:r>
            <a:r>
              <a:rPr lang="en-US" dirty="0" err="1">
                <a:latin typeface="Consolas" panose="020B0609020204030204" pitchFamily="49" charset="0"/>
              </a:rPr>
              <a:t>has_m</a:t>
            </a:r>
            <a:r>
              <a:rPr lang="en-US" dirty="0">
                <a:latin typeface="Consolas" panose="020B0609020204030204" pitchFamily="49" charset="0"/>
              </a:rPr>
              <a:t>(word):</a:t>
            </a:r>
          </a:p>
          <a:p>
            <a:r>
              <a:rPr lang="en-US" dirty="0"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return 'm' in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word.lower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()</a:t>
            </a:r>
            <a:endParaRPr lang="en-AU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F75B11-B431-73B1-E61D-D8E4AE333AEE}"/>
              </a:ext>
            </a:extLst>
          </p:cNvPr>
          <p:cNvSpPr txBox="1"/>
          <p:nvPr/>
        </p:nvSpPr>
        <p:spPr>
          <a:xfrm>
            <a:off x="7544246" y="5017520"/>
            <a:ext cx="2743200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This version is nice and short, but converting the entire word to lowercase may not be necessary.</a:t>
            </a:r>
            <a:endParaRPr lang="en-A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1FB11E9-809A-8519-2140-5789610FFB32}"/>
              </a:ext>
            </a:extLst>
          </p:cNvPr>
          <p:cNvSpPr txBox="1"/>
          <p:nvPr/>
        </p:nvSpPr>
        <p:spPr>
          <a:xfrm>
            <a:off x="2556956" y="4769027"/>
            <a:ext cx="43636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 err="1">
                <a:latin typeface="Consolas" panose="020B0609020204030204" pitchFamily="49" charset="0"/>
              </a:rPr>
              <a:t>has_m</a:t>
            </a:r>
            <a:r>
              <a:rPr lang="en-CA" dirty="0">
                <a:latin typeface="Consolas" panose="020B0609020204030204" pitchFamily="49" charset="0"/>
              </a:rPr>
              <a:t>('MANY PEOPLE LIKE PYTHON')</a:t>
            </a:r>
            <a:endParaRPr lang="en-AU" dirty="0">
              <a:latin typeface="Consolas" panose="020B0609020204030204" pitchFamily="49" charset="0"/>
            </a:endParaRPr>
          </a:p>
        </p:txBody>
      </p:sp>
      <p:sp>
        <p:nvSpPr>
          <p:cNvPr id="15" name="Left Brace 14">
            <a:extLst>
              <a:ext uri="{FF2B5EF4-FFF2-40B4-BE49-F238E27FC236}">
                <a16:creationId xmlns:a16="http://schemas.microsoft.com/office/drawing/2014/main" id="{F5AADF77-E4B1-6D69-C219-148A1C84C0A4}"/>
              </a:ext>
            </a:extLst>
          </p:cNvPr>
          <p:cNvSpPr/>
          <p:nvPr/>
        </p:nvSpPr>
        <p:spPr>
          <a:xfrm rot="16200000">
            <a:off x="4909114" y="3712806"/>
            <a:ext cx="228553" cy="2991885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5A7A09F-EB55-ED8B-0D95-0D31BB405D60}"/>
              </a:ext>
            </a:extLst>
          </p:cNvPr>
          <p:cNvSpPr txBox="1"/>
          <p:nvPr/>
        </p:nvSpPr>
        <p:spPr>
          <a:xfrm>
            <a:off x="3117569" y="5373008"/>
            <a:ext cx="339320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latin typeface="Consolas" panose="020B0609020204030204" pitchFamily="49" charset="0"/>
              </a:rPr>
              <a:t>M</a:t>
            </a:r>
            <a:r>
              <a:rPr lang="en-CA" dirty="0"/>
              <a:t> is the first character of the string. No need to convert all the other letters to lower case.</a:t>
            </a:r>
            <a:endParaRPr lang="en-AU" dirty="0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6F07AAFD-D421-94CE-FF76-F2BE43242925}"/>
              </a:ext>
            </a:extLst>
          </p:cNvPr>
          <p:cNvSpPr/>
          <p:nvPr/>
        </p:nvSpPr>
        <p:spPr>
          <a:xfrm rot="10800000">
            <a:off x="6976956" y="5477647"/>
            <a:ext cx="364066" cy="27853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4A8DBC5-6B4A-CAC6-6AA5-1749636F0916}"/>
              </a:ext>
            </a:extLst>
          </p:cNvPr>
          <p:cNvSpPr txBox="1"/>
          <p:nvPr/>
        </p:nvSpPr>
        <p:spPr>
          <a:xfrm>
            <a:off x="6920651" y="5152203"/>
            <a:ext cx="543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e.g.</a:t>
            </a:r>
            <a:endParaRPr lang="en-AU" dirty="0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2D6B05DE-BEB6-BC9F-81E0-5939DEB2DBBE}"/>
              </a:ext>
            </a:extLst>
          </p:cNvPr>
          <p:cNvSpPr/>
          <p:nvPr/>
        </p:nvSpPr>
        <p:spPr>
          <a:xfrm rot="16200000">
            <a:off x="8658416" y="4641341"/>
            <a:ext cx="364066" cy="27853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7D467A-BC5F-83E5-B889-93DEDC64450A}"/>
              </a:ext>
            </a:extLst>
          </p:cNvPr>
          <p:cNvSpPr txBox="1"/>
          <p:nvPr/>
        </p:nvSpPr>
        <p:spPr>
          <a:xfrm>
            <a:off x="157567" y="1670719"/>
            <a:ext cx="308098" cy="369332"/>
          </a:xfrm>
          <a:prstGeom prst="rect">
            <a:avLst/>
          </a:prstGeom>
          <a:solidFill>
            <a:srgbClr val="00B050"/>
          </a:solidFill>
        </p:spPr>
        <p:txBody>
          <a:bodyPr wrap="none" rtlCol="0">
            <a:sp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1</a:t>
            </a:r>
            <a:endParaRPr lang="en-AU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4AA208-4FF0-5C7D-E4B3-D7156D158D82}"/>
              </a:ext>
            </a:extLst>
          </p:cNvPr>
          <p:cNvSpPr txBox="1"/>
          <p:nvPr/>
        </p:nvSpPr>
        <p:spPr>
          <a:xfrm>
            <a:off x="6222823" y="402499"/>
            <a:ext cx="308098" cy="369332"/>
          </a:xfrm>
          <a:prstGeom prst="rect">
            <a:avLst/>
          </a:prstGeom>
          <a:solidFill>
            <a:srgbClr val="00B050"/>
          </a:solidFill>
        </p:spPr>
        <p:txBody>
          <a:bodyPr wrap="none" rtlCol="0">
            <a:sp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2</a:t>
            </a:r>
            <a:endParaRPr lang="en-AU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DA05B7-1356-CEEF-DB2A-3614874DFFFC}"/>
              </a:ext>
            </a:extLst>
          </p:cNvPr>
          <p:cNvSpPr txBox="1"/>
          <p:nvPr/>
        </p:nvSpPr>
        <p:spPr>
          <a:xfrm>
            <a:off x="6222823" y="2136659"/>
            <a:ext cx="308098" cy="369332"/>
          </a:xfrm>
          <a:prstGeom prst="rect">
            <a:avLst/>
          </a:prstGeom>
          <a:solidFill>
            <a:srgbClr val="00B050"/>
          </a:solidFill>
        </p:spPr>
        <p:txBody>
          <a:bodyPr wrap="none" rtlCol="0">
            <a:sp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3</a:t>
            </a:r>
            <a:endParaRPr lang="en-AU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00235F-0A84-47A4-22F9-6444048F6D9B}"/>
              </a:ext>
            </a:extLst>
          </p:cNvPr>
          <p:cNvSpPr txBox="1"/>
          <p:nvPr/>
        </p:nvSpPr>
        <p:spPr>
          <a:xfrm>
            <a:off x="6211235" y="3897370"/>
            <a:ext cx="308098" cy="369332"/>
          </a:xfrm>
          <a:prstGeom prst="rect">
            <a:avLst/>
          </a:prstGeom>
          <a:solidFill>
            <a:srgbClr val="00B050"/>
          </a:solidFill>
        </p:spPr>
        <p:txBody>
          <a:bodyPr wrap="none" rtlCol="0">
            <a:sp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4</a:t>
            </a:r>
            <a:endParaRPr lang="en-AU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0A153EAF-0773-CA4E-4BCF-023828480871}"/>
                  </a:ext>
                </a:extLst>
              </p14:cNvPr>
              <p14:cNvContentPartPr/>
              <p14:nvPr/>
            </p14:nvContentPartPr>
            <p14:xfrm>
              <a:off x="3581280" y="5092560"/>
              <a:ext cx="120960" cy="1332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0A153EAF-0773-CA4E-4BCF-02382848087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71920" y="5083200"/>
                <a:ext cx="139680" cy="32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3580110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16F96-AE33-6B0E-B340-DFCC4C6B0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FF688-F5EF-A67E-93AB-67EC095B1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Looping Over</a:t>
            </a:r>
            <a:br>
              <a:rPr lang="en-CA" dirty="0"/>
            </a:br>
            <a:r>
              <a:rPr lang="en-CA" dirty="0"/>
              <a:t>Strings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6D5145-1D16-9A51-6E8A-5464B8E22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45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E80D0F-1ED9-2F1E-DE5B-CA1169970FF2}"/>
              </a:ext>
            </a:extLst>
          </p:cNvPr>
          <p:cNvSpPr txBox="1"/>
          <p:nvPr/>
        </p:nvSpPr>
        <p:spPr>
          <a:xfrm>
            <a:off x="177799" y="2031584"/>
            <a:ext cx="5503430" cy="1477328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def </a:t>
            </a:r>
            <a:r>
              <a:rPr lang="en-US" dirty="0" err="1">
                <a:latin typeface="Consolas" panose="020B0609020204030204" pitchFamily="49" charset="0"/>
              </a:rPr>
              <a:t>has_m</a:t>
            </a:r>
            <a:r>
              <a:rPr lang="en-US" dirty="0">
                <a:latin typeface="Consolas" panose="020B0609020204030204" pitchFamily="49" charset="0"/>
              </a:rPr>
              <a:t>(word):</a:t>
            </a:r>
          </a:p>
          <a:p>
            <a:r>
              <a:rPr lang="en-US" dirty="0">
                <a:latin typeface="Consolas" panose="020B0609020204030204" pitchFamily="49" charset="0"/>
              </a:rPr>
              <a:t>    for letter in word:</a:t>
            </a:r>
          </a:p>
          <a:p>
            <a:r>
              <a:rPr lang="en-US" dirty="0">
                <a:latin typeface="Consolas" panose="020B0609020204030204" pitchFamily="49" charset="0"/>
              </a:rPr>
              <a:t>        if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letter == 'm' or letter == 'M'</a:t>
            </a:r>
            <a:r>
              <a:rPr lang="en-US" dirty="0">
                <a:latin typeface="Consolas" panose="020B0609020204030204" pitchFamily="49" charset="0"/>
              </a:rPr>
              <a:t>:</a:t>
            </a:r>
          </a:p>
          <a:p>
            <a:r>
              <a:rPr lang="en-US" dirty="0">
                <a:latin typeface="Consolas" panose="020B0609020204030204" pitchFamily="49" charset="0"/>
              </a:rPr>
              <a:t>            return True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   return False</a:t>
            </a:r>
            <a:endParaRPr lang="en-AU" dirty="0"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0BF65C-FCE1-6EF9-F6E8-851CBB940DAC}"/>
              </a:ext>
            </a:extLst>
          </p:cNvPr>
          <p:cNvSpPr txBox="1"/>
          <p:nvPr/>
        </p:nvSpPr>
        <p:spPr>
          <a:xfrm>
            <a:off x="6519333" y="416343"/>
            <a:ext cx="4363695" cy="1477328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def </a:t>
            </a:r>
            <a:r>
              <a:rPr lang="en-US" dirty="0" err="1">
                <a:latin typeface="Consolas" panose="020B0609020204030204" pitchFamily="49" charset="0"/>
              </a:rPr>
              <a:t>has_m</a:t>
            </a:r>
            <a:r>
              <a:rPr lang="en-US" dirty="0">
                <a:latin typeface="Consolas" panose="020B0609020204030204" pitchFamily="49" charset="0"/>
              </a:rPr>
              <a:t>(word):</a:t>
            </a:r>
          </a:p>
          <a:p>
            <a:r>
              <a:rPr lang="en-US" dirty="0">
                <a:latin typeface="Consolas" panose="020B0609020204030204" pitchFamily="49" charset="0"/>
              </a:rPr>
              <a:t>    for letter in word:</a:t>
            </a:r>
          </a:p>
          <a:p>
            <a:r>
              <a:rPr lang="en-US" dirty="0">
                <a:latin typeface="Consolas" panose="020B0609020204030204" pitchFamily="49" charset="0"/>
              </a:rPr>
              <a:t>        if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letter.lower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() == 'm'</a:t>
            </a:r>
            <a:r>
              <a:rPr lang="en-US" dirty="0">
                <a:latin typeface="Consolas" panose="020B0609020204030204" pitchFamily="49" charset="0"/>
              </a:rPr>
              <a:t>:</a:t>
            </a:r>
          </a:p>
          <a:p>
            <a:r>
              <a:rPr lang="en-US" dirty="0">
                <a:latin typeface="Consolas" panose="020B0609020204030204" pitchFamily="49" charset="0"/>
              </a:rPr>
              <a:t>            return True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   return False</a:t>
            </a:r>
            <a:endParaRPr lang="en-AU" dirty="0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6331BA-2618-7CBF-ED65-298C2459A5A7}"/>
              </a:ext>
            </a:extLst>
          </p:cNvPr>
          <p:cNvSpPr txBox="1"/>
          <p:nvPr/>
        </p:nvSpPr>
        <p:spPr>
          <a:xfrm>
            <a:off x="6510773" y="2136659"/>
            <a:ext cx="4363695" cy="1477328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def </a:t>
            </a:r>
            <a:r>
              <a:rPr lang="en-US" dirty="0" err="1">
                <a:latin typeface="Consolas" panose="020B0609020204030204" pitchFamily="49" charset="0"/>
              </a:rPr>
              <a:t>has_m</a:t>
            </a:r>
            <a:r>
              <a:rPr lang="en-US" dirty="0">
                <a:latin typeface="Consolas" panose="020B0609020204030204" pitchFamily="49" charset="0"/>
              </a:rPr>
              <a:t>(word):</a:t>
            </a:r>
          </a:p>
          <a:p>
            <a:r>
              <a:rPr lang="en-US" dirty="0">
                <a:latin typeface="Consolas" panose="020B0609020204030204" pitchFamily="49" charset="0"/>
              </a:rPr>
              <a:t>    for letter in word:</a:t>
            </a:r>
          </a:p>
          <a:p>
            <a:r>
              <a:rPr lang="en-US" dirty="0">
                <a:latin typeface="Consolas" panose="020B0609020204030204" pitchFamily="49" charset="0"/>
              </a:rPr>
              <a:t>        if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letter in 'mM'</a:t>
            </a:r>
            <a:r>
              <a:rPr lang="en-US" dirty="0">
                <a:latin typeface="Consolas" panose="020B0609020204030204" pitchFamily="49" charset="0"/>
              </a:rPr>
              <a:t>:</a:t>
            </a:r>
          </a:p>
          <a:p>
            <a:r>
              <a:rPr lang="en-US" dirty="0">
                <a:latin typeface="Consolas" panose="020B0609020204030204" pitchFamily="49" charset="0"/>
              </a:rPr>
              <a:t>            return True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   return False</a:t>
            </a:r>
            <a:endParaRPr lang="en-AU" dirty="0"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66A282-DCF5-6C58-8FFD-C7FBF64DE128}"/>
              </a:ext>
            </a:extLst>
          </p:cNvPr>
          <p:cNvSpPr txBox="1"/>
          <p:nvPr/>
        </p:nvSpPr>
        <p:spPr>
          <a:xfrm>
            <a:off x="6510772" y="3897370"/>
            <a:ext cx="4363695" cy="646331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def </a:t>
            </a:r>
            <a:r>
              <a:rPr lang="en-US" dirty="0" err="1">
                <a:latin typeface="Consolas" panose="020B0609020204030204" pitchFamily="49" charset="0"/>
              </a:rPr>
              <a:t>has_m</a:t>
            </a:r>
            <a:r>
              <a:rPr lang="en-US" dirty="0">
                <a:latin typeface="Consolas" panose="020B0609020204030204" pitchFamily="49" charset="0"/>
              </a:rPr>
              <a:t>(word):</a:t>
            </a:r>
          </a:p>
          <a:p>
            <a:r>
              <a:rPr lang="en-US" dirty="0"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return 'm' in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word.lower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()</a:t>
            </a:r>
            <a:endParaRPr lang="en-AU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8CE8ED-02FE-697A-96F6-1A9A53DFA619}"/>
              </a:ext>
            </a:extLst>
          </p:cNvPr>
          <p:cNvSpPr txBox="1"/>
          <p:nvPr/>
        </p:nvSpPr>
        <p:spPr>
          <a:xfrm>
            <a:off x="625842" y="3751022"/>
            <a:ext cx="3052539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These </a:t>
            </a:r>
            <a:r>
              <a:rPr lang="en-CA" dirty="0" err="1">
                <a:latin typeface="Consolas" panose="020B0609020204030204" pitchFamily="49" charset="0"/>
              </a:rPr>
              <a:t>has_m</a:t>
            </a:r>
            <a:r>
              <a:rPr lang="en-CA" dirty="0"/>
              <a:t> functions are examples of </a:t>
            </a:r>
            <a:r>
              <a:rPr lang="en-CA" b="1" dirty="0"/>
              <a:t>pure functions</a:t>
            </a:r>
            <a:r>
              <a:rPr lang="en-CA" dirty="0"/>
              <a:t>.</a:t>
            </a:r>
            <a:endParaRPr lang="en-A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87726D-0277-5095-0691-5C32A652DD5C}"/>
              </a:ext>
            </a:extLst>
          </p:cNvPr>
          <p:cNvSpPr txBox="1"/>
          <p:nvPr/>
        </p:nvSpPr>
        <p:spPr>
          <a:xfrm>
            <a:off x="601180" y="4899681"/>
            <a:ext cx="3445933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A </a:t>
            </a:r>
            <a:r>
              <a:rPr lang="en-CA" b="1" dirty="0"/>
              <a:t>pure function </a:t>
            </a:r>
            <a:r>
              <a:rPr lang="en-CA" dirty="0"/>
              <a:t>is a function whose output depends only upon its input, and </a:t>
            </a:r>
            <a:r>
              <a:rPr lang="en-CA" b="1" dirty="0"/>
              <a:t>doesn’t</a:t>
            </a:r>
            <a:r>
              <a:rPr lang="en-CA" dirty="0"/>
              <a:t> have any side-effects like printing, reading/writing a file, …</a:t>
            </a:r>
            <a:endParaRPr lang="en-A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F4B539-4DD0-2F94-C5D1-EC9D32FE3C37}"/>
              </a:ext>
            </a:extLst>
          </p:cNvPr>
          <p:cNvSpPr txBox="1"/>
          <p:nvPr/>
        </p:nvSpPr>
        <p:spPr>
          <a:xfrm>
            <a:off x="4753688" y="4899681"/>
            <a:ext cx="3531289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All functions in math are pure!</a:t>
            </a:r>
            <a:br>
              <a:rPr lang="en-CA" dirty="0"/>
            </a:br>
            <a:r>
              <a:rPr lang="en-CA" dirty="0"/>
              <a:t>In general, make functions pure if possible. They tend to be easier to use and reason about.</a:t>
            </a:r>
            <a:endParaRPr lang="en-AU" dirty="0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4822C9E7-8CDB-2D52-F214-D387B2718CE9}"/>
              </a:ext>
            </a:extLst>
          </p:cNvPr>
          <p:cNvSpPr/>
          <p:nvPr/>
        </p:nvSpPr>
        <p:spPr>
          <a:xfrm rot="5400000">
            <a:off x="1955086" y="4556545"/>
            <a:ext cx="321733" cy="25994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EDB9E9B7-ECC5-D5F8-DE02-841F20196FBA}"/>
              </a:ext>
            </a:extLst>
          </p:cNvPr>
          <p:cNvSpPr/>
          <p:nvPr/>
        </p:nvSpPr>
        <p:spPr>
          <a:xfrm>
            <a:off x="4267198" y="5508371"/>
            <a:ext cx="321733" cy="25994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91A0FA0-FF11-EBF5-787A-4752D00AA48C}"/>
              </a:ext>
            </a:extLst>
          </p:cNvPr>
          <p:cNvSpPr txBox="1"/>
          <p:nvPr/>
        </p:nvSpPr>
        <p:spPr>
          <a:xfrm>
            <a:off x="3527448" y="631218"/>
            <a:ext cx="2048886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 err="1">
                <a:latin typeface="Consolas" panose="020B0609020204030204" pitchFamily="49" charset="0"/>
              </a:rPr>
              <a:t>has_m</a:t>
            </a:r>
            <a:r>
              <a:rPr lang="en-CA" dirty="0">
                <a:latin typeface="Consolas" panose="020B0609020204030204" pitchFamily="49" charset="0"/>
              </a:rPr>
              <a:t> </a:t>
            </a:r>
            <a:r>
              <a:rPr lang="en-CA" dirty="0"/>
              <a:t>can be written in a few different ways …</a:t>
            </a:r>
            <a:endParaRPr lang="en-AU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08A0AF95-FC71-74E7-EE43-5A34F73B7DEA}"/>
                  </a:ext>
                </a:extLst>
              </p14:cNvPr>
              <p14:cNvContentPartPr/>
              <p14:nvPr/>
            </p14:nvContentPartPr>
            <p14:xfrm>
              <a:off x="406440" y="4984920"/>
              <a:ext cx="64440" cy="13147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08A0AF95-FC71-74E7-EE43-5A34F73B7DE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7080" y="4975560"/>
                <a:ext cx="83160" cy="1333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1700512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5E3C3-CC29-3B40-2068-2F5BA3522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EAC3E-D917-ABF2-1CA3-15537CC6F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Looping Over</a:t>
            </a:r>
            <a:br>
              <a:rPr lang="en-CA" dirty="0"/>
            </a:br>
            <a:r>
              <a:rPr lang="en-CA" dirty="0"/>
              <a:t>Strings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D7B678-1812-24A8-739E-7A7031213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46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D852F0-BCBD-D5D3-75D5-90E0024878D5}"/>
              </a:ext>
            </a:extLst>
          </p:cNvPr>
          <p:cNvSpPr txBox="1"/>
          <p:nvPr/>
        </p:nvSpPr>
        <p:spPr>
          <a:xfrm>
            <a:off x="4999590" y="541824"/>
            <a:ext cx="2192819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Here is an example of a </a:t>
            </a:r>
            <a:r>
              <a:rPr lang="en-CA" b="1" dirty="0"/>
              <a:t>wrong</a:t>
            </a:r>
            <a:r>
              <a:rPr lang="en-CA" dirty="0"/>
              <a:t> way to write </a:t>
            </a:r>
            <a:r>
              <a:rPr lang="en-CA" dirty="0" err="1">
                <a:latin typeface="Consolas" panose="020B0609020204030204" pitchFamily="49" charset="0"/>
              </a:rPr>
              <a:t>has_m</a:t>
            </a:r>
            <a:r>
              <a:rPr lang="en-CA" dirty="0"/>
              <a:t> …</a:t>
            </a:r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11C209-5D22-0AE8-7432-32EBE4162219}"/>
              </a:ext>
            </a:extLst>
          </p:cNvPr>
          <p:cNvSpPr txBox="1"/>
          <p:nvPr/>
        </p:nvSpPr>
        <p:spPr>
          <a:xfrm>
            <a:off x="3979333" y="2082384"/>
            <a:ext cx="4363694" cy="175432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def </a:t>
            </a:r>
            <a:r>
              <a:rPr lang="en-US" b="1" dirty="0" err="1">
                <a:latin typeface="Consolas" panose="020B0609020204030204" pitchFamily="49" charset="0"/>
              </a:rPr>
              <a:t>bad_has_m</a:t>
            </a:r>
            <a:r>
              <a:rPr lang="en-US" dirty="0">
                <a:latin typeface="Consolas" panose="020B0609020204030204" pitchFamily="49" charset="0"/>
              </a:rPr>
              <a:t>(word):</a:t>
            </a:r>
          </a:p>
          <a:p>
            <a:r>
              <a:rPr lang="en-US" dirty="0">
                <a:latin typeface="Consolas" panose="020B0609020204030204" pitchFamily="49" charset="0"/>
              </a:rPr>
              <a:t>    for letter in word:</a:t>
            </a:r>
          </a:p>
          <a:p>
            <a:r>
              <a:rPr lang="en-US" dirty="0">
                <a:latin typeface="Consolas" panose="020B0609020204030204" pitchFamily="49" charset="0"/>
              </a:rPr>
              <a:t>        if </a:t>
            </a:r>
            <a:r>
              <a:rPr lang="en-US" dirty="0" err="1">
                <a:latin typeface="Consolas" panose="020B0609020204030204" pitchFamily="49" charset="0"/>
              </a:rPr>
              <a:t>letter.lower</a:t>
            </a:r>
            <a:r>
              <a:rPr lang="en-US" dirty="0">
                <a:latin typeface="Consolas" panose="020B0609020204030204" pitchFamily="49" charset="0"/>
              </a:rPr>
              <a:t>() == 'm':</a:t>
            </a:r>
          </a:p>
          <a:p>
            <a:r>
              <a:rPr lang="en-US" dirty="0">
                <a:latin typeface="Consolas" panose="020B0609020204030204" pitchFamily="49" charset="0"/>
              </a:rPr>
              <a:t>            return True</a:t>
            </a:r>
          </a:p>
          <a:p>
            <a:r>
              <a:rPr lang="en-US" dirty="0">
                <a:latin typeface="Consolas" panose="020B0609020204030204" pitchFamily="49" charset="0"/>
              </a:rPr>
              <a:t>        else:</a:t>
            </a:r>
          </a:p>
          <a:p>
            <a:r>
              <a:rPr lang="en-US" dirty="0">
                <a:latin typeface="Consolas" panose="020B0609020204030204" pitchFamily="49" charset="0"/>
              </a:rPr>
              <a:t>            return False</a:t>
            </a:r>
            <a:endParaRPr lang="en-AU" dirty="0"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B2C2B9-FCEF-75EC-3EF9-BEDF46F0EFEB}"/>
              </a:ext>
            </a:extLst>
          </p:cNvPr>
          <p:cNvSpPr txBox="1"/>
          <p:nvPr/>
        </p:nvSpPr>
        <p:spPr>
          <a:xfrm>
            <a:off x="8638562" y="2209968"/>
            <a:ext cx="134363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6000" dirty="0">
                <a:solidFill>
                  <a:srgbClr val="FF0000"/>
                </a:solidFill>
              </a:rPr>
              <a:t>???</a:t>
            </a:r>
            <a:endParaRPr lang="en-AU" sz="6000" dirty="0">
              <a:solidFill>
                <a:srgbClr val="FF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EA813A2-DF77-B5ED-3924-6389AF8F63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2082384"/>
            <a:ext cx="1179945" cy="117994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D4AAB14-3F80-ABA1-801A-06EEF6A238A9}"/>
                  </a:ext>
                </a:extLst>
              </p14:cNvPr>
              <p14:cNvContentPartPr/>
              <p14:nvPr/>
            </p14:nvContentPartPr>
            <p14:xfrm>
              <a:off x="4851000" y="2596320"/>
              <a:ext cx="3639600" cy="15894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D4AAB14-3F80-ABA1-801A-06EEF6A238A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841640" y="2586960"/>
                <a:ext cx="3658320" cy="1608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7949543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387D8-EB1F-7CD0-B7FE-DBA0FF396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F589C-DD42-3F6C-6279-0CBC7818C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Looping Over</a:t>
            </a:r>
            <a:br>
              <a:rPr lang="en-CA" dirty="0"/>
            </a:br>
            <a:r>
              <a:rPr lang="en-CA" dirty="0"/>
              <a:t>Strings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395592-872A-3BC5-18C5-C72C18371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47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A0E88E-B040-9A3F-7569-57D554DB8BF4}"/>
              </a:ext>
            </a:extLst>
          </p:cNvPr>
          <p:cNvSpPr txBox="1"/>
          <p:nvPr/>
        </p:nvSpPr>
        <p:spPr>
          <a:xfrm>
            <a:off x="4999590" y="541824"/>
            <a:ext cx="2192819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Here is an example of a </a:t>
            </a:r>
            <a:r>
              <a:rPr lang="en-CA" b="1" dirty="0"/>
              <a:t>wrong</a:t>
            </a:r>
            <a:r>
              <a:rPr lang="en-CA" dirty="0"/>
              <a:t> way to write </a:t>
            </a:r>
            <a:r>
              <a:rPr lang="en-CA" dirty="0" err="1">
                <a:latin typeface="Consolas" panose="020B0609020204030204" pitchFamily="49" charset="0"/>
              </a:rPr>
              <a:t>has_m</a:t>
            </a:r>
            <a:r>
              <a:rPr lang="en-CA" dirty="0"/>
              <a:t> …</a:t>
            </a:r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52C0C8-821C-BD1C-874C-5E21672E62AB}"/>
              </a:ext>
            </a:extLst>
          </p:cNvPr>
          <p:cNvSpPr txBox="1"/>
          <p:nvPr/>
        </p:nvSpPr>
        <p:spPr>
          <a:xfrm>
            <a:off x="3979333" y="2082384"/>
            <a:ext cx="4363694" cy="175432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def </a:t>
            </a:r>
            <a:r>
              <a:rPr lang="en-US" b="1" dirty="0" err="1">
                <a:latin typeface="Consolas" panose="020B0609020204030204" pitchFamily="49" charset="0"/>
              </a:rPr>
              <a:t>bad_has_m</a:t>
            </a:r>
            <a:r>
              <a:rPr lang="en-US" dirty="0">
                <a:latin typeface="Consolas" panose="020B0609020204030204" pitchFamily="49" charset="0"/>
              </a:rPr>
              <a:t>(word):</a:t>
            </a:r>
          </a:p>
          <a:p>
            <a:r>
              <a:rPr lang="en-US" dirty="0">
                <a:latin typeface="Consolas" panose="020B0609020204030204" pitchFamily="49" charset="0"/>
              </a:rPr>
              <a:t>    for letter in word:</a:t>
            </a:r>
          </a:p>
          <a:p>
            <a:r>
              <a:rPr lang="en-US" dirty="0">
                <a:latin typeface="Consolas" panose="020B0609020204030204" pitchFamily="49" charset="0"/>
              </a:rPr>
              <a:t>        if </a:t>
            </a:r>
            <a:r>
              <a:rPr lang="en-US" dirty="0" err="1">
                <a:latin typeface="Consolas" panose="020B0609020204030204" pitchFamily="49" charset="0"/>
              </a:rPr>
              <a:t>letter.lower</a:t>
            </a:r>
            <a:r>
              <a:rPr lang="en-US" dirty="0">
                <a:latin typeface="Consolas" panose="020B0609020204030204" pitchFamily="49" charset="0"/>
              </a:rPr>
              <a:t>() == 'm':</a:t>
            </a:r>
          </a:p>
          <a:p>
            <a:r>
              <a:rPr lang="en-US" dirty="0">
                <a:latin typeface="Consolas" panose="020B0609020204030204" pitchFamily="49" charset="0"/>
              </a:rPr>
              <a:t>            return True</a:t>
            </a:r>
          </a:p>
          <a:p>
            <a:r>
              <a:rPr lang="en-US" dirty="0">
                <a:latin typeface="Consolas" panose="020B0609020204030204" pitchFamily="49" charset="0"/>
              </a:rPr>
              <a:t>        else:</a:t>
            </a:r>
          </a:p>
          <a:p>
            <a:r>
              <a:rPr lang="en-US" dirty="0">
                <a:latin typeface="Consolas" panose="020B0609020204030204" pitchFamily="49" charset="0"/>
              </a:rPr>
              <a:t>            return False</a:t>
            </a:r>
            <a:endParaRPr lang="en-AU" dirty="0">
              <a:latin typeface="Consolas" panose="020B0609020204030204" pitchFamily="49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2B690C7-2EE4-29EA-EBF7-1CE549EF58FB}"/>
              </a:ext>
            </a:extLst>
          </p:cNvPr>
          <p:cNvSpPr/>
          <p:nvPr/>
        </p:nvSpPr>
        <p:spPr>
          <a:xfrm>
            <a:off x="4999590" y="3251199"/>
            <a:ext cx="2192819" cy="585511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252DFB-4B6F-A24C-7DD6-09F928C95964}"/>
              </a:ext>
            </a:extLst>
          </p:cNvPr>
          <p:cNvSpPr txBox="1"/>
          <p:nvPr/>
        </p:nvSpPr>
        <p:spPr>
          <a:xfrm>
            <a:off x="7680098" y="3251199"/>
            <a:ext cx="2476477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Error!</a:t>
            </a:r>
            <a:br>
              <a:rPr lang="en-CA" dirty="0"/>
            </a:br>
            <a:r>
              <a:rPr lang="en-CA" dirty="0"/>
              <a:t>Putting the </a:t>
            </a:r>
            <a:r>
              <a:rPr lang="en-CA" dirty="0">
                <a:latin typeface="Consolas" panose="020B0609020204030204" pitchFamily="49" charset="0"/>
              </a:rPr>
              <a:t>else</a:t>
            </a:r>
            <a:r>
              <a:rPr lang="en-CA" dirty="0"/>
              <a:t> here causes the function to exit after checking just the first character.</a:t>
            </a:r>
            <a:endParaRPr lang="en-AU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0E2122-34EB-65E8-A6CC-88337044A6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2082384"/>
            <a:ext cx="1179945" cy="117994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20E0D29-3E71-83F7-766E-B180F0C373B4}"/>
                  </a:ext>
                </a:extLst>
              </p14:cNvPr>
              <p14:cNvContentPartPr/>
              <p14:nvPr/>
            </p14:nvContentPartPr>
            <p14:xfrm>
              <a:off x="4591080" y="2673360"/>
              <a:ext cx="984600" cy="11815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20E0D29-3E71-83F7-766E-B180F0C373B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581720" y="2664000"/>
                <a:ext cx="1003320" cy="1200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1965065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E7067-7BD3-3C0E-38D6-5F0F26E92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66FD8-50CD-E49C-5478-68BB5E597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Looping Over</a:t>
            </a:r>
            <a:br>
              <a:rPr lang="en-CA" dirty="0"/>
            </a:br>
            <a:r>
              <a:rPr lang="en-CA" dirty="0"/>
              <a:t>Strings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1F48EC-B795-4395-AB9E-BE6D6C51B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48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7C9955-0993-4F5F-BB94-585AE76A7E2F}"/>
              </a:ext>
            </a:extLst>
          </p:cNvPr>
          <p:cNvSpPr txBox="1"/>
          <p:nvPr/>
        </p:nvSpPr>
        <p:spPr>
          <a:xfrm>
            <a:off x="4999590" y="541824"/>
            <a:ext cx="2192819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Here is an example of a </a:t>
            </a:r>
            <a:r>
              <a:rPr lang="en-CA" b="1" dirty="0"/>
              <a:t>wrong</a:t>
            </a:r>
            <a:r>
              <a:rPr lang="en-CA" dirty="0"/>
              <a:t> way to write </a:t>
            </a:r>
            <a:r>
              <a:rPr lang="en-CA" dirty="0" err="1">
                <a:latin typeface="Consolas" panose="020B0609020204030204" pitchFamily="49" charset="0"/>
              </a:rPr>
              <a:t>has_m</a:t>
            </a:r>
            <a:r>
              <a:rPr lang="en-CA" dirty="0"/>
              <a:t> …</a:t>
            </a:r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90F348-3D07-C9AD-5AE6-4C2CE540B599}"/>
              </a:ext>
            </a:extLst>
          </p:cNvPr>
          <p:cNvSpPr txBox="1"/>
          <p:nvPr/>
        </p:nvSpPr>
        <p:spPr>
          <a:xfrm>
            <a:off x="3979332" y="2082384"/>
            <a:ext cx="5037667" cy="9233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def </a:t>
            </a:r>
            <a:r>
              <a:rPr lang="en-US" b="1" dirty="0" err="1">
                <a:latin typeface="Consolas" panose="020B0609020204030204" pitchFamily="49" charset="0"/>
              </a:rPr>
              <a:t>another_bad_has_m</a:t>
            </a:r>
            <a:r>
              <a:rPr lang="en-US" dirty="0">
                <a:latin typeface="Consolas" panose="020B0609020204030204" pitchFamily="49" charset="0"/>
              </a:rPr>
              <a:t>(word):</a:t>
            </a:r>
          </a:p>
          <a:p>
            <a:r>
              <a:rPr lang="en-US" dirty="0">
                <a:latin typeface="Consolas" panose="020B0609020204030204" pitchFamily="49" charset="0"/>
              </a:rPr>
              <a:t>    for letter in word:</a:t>
            </a:r>
          </a:p>
          <a:p>
            <a:r>
              <a:rPr lang="en-US" dirty="0">
                <a:latin typeface="Consolas" panose="020B0609020204030204" pitchFamily="49" charset="0"/>
              </a:rPr>
              <a:t>        return </a:t>
            </a:r>
            <a:r>
              <a:rPr lang="en-US" dirty="0" err="1">
                <a:latin typeface="Consolas" panose="020B0609020204030204" pitchFamily="49" charset="0"/>
              </a:rPr>
              <a:t>letter.lower</a:t>
            </a:r>
            <a:r>
              <a:rPr lang="en-US" dirty="0">
                <a:latin typeface="Consolas" panose="020B0609020204030204" pitchFamily="49" charset="0"/>
              </a:rPr>
              <a:t>() == 'm'</a:t>
            </a:r>
            <a:endParaRPr lang="en-AU" dirty="0"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2B391E-247E-A181-0CFB-5BD33C49B993}"/>
              </a:ext>
            </a:extLst>
          </p:cNvPr>
          <p:cNvSpPr txBox="1"/>
          <p:nvPr/>
        </p:nvSpPr>
        <p:spPr>
          <a:xfrm>
            <a:off x="8638562" y="2209968"/>
            <a:ext cx="134363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6000" dirty="0">
                <a:solidFill>
                  <a:srgbClr val="FF0000"/>
                </a:solidFill>
              </a:rPr>
              <a:t>???</a:t>
            </a:r>
            <a:endParaRPr lang="en-AU" sz="6000" dirty="0">
              <a:solidFill>
                <a:srgbClr val="FF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A06E90-5E0B-1147-DF21-3C3365C5F6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2082384"/>
            <a:ext cx="1179945" cy="117994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8061C1EA-9116-5E45-6916-6BC7BEB51478}"/>
                  </a:ext>
                </a:extLst>
              </p14:cNvPr>
              <p14:cNvContentPartPr/>
              <p14:nvPr/>
            </p14:nvContentPartPr>
            <p14:xfrm>
              <a:off x="5073480" y="2990880"/>
              <a:ext cx="699120" cy="133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8061C1EA-9116-5E45-6916-6BC7BEB5147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064120" y="2981520"/>
                <a:ext cx="717840" cy="32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6003902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1F506-1CAE-018B-E9B9-67A29B2A3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87597-5CE5-2ED6-D52D-198947A77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Looping Over</a:t>
            </a:r>
            <a:br>
              <a:rPr lang="en-CA" dirty="0"/>
            </a:br>
            <a:r>
              <a:rPr lang="en-CA" dirty="0"/>
              <a:t>Strings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DE07E5-875D-785C-FFFF-6594844B9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49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963818-9699-0BCE-9BD5-5EA7EE36DF11}"/>
              </a:ext>
            </a:extLst>
          </p:cNvPr>
          <p:cNvSpPr txBox="1"/>
          <p:nvPr/>
        </p:nvSpPr>
        <p:spPr>
          <a:xfrm>
            <a:off x="4999590" y="541824"/>
            <a:ext cx="2192819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Here is an example of a </a:t>
            </a:r>
            <a:r>
              <a:rPr lang="en-CA" b="1" dirty="0"/>
              <a:t>wrong</a:t>
            </a:r>
            <a:r>
              <a:rPr lang="en-CA" dirty="0"/>
              <a:t> way to write </a:t>
            </a:r>
            <a:r>
              <a:rPr lang="en-CA" dirty="0" err="1">
                <a:latin typeface="Consolas" panose="020B0609020204030204" pitchFamily="49" charset="0"/>
              </a:rPr>
              <a:t>has_m</a:t>
            </a:r>
            <a:r>
              <a:rPr lang="en-CA" dirty="0"/>
              <a:t> …</a:t>
            </a:r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711135-56E1-3583-1BC5-59CFF10FD204}"/>
              </a:ext>
            </a:extLst>
          </p:cNvPr>
          <p:cNvSpPr txBox="1"/>
          <p:nvPr/>
        </p:nvSpPr>
        <p:spPr>
          <a:xfrm>
            <a:off x="3979332" y="2082384"/>
            <a:ext cx="5037667" cy="9233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def </a:t>
            </a:r>
            <a:r>
              <a:rPr lang="en-US" b="1" dirty="0" err="1">
                <a:latin typeface="Consolas" panose="020B0609020204030204" pitchFamily="49" charset="0"/>
              </a:rPr>
              <a:t>another_bad_has_m</a:t>
            </a:r>
            <a:r>
              <a:rPr lang="en-US" dirty="0">
                <a:latin typeface="Consolas" panose="020B0609020204030204" pitchFamily="49" charset="0"/>
              </a:rPr>
              <a:t>(word):</a:t>
            </a:r>
          </a:p>
          <a:p>
            <a:r>
              <a:rPr lang="en-US" dirty="0">
                <a:latin typeface="Consolas" panose="020B0609020204030204" pitchFamily="49" charset="0"/>
              </a:rPr>
              <a:t>    for letter in word:</a:t>
            </a:r>
          </a:p>
          <a:p>
            <a:r>
              <a:rPr lang="en-US" dirty="0">
                <a:latin typeface="Consolas" panose="020B0609020204030204" pitchFamily="49" charset="0"/>
              </a:rPr>
              <a:t>        return </a:t>
            </a:r>
            <a:r>
              <a:rPr lang="en-US" dirty="0" err="1">
                <a:latin typeface="Consolas" panose="020B0609020204030204" pitchFamily="49" charset="0"/>
              </a:rPr>
              <a:t>letter.lower</a:t>
            </a:r>
            <a:r>
              <a:rPr lang="en-US" dirty="0">
                <a:latin typeface="Consolas" panose="020B0609020204030204" pitchFamily="49" charset="0"/>
              </a:rPr>
              <a:t>() == 'm'</a:t>
            </a:r>
            <a:endParaRPr lang="en-AU" dirty="0"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1D9312-E33D-0A7F-61B8-81E67105AD66}"/>
              </a:ext>
            </a:extLst>
          </p:cNvPr>
          <p:cNvSpPr txBox="1"/>
          <p:nvPr/>
        </p:nvSpPr>
        <p:spPr>
          <a:xfrm>
            <a:off x="8877323" y="2374959"/>
            <a:ext cx="2476477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Error!</a:t>
            </a:r>
            <a:br>
              <a:rPr lang="en-CA" dirty="0"/>
            </a:br>
            <a:r>
              <a:rPr lang="en-CA" dirty="0"/>
              <a:t>This only checks the first character in the word, and then immediately returns.</a:t>
            </a:r>
            <a:endParaRPr lang="en-AU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769030B-2C6E-670F-D7AD-7A75416E83D5}"/>
              </a:ext>
            </a:extLst>
          </p:cNvPr>
          <p:cNvSpPr/>
          <p:nvPr/>
        </p:nvSpPr>
        <p:spPr>
          <a:xfrm>
            <a:off x="4999589" y="2636758"/>
            <a:ext cx="3611011" cy="36895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72D20D-DE4C-1A44-2C8B-A8C196E494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2082384"/>
            <a:ext cx="1179945" cy="1179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77711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731EF-F01E-BF1F-D61C-10CD7204A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E22D2-4AA1-32C8-529C-CA811C25E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Reading</a:t>
            </a:r>
            <a:br>
              <a:rPr lang="en-CA" dirty="0"/>
            </a:br>
            <a:r>
              <a:rPr lang="en-CA" dirty="0"/>
              <a:t>Text Files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EB694B-DFF8-6DAB-75F4-B06E1E849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50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7F67E3-FAC0-3711-CC18-D7EBBEAB5FC8}"/>
              </a:ext>
            </a:extLst>
          </p:cNvPr>
          <p:cNvSpPr txBox="1"/>
          <p:nvPr/>
        </p:nvSpPr>
        <p:spPr>
          <a:xfrm>
            <a:off x="4787923" y="471218"/>
            <a:ext cx="2192819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Suppose the text file </a:t>
            </a:r>
            <a:r>
              <a:rPr lang="en-CA" b="1" dirty="0"/>
              <a:t>story.txt </a:t>
            </a:r>
            <a:r>
              <a:rPr lang="en-CA" dirty="0"/>
              <a:t>is in on your computer …</a:t>
            </a:r>
            <a:endParaRPr lang="en-AU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8CCE517-0642-8FDA-F218-E93414E210B8}"/>
              </a:ext>
            </a:extLst>
          </p:cNvPr>
          <p:cNvGrpSpPr/>
          <p:nvPr/>
        </p:nvGrpSpPr>
        <p:grpSpPr>
          <a:xfrm>
            <a:off x="7517687" y="421560"/>
            <a:ext cx="3836113" cy="1569661"/>
            <a:chOff x="5629620" y="2156701"/>
            <a:chExt cx="3836113" cy="156966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C276263-C0D7-6166-292A-9741D18F8BA4}"/>
                </a:ext>
              </a:extLst>
            </p:cNvPr>
            <p:cNvSpPr txBox="1"/>
            <p:nvPr/>
          </p:nvSpPr>
          <p:spPr>
            <a:xfrm>
              <a:off x="5629620" y="2526033"/>
              <a:ext cx="3836113" cy="120032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</a:rPr>
                <a:t>Once upon a time,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the world was full of magic.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Everyone was constantly 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doing card tricks.</a:t>
              </a:r>
              <a:endParaRPr lang="en-AU" dirty="0">
                <a:latin typeface="Consolas" panose="020B0609020204030204" pitchFamily="49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2297B3D-7CE4-C9A4-91B0-BDB474B7883D}"/>
                </a:ext>
              </a:extLst>
            </p:cNvPr>
            <p:cNvSpPr txBox="1"/>
            <p:nvPr/>
          </p:nvSpPr>
          <p:spPr>
            <a:xfrm>
              <a:off x="7051514" y="2156701"/>
              <a:ext cx="9923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dirty="0"/>
                <a:t>story.txt</a:t>
              </a:r>
              <a:endParaRPr lang="en-AU" dirty="0"/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F3B26D6-5D5A-17E3-427C-D83052E708E1}"/>
                  </a:ext>
                </a:extLst>
              </p14:cNvPr>
              <p14:cNvContentPartPr/>
              <p14:nvPr/>
            </p14:nvContentPartPr>
            <p14:xfrm>
              <a:off x="9004320" y="743040"/>
              <a:ext cx="1028880" cy="45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F3B26D6-5D5A-17E3-427C-D83052E708E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994960" y="733680"/>
                <a:ext cx="1047600" cy="64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770985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8F0C5-DE63-74B3-63D7-FBE18060B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F377A-7D77-3E19-AAA4-5FA165785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Reading</a:t>
            </a:r>
            <a:br>
              <a:rPr lang="en-CA" dirty="0"/>
            </a:br>
            <a:r>
              <a:rPr lang="en-CA" dirty="0"/>
              <a:t>Text Files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934DE8-D270-1CE5-9832-21238193C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51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1E5478-A2A6-8697-C65A-DD687D9B62F7}"/>
              </a:ext>
            </a:extLst>
          </p:cNvPr>
          <p:cNvSpPr txBox="1"/>
          <p:nvPr/>
        </p:nvSpPr>
        <p:spPr>
          <a:xfrm>
            <a:off x="4787923" y="471218"/>
            <a:ext cx="2192819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Suppose the text file </a:t>
            </a:r>
            <a:r>
              <a:rPr lang="en-CA" b="1" dirty="0"/>
              <a:t>story.txt </a:t>
            </a:r>
            <a:r>
              <a:rPr lang="en-CA" dirty="0"/>
              <a:t>is in on your computer …</a:t>
            </a:r>
            <a:endParaRPr lang="en-AU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D2B5822-C43F-E03B-7ADC-E76F8B5D46BE}"/>
              </a:ext>
            </a:extLst>
          </p:cNvPr>
          <p:cNvGrpSpPr/>
          <p:nvPr/>
        </p:nvGrpSpPr>
        <p:grpSpPr>
          <a:xfrm>
            <a:off x="7517687" y="421560"/>
            <a:ext cx="3836113" cy="1569661"/>
            <a:chOff x="5629620" y="2156701"/>
            <a:chExt cx="3836113" cy="156966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38C74CC-F384-A4CD-0B2D-1F1CEB4C4051}"/>
                </a:ext>
              </a:extLst>
            </p:cNvPr>
            <p:cNvSpPr txBox="1"/>
            <p:nvPr/>
          </p:nvSpPr>
          <p:spPr>
            <a:xfrm>
              <a:off x="5629620" y="2526033"/>
              <a:ext cx="3836113" cy="120032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</a:rPr>
                <a:t>Once upon a time,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the world was full of magic.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Everyone was constantly 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doing card tricks.</a:t>
              </a:r>
              <a:endParaRPr lang="en-AU" dirty="0">
                <a:latin typeface="Consolas" panose="020B0609020204030204" pitchFamily="49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D7E3CA8-4B05-6E1D-8656-D57920E8D6A6}"/>
                </a:ext>
              </a:extLst>
            </p:cNvPr>
            <p:cNvSpPr txBox="1"/>
            <p:nvPr/>
          </p:nvSpPr>
          <p:spPr>
            <a:xfrm>
              <a:off x="7051514" y="2156701"/>
              <a:ext cx="9923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dirty="0"/>
                <a:t>story.txt</a:t>
              </a:r>
              <a:endParaRPr lang="en-AU" dirty="0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7C17B7AD-6948-89E1-07C5-75292A3B2D6B}"/>
              </a:ext>
            </a:extLst>
          </p:cNvPr>
          <p:cNvSpPr txBox="1"/>
          <p:nvPr/>
        </p:nvSpPr>
        <p:spPr>
          <a:xfrm>
            <a:off x="2197123" y="1886808"/>
            <a:ext cx="2192819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To read the contents of </a:t>
            </a:r>
            <a:r>
              <a:rPr lang="en-CA" b="1" dirty="0"/>
              <a:t>story.txt</a:t>
            </a:r>
            <a:r>
              <a:rPr lang="en-CA" dirty="0"/>
              <a:t>, we first create file object …</a:t>
            </a:r>
            <a:endParaRPr lang="en-AU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0C4047D-F3DE-C354-198C-A89E7D756709}"/>
              </a:ext>
            </a:extLst>
          </p:cNvPr>
          <p:cNvSpPr/>
          <p:nvPr/>
        </p:nvSpPr>
        <p:spPr>
          <a:xfrm>
            <a:off x="9070181" y="2968423"/>
            <a:ext cx="1338952" cy="95673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 err="1"/>
              <a:t>file_object</a:t>
            </a:r>
            <a:endParaRPr lang="en-AU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C514C44-EF69-F1EF-D9CC-B5BDEC69B19C}"/>
              </a:ext>
            </a:extLst>
          </p:cNvPr>
          <p:cNvCxnSpPr>
            <a:stCxn id="11" idx="0"/>
            <a:endCxn id="5" idx="2"/>
          </p:cNvCxnSpPr>
          <p:nvPr/>
        </p:nvCxnSpPr>
        <p:spPr>
          <a:xfrm flipH="1" flipV="1">
            <a:off x="9435744" y="1991221"/>
            <a:ext cx="303913" cy="9772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0CB3667-548A-2856-9EAE-8FF7EFAA9CAB}"/>
              </a:ext>
            </a:extLst>
          </p:cNvPr>
          <p:cNvSpPr txBox="1"/>
          <p:nvPr/>
        </p:nvSpPr>
        <p:spPr>
          <a:xfrm>
            <a:off x="203478" y="3167390"/>
            <a:ext cx="62969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latin typeface="Consolas" panose="020B0609020204030204" pitchFamily="49" charset="0"/>
              </a:rPr>
              <a:t>file_object</a:t>
            </a:r>
            <a:r>
              <a:rPr lang="en-US" sz="2800" dirty="0">
                <a:latin typeface="Consolas" panose="020B0609020204030204" pitchFamily="49" charset="0"/>
              </a:rPr>
              <a:t> = open('story.txt')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3AD7BEA-39BD-FD68-0C3D-F5C88CDFE43F}"/>
                  </a:ext>
                </a:extLst>
              </p14:cNvPr>
              <p14:cNvContentPartPr/>
              <p14:nvPr/>
            </p14:nvContentPartPr>
            <p14:xfrm>
              <a:off x="514440" y="3657240"/>
              <a:ext cx="10134720" cy="5601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3AD7BEA-39BD-FD68-0C3D-F5C88CDFE43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05080" y="3647880"/>
                <a:ext cx="10153440" cy="578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9512490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33170-FC8D-A14E-B50C-9FBD4E313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DFCA2-1EBB-BDA3-3806-66B65772F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Reading</a:t>
            </a:r>
            <a:br>
              <a:rPr lang="en-CA" dirty="0"/>
            </a:br>
            <a:r>
              <a:rPr lang="en-CA" dirty="0"/>
              <a:t>Text Files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7A06A4-79D0-BD5F-DD18-3F3AFE423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52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1B10C7-DD6C-64E7-AF46-48F9D6F7E512}"/>
              </a:ext>
            </a:extLst>
          </p:cNvPr>
          <p:cNvSpPr txBox="1"/>
          <p:nvPr/>
        </p:nvSpPr>
        <p:spPr>
          <a:xfrm>
            <a:off x="4787923" y="471218"/>
            <a:ext cx="2192819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Suppose the text file </a:t>
            </a:r>
            <a:r>
              <a:rPr lang="en-CA" b="1" dirty="0"/>
              <a:t>story.txt </a:t>
            </a:r>
            <a:r>
              <a:rPr lang="en-CA" dirty="0"/>
              <a:t>is in on your computer …</a:t>
            </a:r>
            <a:endParaRPr lang="en-AU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DF4CBC0-CE91-F0C2-62D9-EDAE22646B2C}"/>
              </a:ext>
            </a:extLst>
          </p:cNvPr>
          <p:cNvGrpSpPr/>
          <p:nvPr/>
        </p:nvGrpSpPr>
        <p:grpSpPr>
          <a:xfrm>
            <a:off x="7517687" y="421560"/>
            <a:ext cx="3836113" cy="1569661"/>
            <a:chOff x="5629620" y="2156701"/>
            <a:chExt cx="3836113" cy="156966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E99E60A-86FC-1A39-66AE-F1DC646FD793}"/>
                </a:ext>
              </a:extLst>
            </p:cNvPr>
            <p:cNvSpPr txBox="1"/>
            <p:nvPr/>
          </p:nvSpPr>
          <p:spPr>
            <a:xfrm>
              <a:off x="5629620" y="2526033"/>
              <a:ext cx="3836113" cy="120032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</a:rPr>
                <a:t>Once upon a time,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the world was full of magic.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Everyone was constantly 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doing card tricks.</a:t>
              </a:r>
              <a:endParaRPr lang="en-AU" dirty="0">
                <a:latin typeface="Consolas" panose="020B0609020204030204" pitchFamily="49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07ADDFE-9AFB-9450-7CE4-4CC755FCFFDA}"/>
                </a:ext>
              </a:extLst>
            </p:cNvPr>
            <p:cNvSpPr txBox="1"/>
            <p:nvPr/>
          </p:nvSpPr>
          <p:spPr>
            <a:xfrm>
              <a:off x="7051514" y="2156701"/>
              <a:ext cx="9923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dirty="0"/>
                <a:t>story.txt</a:t>
              </a:r>
              <a:endParaRPr lang="en-AU" dirty="0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D6C29811-D649-9F03-6B05-68ADDEA58B2E}"/>
              </a:ext>
            </a:extLst>
          </p:cNvPr>
          <p:cNvSpPr txBox="1"/>
          <p:nvPr/>
        </p:nvSpPr>
        <p:spPr>
          <a:xfrm>
            <a:off x="203478" y="3167390"/>
            <a:ext cx="9648795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latin typeface="Consolas" panose="020B0609020204030204" pitchFamily="49" charset="0"/>
              </a:rPr>
              <a:t>file_object</a:t>
            </a:r>
            <a:r>
              <a:rPr lang="en-US" sz="2800" dirty="0">
                <a:latin typeface="Consolas" panose="020B0609020204030204" pitchFamily="49" charset="0"/>
              </a:rPr>
              <a:t> = open('story.txt')</a:t>
            </a:r>
          </a:p>
          <a:p>
            <a:endParaRPr lang="en-US" sz="2800" dirty="0">
              <a:latin typeface="Consolas" panose="020B0609020204030204" pitchFamily="49" charset="0"/>
            </a:endParaRPr>
          </a:p>
          <a:p>
            <a:r>
              <a:rPr lang="en-US" sz="2800" dirty="0" err="1">
                <a:latin typeface="Consolas" panose="020B0609020204030204" pitchFamily="49" charset="0"/>
              </a:rPr>
              <a:t>first_line</a:t>
            </a:r>
            <a:r>
              <a:rPr lang="en-US" sz="2800" dirty="0">
                <a:latin typeface="Consolas" panose="020B0609020204030204" pitchFamily="49" charset="0"/>
              </a:rPr>
              <a:t> = </a:t>
            </a: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</a:rPr>
              <a:t>file_object.readline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print(</a:t>
            </a:r>
            <a:r>
              <a:rPr lang="en-US" sz="2800" dirty="0" err="1">
                <a:latin typeface="Consolas" panose="020B0609020204030204" pitchFamily="49" charset="0"/>
              </a:rPr>
              <a:t>first_line</a:t>
            </a:r>
            <a:r>
              <a:rPr lang="en-US" sz="2800" dirty="0">
                <a:latin typeface="Consolas" panose="020B0609020204030204" pitchFamily="49" charset="0"/>
              </a:rPr>
              <a:t>) # </a:t>
            </a:r>
            <a:r>
              <a:rPr lang="en-US" sz="2800" i="1" dirty="0">
                <a:latin typeface="Consolas" panose="020B0609020204030204" pitchFamily="49" charset="0"/>
              </a:rPr>
              <a:t>Once upon a time,</a:t>
            </a:r>
          </a:p>
          <a:p>
            <a:endParaRPr lang="en-US" sz="2800" dirty="0">
              <a:latin typeface="Consolas" panose="020B0609020204030204" pitchFamily="49" charset="0"/>
            </a:endParaRPr>
          </a:p>
          <a:p>
            <a:r>
              <a:rPr lang="en-US" sz="2800" dirty="0" err="1">
                <a:latin typeface="Consolas" panose="020B0609020204030204" pitchFamily="49" charset="0"/>
              </a:rPr>
              <a:t>second_line</a:t>
            </a:r>
            <a:r>
              <a:rPr lang="en-US" sz="2800" dirty="0">
                <a:latin typeface="Consolas" panose="020B0609020204030204" pitchFamily="49" charset="0"/>
              </a:rPr>
              <a:t> = </a:t>
            </a: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</a:rPr>
              <a:t>file_object.readline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()</a:t>
            </a:r>
            <a:br>
              <a:rPr lang="en-US" sz="2800" dirty="0">
                <a:latin typeface="Consolas" panose="020B0609020204030204" pitchFamily="49" charset="0"/>
              </a:rPr>
            </a:br>
            <a:r>
              <a:rPr lang="en-US" sz="2800" dirty="0">
                <a:latin typeface="Consolas" panose="020B0609020204030204" pitchFamily="49" charset="0"/>
              </a:rPr>
              <a:t>print(</a:t>
            </a:r>
            <a:r>
              <a:rPr lang="en-US" sz="2800" dirty="0" err="1">
                <a:latin typeface="Consolas" panose="020B0609020204030204" pitchFamily="49" charset="0"/>
              </a:rPr>
              <a:t>second_line</a:t>
            </a:r>
            <a:r>
              <a:rPr lang="en-US" sz="2800" dirty="0">
                <a:latin typeface="Consolas" panose="020B0609020204030204" pitchFamily="49" charset="0"/>
              </a:rPr>
              <a:t>) # </a:t>
            </a:r>
            <a:r>
              <a:rPr lang="en-US" sz="2800" i="1" dirty="0">
                <a:latin typeface="Consolas" panose="020B0609020204030204" pitchFamily="49" charset="0"/>
              </a:rPr>
              <a:t>the world was full of magic</a:t>
            </a:r>
            <a:endParaRPr lang="en-AU" sz="2800" i="1" dirty="0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60FC80-FE7B-E1CE-0071-41C5626910E3}"/>
              </a:ext>
            </a:extLst>
          </p:cNvPr>
          <p:cNvSpPr txBox="1"/>
          <p:nvPr/>
        </p:nvSpPr>
        <p:spPr>
          <a:xfrm>
            <a:off x="2197123" y="1886808"/>
            <a:ext cx="2192819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To read the contents of </a:t>
            </a:r>
            <a:r>
              <a:rPr lang="en-CA" b="1" dirty="0"/>
              <a:t>story.txt</a:t>
            </a:r>
            <a:r>
              <a:rPr lang="en-CA" dirty="0"/>
              <a:t>, we first create file object …</a:t>
            </a:r>
            <a:endParaRPr lang="en-AU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3FD91F2-A321-15C9-0888-452B1034CA4D}"/>
              </a:ext>
            </a:extLst>
          </p:cNvPr>
          <p:cNvSpPr/>
          <p:nvPr/>
        </p:nvSpPr>
        <p:spPr>
          <a:xfrm>
            <a:off x="9070181" y="2968423"/>
            <a:ext cx="1338952" cy="95673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 err="1"/>
              <a:t>file_object</a:t>
            </a:r>
            <a:endParaRPr lang="en-AU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2A36749-1E34-E892-E39A-C9BCE7091CAC}"/>
              </a:ext>
            </a:extLst>
          </p:cNvPr>
          <p:cNvCxnSpPr>
            <a:stCxn id="11" idx="0"/>
            <a:endCxn id="5" idx="2"/>
          </p:cNvCxnSpPr>
          <p:nvPr/>
        </p:nvCxnSpPr>
        <p:spPr>
          <a:xfrm flipH="1" flipV="1">
            <a:off x="9435744" y="1991221"/>
            <a:ext cx="303913" cy="9772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5086AB1-A204-EB06-7737-E89040012A29}"/>
              </a:ext>
            </a:extLst>
          </p:cNvPr>
          <p:cNvSpPr txBox="1"/>
          <p:nvPr/>
        </p:nvSpPr>
        <p:spPr>
          <a:xfrm>
            <a:off x="8643248" y="4459354"/>
            <a:ext cx="2192819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Python reads the contents of the file a line at a time using the file object.</a:t>
            </a:r>
            <a:endParaRPr lang="en-AU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06BF4C7-EEF3-987D-32EA-88AB48CFF742}"/>
                  </a:ext>
                </a:extLst>
              </p14:cNvPr>
              <p14:cNvContentPartPr/>
              <p14:nvPr/>
            </p14:nvContentPartPr>
            <p14:xfrm>
              <a:off x="647640" y="3803040"/>
              <a:ext cx="6591600" cy="21031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06BF4C7-EEF3-987D-32EA-88AB48CFF74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38280" y="3793680"/>
                <a:ext cx="6610320" cy="2121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2374746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58B19-D8F7-B3CB-A755-1147291B2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8C8D8-A13E-4A99-6FD5-5E315F830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Reading</a:t>
            </a:r>
            <a:br>
              <a:rPr lang="en-CA" dirty="0"/>
            </a:br>
            <a:r>
              <a:rPr lang="en-CA" dirty="0"/>
              <a:t>Text Files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340C9E-9D74-B949-E064-60A8ECDCC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53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91BBE5-B319-C6F6-186E-B114BD65479D}"/>
              </a:ext>
            </a:extLst>
          </p:cNvPr>
          <p:cNvSpPr txBox="1"/>
          <p:nvPr/>
        </p:nvSpPr>
        <p:spPr>
          <a:xfrm>
            <a:off x="4787923" y="471218"/>
            <a:ext cx="2192819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Suppose the text file </a:t>
            </a:r>
            <a:r>
              <a:rPr lang="en-CA" b="1" dirty="0"/>
              <a:t>story.txt </a:t>
            </a:r>
            <a:r>
              <a:rPr lang="en-CA" dirty="0"/>
              <a:t>is in on your computer …</a:t>
            </a:r>
            <a:endParaRPr lang="en-AU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FF9F40E-B7F5-700E-6E25-A9771B0AB293}"/>
              </a:ext>
            </a:extLst>
          </p:cNvPr>
          <p:cNvGrpSpPr/>
          <p:nvPr/>
        </p:nvGrpSpPr>
        <p:grpSpPr>
          <a:xfrm>
            <a:off x="7517687" y="421560"/>
            <a:ext cx="3836113" cy="1569661"/>
            <a:chOff x="5629620" y="2156701"/>
            <a:chExt cx="3836113" cy="156966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0487E11-C955-1A5C-BE8D-CFDB49CE2DA8}"/>
                </a:ext>
              </a:extLst>
            </p:cNvPr>
            <p:cNvSpPr txBox="1"/>
            <p:nvPr/>
          </p:nvSpPr>
          <p:spPr>
            <a:xfrm>
              <a:off x="5629620" y="2526033"/>
              <a:ext cx="3836113" cy="120032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</a:rPr>
                <a:t>Once upon a time,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the world was full of magic.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Everyone was constantly 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doing card tricks.</a:t>
              </a:r>
              <a:endParaRPr lang="en-AU" dirty="0">
                <a:latin typeface="Consolas" panose="020B0609020204030204" pitchFamily="49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3CEA4E2-A378-AB2D-4248-079D142AD8D5}"/>
                </a:ext>
              </a:extLst>
            </p:cNvPr>
            <p:cNvSpPr txBox="1"/>
            <p:nvPr/>
          </p:nvSpPr>
          <p:spPr>
            <a:xfrm>
              <a:off x="7051514" y="2156701"/>
              <a:ext cx="9923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dirty="0"/>
                <a:t>story.txt</a:t>
              </a:r>
              <a:endParaRPr lang="en-AU" dirty="0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B64409EA-2074-23B6-91F5-395E5C627A62}"/>
              </a:ext>
            </a:extLst>
          </p:cNvPr>
          <p:cNvSpPr txBox="1"/>
          <p:nvPr/>
        </p:nvSpPr>
        <p:spPr>
          <a:xfrm>
            <a:off x="203478" y="3167390"/>
            <a:ext cx="9648795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latin typeface="Consolas" panose="020B0609020204030204" pitchFamily="49" charset="0"/>
              </a:rPr>
              <a:t>file_object</a:t>
            </a:r>
            <a:r>
              <a:rPr lang="en-US" sz="2800" dirty="0">
                <a:latin typeface="Consolas" panose="020B0609020204030204" pitchFamily="49" charset="0"/>
              </a:rPr>
              <a:t> = open('story.txt')</a:t>
            </a:r>
          </a:p>
          <a:p>
            <a:endParaRPr lang="en-US" sz="2800" dirty="0">
              <a:latin typeface="Consolas" panose="020B0609020204030204" pitchFamily="49" charset="0"/>
            </a:endParaRPr>
          </a:p>
          <a:p>
            <a:r>
              <a:rPr lang="en-US" sz="2800" dirty="0" err="1">
                <a:latin typeface="Consolas" panose="020B0609020204030204" pitchFamily="49" charset="0"/>
              </a:rPr>
              <a:t>first_line</a:t>
            </a:r>
            <a:r>
              <a:rPr lang="en-US" sz="2800" dirty="0">
                <a:latin typeface="Consolas" panose="020B0609020204030204" pitchFamily="49" charset="0"/>
              </a:rPr>
              <a:t> = </a:t>
            </a: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</a:rPr>
              <a:t>file_object.readline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print(</a:t>
            </a:r>
            <a:r>
              <a:rPr lang="en-US" sz="2800" dirty="0" err="1">
                <a:latin typeface="Consolas" panose="020B0609020204030204" pitchFamily="49" charset="0"/>
              </a:rPr>
              <a:t>first_line</a:t>
            </a:r>
            <a:r>
              <a:rPr lang="en-US" sz="2800" dirty="0">
                <a:latin typeface="Consolas" panose="020B0609020204030204" pitchFamily="49" charset="0"/>
              </a:rPr>
              <a:t>) # </a:t>
            </a:r>
            <a:r>
              <a:rPr lang="en-US" sz="2800" i="1" dirty="0">
                <a:latin typeface="Consolas" panose="020B0609020204030204" pitchFamily="49" charset="0"/>
              </a:rPr>
              <a:t>Once upon a time,</a:t>
            </a:r>
          </a:p>
          <a:p>
            <a:endParaRPr lang="en-US" sz="2800" dirty="0">
              <a:latin typeface="Consolas" panose="020B0609020204030204" pitchFamily="49" charset="0"/>
            </a:endParaRPr>
          </a:p>
          <a:p>
            <a:r>
              <a:rPr lang="en-US" sz="2800" dirty="0" err="1">
                <a:latin typeface="Consolas" panose="020B0609020204030204" pitchFamily="49" charset="0"/>
              </a:rPr>
              <a:t>second_line</a:t>
            </a:r>
            <a:r>
              <a:rPr lang="en-US" sz="2800" dirty="0">
                <a:latin typeface="Consolas" panose="020B0609020204030204" pitchFamily="49" charset="0"/>
              </a:rPr>
              <a:t> = </a:t>
            </a: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</a:rPr>
              <a:t>file_object.readline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()</a:t>
            </a:r>
            <a:br>
              <a:rPr lang="en-US" sz="2800" dirty="0">
                <a:latin typeface="Consolas" panose="020B0609020204030204" pitchFamily="49" charset="0"/>
              </a:rPr>
            </a:br>
            <a:r>
              <a:rPr lang="en-US" sz="2800" dirty="0">
                <a:latin typeface="Consolas" panose="020B0609020204030204" pitchFamily="49" charset="0"/>
              </a:rPr>
              <a:t>print(</a:t>
            </a:r>
            <a:r>
              <a:rPr lang="en-US" sz="2800" dirty="0" err="1">
                <a:latin typeface="Consolas" panose="020B0609020204030204" pitchFamily="49" charset="0"/>
              </a:rPr>
              <a:t>second_line</a:t>
            </a:r>
            <a:r>
              <a:rPr lang="en-US" sz="2800" dirty="0">
                <a:latin typeface="Consolas" panose="020B0609020204030204" pitchFamily="49" charset="0"/>
              </a:rPr>
              <a:t>) # </a:t>
            </a:r>
            <a:r>
              <a:rPr lang="en-US" sz="2800" i="1" dirty="0">
                <a:latin typeface="Consolas" panose="020B0609020204030204" pitchFamily="49" charset="0"/>
              </a:rPr>
              <a:t>the world was full of magic</a:t>
            </a:r>
            <a:endParaRPr lang="en-AU" sz="2800" i="1" dirty="0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3067F0-25E8-72FA-2519-B613818B3372}"/>
              </a:ext>
            </a:extLst>
          </p:cNvPr>
          <p:cNvSpPr txBox="1"/>
          <p:nvPr/>
        </p:nvSpPr>
        <p:spPr>
          <a:xfrm>
            <a:off x="2197123" y="1886808"/>
            <a:ext cx="2192819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To read the contents of </a:t>
            </a:r>
            <a:r>
              <a:rPr lang="en-CA" b="1" dirty="0"/>
              <a:t>story.txt</a:t>
            </a:r>
            <a:r>
              <a:rPr lang="en-CA" dirty="0"/>
              <a:t>, we first create file object …</a:t>
            </a:r>
            <a:endParaRPr lang="en-AU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9228578-7026-F524-AC42-E6E12CECDBC4}"/>
              </a:ext>
            </a:extLst>
          </p:cNvPr>
          <p:cNvSpPr/>
          <p:nvPr/>
        </p:nvSpPr>
        <p:spPr>
          <a:xfrm>
            <a:off x="9070181" y="2968423"/>
            <a:ext cx="1338952" cy="95673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 err="1"/>
              <a:t>file_object</a:t>
            </a:r>
            <a:endParaRPr lang="en-AU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4891634-C45F-84BE-D625-25660475D76E}"/>
              </a:ext>
            </a:extLst>
          </p:cNvPr>
          <p:cNvCxnSpPr>
            <a:stCxn id="11" idx="0"/>
            <a:endCxn id="5" idx="2"/>
          </p:cNvCxnSpPr>
          <p:nvPr/>
        </p:nvCxnSpPr>
        <p:spPr>
          <a:xfrm flipH="1" flipV="1">
            <a:off x="9435744" y="1991221"/>
            <a:ext cx="303913" cy="9772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91319F6-E241-2A63-4D7E-4904D6264F93}"/>
              </a:ext>
            </a:extLst>
          </p:cNvPr>
          <p:cNvSpPr txBox="1"/>
          <p:nvPr/>
        </p:nvSpPr>
        <p:spPr>
          <a:xfrm>
            <a:off x="8939581" y="4302193"/>
            <a:ext cx="2964552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Each time </a:t>
            </a:r>
            <a:r>
              <a:rPr lang="en-CA" dirty="0" err="1">
                <a:latin typeface="Consolas" panose="020B0609020204030204" pitchFamily="49" charset="0"/>
              </a:rPr>
              <a:t>file_object.readline</a:t>
            </a:r>
            <a:r>
              <a:rPr lang="en-CA" dirty="0">
                <a:latin typeface="Consolas" panose="020B0609020204030204" pitchFamily="49" charset="0"/>
              </a:rPr>
              <a:t>() </a:t>
            </a:r>
            <a:r>
              <a:rPr lang="en-CA" dirty="0"/>
              <a:t>is called it returns the next line of the file.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CEAF84-12CB-A527-262C-5A76E95D4CDF}"/>
              </a:ext>
            </a:extLst>
          </p:cNvPr>
          <p:cNvSpPr txBox="1"/>
          <p:nvPr/>
        </p:nvSpPr>
        <p:spPr>
          <a:xfrm>
            <a:off x="10774696" y="2968423"/>
            <a:ext cx="1310628" cy="73866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sz="1400" dirty="0"/>
              <a:t>Example of a function that is </a:t>
            </a:r>
            <a:r>
              <a:rPr lang="en-CA" sz="1400" b="1" dirty="0"/>
              <a:t>not</a:t>
            </a:r>
            <a:r>
              <a:rPr lang="en-CA" sz="1400" dirty="0"/>
              <a:t> pure.</a:t>
            </a:r>
            <a:endParaRPr lang="en-AU" sz="1400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6A4AE81-BF13-DB3F-AFAD-855A9A35E0CB}"/>
              </a:ext>
            </a:extLst>
          </p:cNvPr>
          <p:cNvCxnSpPr>
            <a:stCxn id="3" idx="2"/>
          </p:cNvCxnSpPr>
          <p:nvPr/>
        </p:nvCxnSpPr>
        <p:spPr>
          <a:xfrm flipH="1">
            <a:off x="11049000" y="3707087"/>
            <a:ext cx="381010" cy="9326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985789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73897-36C3-68B1-EC87-3FA1FC086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04521-D476-976C-45A1-155CDFA9F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Reading</a:t>
            </a:r>
            <a:br>
              <a:rPr lang="en-CA" dirty="0"/>
            </a:br>
            <a:r>
              <a:rPr lang="en-CA" dirty="0"/>
              <a:t>Text Files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E1FB5C-E289-5BA5-FD22-928492AE9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54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7EBBEF-0BFF-92D1-27BD-68133F97973B}"/>
              </a:ext>
            </a:extLst>
          </p:cNvPr>
          <p:cNvSpPr txBox="1"/>
          <p:nvPr/>
        </p:nvSpPr>
        <p:spPr>
          <a:xfrm>
            <a:off x="4787923" y="471218"/>
            <a:ext cx="2192819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Suppose the text file </a:t>
            </a:r>
            <a:r>
              <a:rPr lang="en-CA" b="1" dirty="0"/>
              <a:t>story.txt </a:t>
            </a:r>
            <a:r>
              <a:rPr lang="en-CA" dirty="0"/>
              <a:t>is in on your computer …</a:t>
            </a:r>
            <a:endParaRPr lang="en-AU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6D49BCE-2086-2407-C76D-A1F3CD74BF1E}"/>
              </a:ext>
            </a:extLst>
          </p:cNvPr>
          <p:cNvGrpSpPr/>
          <p:nvPr/>
        </p:nvGrpSpPr>
        <p:grpSpPr>
          <a:xfrm>
            <a:off x="7517687" y="421560"/>
            <a:ext cx="3836113" cy="1569661"/>
            <a:chOff x="5629620" y="2156701"/>
            <a:chExt cx="3836113" cy="156966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838DE17-79CA-67F5-7734-743805622543}"/>
                </a:ext>
              </a:extLst>
            </p:cNvPr>
            <p:cNvSpPr txBox="1"/>
            <p:nvPr/>
          </p:nvSpPr>
          <p:spPr>
            <a:xfrm>
              <a:off x="5629620" y="2526033"/>
              <a:ext cx="3836113" cy="120032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</a:rPr>
                <a:t>Once upon a time,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the world was full of magic.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Everyone was constantly 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doing card tricks.</a:t>
              </a:r>
              <a:endParaRPr lang="en-AU" dirty="0">
                <a:latin typeface="Consolas" panose="020B0609020204030204" pitchFamily="49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964F287-401E-4525-9222-FC0A805BE057}"/>
                </a:ext>
              </a:extLst>
            </p:cNvPr>
            <p:cNvSpPr txBox="1"/>
            <p:nvPr/>
          </p:nvSpPr>
          <p:spPr>
            <a:xfrm>
              <a:off x="7051514" y="2156701"/>
              <a:ext cx="9923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dirty="0"/>
                <a:t>story.txt</a:t>
              </a:r>
              <a:endParaRPr lang="en-AU" dirty="0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EC4A0E57-30C3-8F62-95F7-84A8591E38DF}"/>
              </a:ext>
            </a:extLst>
          </p:cNvPr>
          <p:cNvSpPr txBox="1"/>
          <p:nvPr/>
        </p:nvSpPr>
        <p:spPr>
          <a:xfrm>
            <a:off x="203478" y="3167390"/>
            <a:ext cx="6296917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latin typeface="Consolas" panose="020B0609020204030204" pitchFamily="49" charset="0"/>
              </a:rPr>
              <a:t>file_object</a:t>
            </a:r>
            <a:r>
              <a:rPr lang="en-US" sz="2800" dirty="0">
                <a:latin typeface="Consolas" panose="020B0609020204030204" pitchFamily="49" charset="0"/>
              </a:rPr>
              <a:t> = open('story.txt')</a:t>
            </a:r>
          </a:p>
          <a:p>
            <a:endParaRPr lang="en-US" sz="2800" dirty="0">
              <a:latin typeface="Consolas" panose="020B0609020204030204" pitchFamily="49" charset="0"/>
            </a:endParaRPr>
          </a:p>
          <a:p>
            <a:r>
              <a:rPr lang="en-US" sz="2800" dirty="0">
                <a:latin typeface="Consolas" panose="020B0609020204030204" pitchFamily="49" charset="0"/>
              </a:rPr>
              <a:t>print(</a:t>
            </a: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</a:rPr>
              <a:t>file_object.readline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()</a:t>
            </a:r>
            <a:r>
              <a:rPr lang="en-US" sz="2800" dirty="0">
                <a:latin typeface="Consolas" panose="020B0609020204030204" pitchFamily="49" charset="0"/>
              </a:rPr>
              <a:t>)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print(</a:t>
            </a: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</a:rPr>
              <a:t>file_object.readline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()</a:t>
            </a:r>
            <a:r>
              <a:rPr lang="en-US" sz="2800" dirty="0">
                <a:latin typeface="Consolas" panose="020B0609020204030204" pitchFamily="49" charset="0"/>
              </a:rPr>
              <a:t>)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print(</a:t>
            </a: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</a:rPr>
              <a:t>file_object.readline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()</a:t>
            </a:r>
            <a:r>
              <a:rPr lang="en-US" sz="2800" dirty="0">
                <a:latin typeface="Consolas" panose="020B0609020204030204" pitchFamily="49" charset="0"/>
              </a:rPr>
              <a:t>)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print(</a:t>
            </a: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</a:rPr>
              <a:t>file_object.readline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()</a:t>
            </a:r>
            <a:r>
              <a:rPr lang="en-US" sz="2800" dirty="0"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D9A8D0-6837-A209-644B-1CC54869E2AA}"/>
              </a:ext>
            </a:extLst>
          </p:cNvPr>
          <p:cNvSpPr txBox="1"/>
          <p:nvPr/>
        </p:nvSpPr>
        <p:spPr>
          <a:xfrm>
            <a:off x="2197123" y="1886808"/>
            <a:ext cx="2192819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To read the contents of </a:t>
            </a:r>
            <a:r>
              <a:rPr lang="en-CA" b="1" dirty="0"/>
              <a:t>story.txt</a:t>
            </a:r>
            <a:r>
              <a:rPr lang="en-CA" dirty="0"/>
              <a:t>, we first create file object …</a:t>
            </a:r>
            <a:endParaRPr lang="en-AU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A83BF50-21C2-4FFF-0EE9-02E89FC20785}"/>
              </a:ext>
            </a:extLst>
          </p:cNvPr>
          <p:cNvSpPr/>
          <p:nvPr/>
        </p:nvSpPr>
        <p:spPr>
          <a:xfrm>
            <a:off x="8939581" y="2543785"/>
            <a:ext cx="1338952" cy="95673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 err="1"/>
              <a:t>file_object</a:t>
            </a:r>
            <a:endParaRPr lang="en-AU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2F5E453-52BE-0963-F281-9516D6B74BE9}"/>
              </a:ext>
            </a:extLst>
          </p:cNvPr>
          <p:cNvCxnSpPr>
            <a:stCxn id="11" idx="0"/>
            <a:endCxn id="5" idx="2"/>
          </p:cNvCxnSpPr>
          <p:nvPr/>
        </p:nvCxnSpPr>
        <p:spPr>
          <a:xfrm flipH="1" flipV="1">
            <a:off x="9435744" y="1991221"/>
            <a:ext cx="173313" cy="5525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C4504C9-00E6-79BE-9C1E-F61D67E40859}"/>
              </a:ext>
            </a:extLst>
          </p:cNvPr>
          <p:cNvSpPr txBox="1"/>
          <p:nvPr/>
        </p:nvSpPr>
        <p:spPr>
          <a:xfrm>
            <a:off x="6096000" y="3676331"/>
            <a:ext cx="2964552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This prints the entire file …</a:t>
            </a:r>
            <a:endParaRPr lang="en-A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43C5A2-3545-0255-C663-61DB07284D38}"/>
              </a:ext>
            </a:extLst>
          </p:cNvPr>
          <p:cNvSpPr txBox="1"/>
          <p:nvPr/>
        </p:nvSpPr>
        <p:spPr>
          <a:xfrm>
            <a:off x="6096000" y="4122689"/>
            <a:ext cx="3730508" cy="2031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Once upon a time,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the world was full of magic.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Everyone was constantly 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doing card tricks.</a:t>
            </a:r>
            <a:endParaRPr lang="en-AU" dirty="0"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7EDFC6-BA65-D2A1-F3CE-87B96E127B1F}"/>
              </a:ext>
            </a:extLst>
          </p:cNvPr>
          <p:cNvSpPr txBox="1"/>
          <p:nvPr/>
        </p:nvSpPr>
        <p:spPr>
          <a:xfrm>
            <a:off x="9931904" y="4506218"/>
            <a:ext cx="2200829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It’s double-spaced because the first three lines end with a </a:t>
            </a:r>
            <a:r>
              <a:rPr lang="en-CA" dirty="0">
                <a:latin typeface="Consolas" panose="020B0609020204030204" pitchFamily="49" charset="0"/>
              </a:rPr>
              <a:t>\n</a:t>
            </a:r>
            <a:r>
              <a:rPr lang="en-CA" dirty="0"/>
              <a:t> character (the </a:t>
            </a:r>
            <a:r>
              <a:rPr lang="en-CA" b="1" dirty="0"/>
              <a:t>newline character</a:t>
            </a:r>
            <a:r>
              <a:rPr lang="en-CA" dirty="0"/>
              <a:t>)</a:t>
            </a:r>
            <a:endParaRPr lang="en-AU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2B7EC19-AAC6-FB40-136B-79CC4CFC74D4}"/>
                  </a:ext>
                </a:extLst>
              </p14:cNvPr>
              <p14:cNvContentPartPr/>
              <p14:nvPr/>
            </p14:nvContentPartPr>
            <p14:xfrm>
              <a:off x="5727600" y="4464720"/>
              <a:ext cx="2915280" cy="1701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2B7EC19-AAC6-FB40-136B-79CC4CFC74D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718240" y="4455360"/>
                <a:ext cx="2934000" cy="1720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0961430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2E98F-29E2-F33E-D52C-0DB094F6E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E2570-8DD0-F37C-FF10-A1DE91392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Reading</a:t>
            </a:r>
            <a:br>
              <a:rPr lang="en-CA" dirty="0"/>
            </a:br>
            <a:r>
              <a:rPr lang="en-CA" dirty="0"/>
              <a:t>Text Files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7B4811-5DD5-99FA-D77C-7F241893A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55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A7F8ED-2E74-6344-9E13-3772C380D6E9}"/>
              </a:ext>
            </a:extLst>
          </p:cNvPr>
          <p:cNvSpPr txBox="1"/>
          <p:nvPr/>
        </p:nvSpPr>
        <p:spPr>
          <a:xfrm>
            <a:off x="4787923" y="471218"/>
            <a:ext cx="2192819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Suppose the text file </a:t>
            </a:r>
            <a:r>
              <a:rPr lang="en-CA" b="1" dirty="0"/>
              <a:t>story.txt </a:t>
            </a:r>
            <a:r>
              <a:rPr lang="en-CA" dirty="0"/>
              <a:t>is in on your computer …</a:t>
            </a:r>
            <a:endParaRPr lang="en-AU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6DB3E29-0C99-9B5B-2CE2-2D15D02D6189}"/>
              </a:ext>
            </a:extLst>
          </p:cNvPr>
          <p:cNvGrpSpPr/>
          <p:nvPr/>
        </p:nvGrpSpPr>
        <p:grpSpPr>
          <a:xfrm>
            <a:off x="7517687" y="421560"/>
            <a:ext cx="3836113" cy="1569661"/>
            <a:chOff x="5629620" y="2156701"/>
            <a:chExt cx="3836113" cy="156966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0244546-2424-DD3A-D78B-972ED3BD2F8F}"/>
                </a:ext>
              </a:extLst>
            </p:cNvPr>
            <p:cNvSpPr txBox="1"/>
            <p:nvPr/>
          </p:nvSpPr>
          <p:spPr>
            <a:xfrm>
              <a:off x="5629620" y="2526033"/>
              <a:ext cx="3836113" cy="120032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</a:rPr>
                <a:t>Once upon a time,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the world was full of magic.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Everyone was constantly 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doing card tricks.</a:t>
              </a:r>
              <a:endParaRPr lang="en-AU" dirty="0">
                <a:latin typeface="Consolas" panose="020B0609020204030204" pitchFamily="49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DE0E3D3-4F45-10A2-2801-50D0C316BEC2}"/>
                </a:ext>
              </a:extLst>
            </p:cNvPr>
            <p:cNvSpPr txBox="1"/>
            <p:nvPr/>
          </p:nvSpPr>
          <p:spPr>
            <a:xfrm>
              <a:off x="7051514" y="2156701"/>
              <a:ext cx="9923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dirty="0"/>
                <a:t>story.txt</a:t>
              </a:r>
              <a:endParaRPr lang="en-AU" dirty="0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B7ED086A-F955-43F4-EE35-328925911F6D}"/>
              </a:ext>
            </a:extLst>
          </p:cNvPr>
          <p:cNvSpPr txBox="1"/>
          <p:nvPr/>
        </p:nvSpPr>
        <p:spPr>
          <a:xfrm>
            <a:off x="203478" y="3167390"/>
            <a:ext cx="7677102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latin typeface="Consolas" panose="020B0609020204030204" pitchFamily="49" charset="0"/>
              </a:rPr>
              <a:t>file_object</a:t>
            </a:r>
            <a:r>
              <a:rPr lang="en-US" sz="2800" dirty="0">
                <a:latin typeface="Consolas" panose="020B0609020204030204" pitchFamily="49" charset="0"/>
              </a:rPr>
              <a:t> = open('story.txt')</a:t>
            </a:r>
          </a:p>
          <a:p>
            <a:endParaRPr lang="en-US" sz="2800" dirty="0">
              <a:latin typeface="Consolas" panose="020B0609020204030204" pitchFamily="49" charset="0"/>
            </a:endParaRPr>
          </a:p>
          <a:p>
            <a:r>
              <a:rPr lang="en-US" sz="2800" dirty="0">
                <a:latin typeface="Consolas" panose="020B0609020204030204" pitchFamily="49" charset="0"/>
              </a:rPr>
              <a:t>print(</a:t>
            </a:r>
            <a:r>
              <a:rPr lang="en-US" sz="2800" dirty="0" err="1">
                <a:latin typeface="Consolas" panose="020B0609020204030204" pitchFamily="49" charset="0"/>
              </a:rPr>
              <a:t>file_object.readline</a:t>
            </a:r>
            <a:r>
              <a:rPr lang="en-US" sz="2800" dirty="0">
                <a:latin typeface="Consolas" panose="020B0609020204030204" pitchFamily="49" charset="0"/>
              </a:rPr>
              <a:t>()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.strip()</a:t>
            </a:r>
            <a:r>
              <a:rPr lang="en-US" sz="2800" dirty="0">
                <a:latin typeface="Consolas" panose="020B0609020204030204" pitchFamily="49" charset="0"/>
              </a:rPr>
              <a:t>)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print(</a:t>
            </a:r>
            <a:r>
              <a:rPr lang="en-US" sz="2800" dirty="0" err="1">
                <a:latin typeface="Consolas" panose="020B0609020204030204" pitchFamily="49" charset="0"/>
              </a:rPr>
              <a:t>file_object.readline</a:t>
            </a:r>
            <a:r>
              <a:rPr lang="en-US" sz="2800" dirty="0">
                <a:latin typeface="Consolas" panose="020B0609020204030204" pitchFamily="49" charset="0"/>
              </a:rPr>
              <a:t>()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.strip()</a:t>
            </a:r>
            <a:r>
              <a:rPr lang="en-US" sz="2800" dirty="0">
                <a:latin typeface="Consolas" panose="020B0609020204030204" pitchFamily="49" charset="0"/>
              </a:rPr>
              <a:t>)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print(</a:t>
            </a:r>
            <a:r>
              <a:rPr lang="en-US" sz="2800" dirty="0" err="1">
                <a:latin typeface="Consolas" panose="020B0609020204030204" pitchFamily="49" charset="0"/>
              </a:rPr>
              <a:t>file_object.readline</a:t>
            </a:r>
            <a:r>
              <a:rPr lang="en-US" sz="2800" dirty="0">
                <a:latin typeface="Consolas" panose="020B0609020204030204" pitchFamily="49" charset="0"/>
              </a:rPr>
              <a:t>()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.strip()</a:t>
            </a:r>
            <a:r>
              <a:rPr lang="en-US" sz="2800" dirty="0">
                <a:latin typeface="Consolas" panose="020B0609020204030204" pitchFamily="49" charset="0"/>
              </a:rPr>
              <a:t>)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print(</a:t>
            </a:r>
            <a:r>
              <a:rPr lang="en-US" sz="2800" dirty="0" err="1">
                <a:latin typeface="Consolas" panose="020B0609020204030204" pitchFamily="49" charset="0"/>
              </a:rPr>
              <a:t>file_object.readline</a:t>
            </a:r>
            <a:r>
              <a:rPr lang="en-US" sz="2800" dirty="0">
                <a:latin typeface="Consolas" panose="020B0609020204030204" pitchFamily="49" charset="0"/>
              </a:rPr>
              <a:t>()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.strip()</a:t>
            </a:r>
            <a:r>
              <a:rPr lang="en-US" sz="2800" dirty="0"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C6013F8-A6E1-936D-25E1-E86F7D61E57E}"/>
              </a:ext>
            </a:extLst>
          </p:cNvPr>
          <p:cNvSpPr txBox="1"/>
          <p:nvPr/>
        </p:nvSpPr>
        <p:spPr>
          <a:xfrm>
            <a:off x="2197123" y="1886808"/>
            <a:ext cx="2192819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To read the contents of </a:t>
            </a:r>
            <a:r>
              <a:rPr lang="en-CA" b="1" dirty="0"/>
              <a:t>story.txt</a:t>
            </a:r>
            <a:r>
              <a:rPr lang="en-CA" dirty="0"/>
              <a:t>, we first create file object …</a:t>
            </a:r>
            <a:endParaRPr lang="en-AU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4DFFEF6-1200-A0B2-168A-AB31852E5010}"/>
              </a:ext>
            </a:extLst>
          </p:cNvPr>
          <p:cNvSpPr/>
          <p:nvPr/>
        </p:nvSpPr>
        <p:spPr>
          <a:xfrm>
            <a:off x="8939581" y="2543785"/>
            <a:ext cx="1338952" cy="95673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 err="1"/>
              <a:t>file_object</a:t>
            </a:r>
            <a:endParaRPr lang="en-AU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DCDE514-BAC8-45F7-D810-DD3A323BE13A}"/>
              </a:ext>
            </a:extLst>
          </p:cNvPr>
          <p:cNvCxnSpPr>
            <a:stCxn id="11" idx="0"/>
            <a:endCxn id="5" idx="2"/>
          </p:cNvCxnSpPr>
          <p:nvPr/>
        </p:nvCxnSpPr>
        <p:spPr>
          <a:xfrm flipH="1" flipV="1">
            <a:off x="9435744" y="1991221"/>
            <a:ext cx="173313" cy="5525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BB32F7F-AF0A-2673-C94C-DAF33E38ED59}"/>
              </a:ext>
            </a:extLst>
          </p:cNvPr>
          <p:cNvSpPr txBox="1"/>
          <p:nvPr/>
        </p:nvSpPr>
        <p:spPr>
          <a:xfrm>
            <a:off x="7812650" y="4033697"/>
            <a:ext cx="3730508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Once upon a time,</a:t>
            </a:r>
          </a:p>
          <a:p>
            <a:r>
              <a:rPr lang="en-US" dirty="0">
                <a:latin typeface="Consolas" panose="020B0609020204030204" pitchFamily="49" charset="0"/>
              </a:rPr>
              <a:t>the world was full of magic.</a:t>
            </a:r>
          </a:p>
          <a:p>
            <a:r>
              <a:rPr lang="en-US" dirty="0">
                <a:latin typeface="Consolas" panose="020B0609020204030204" pitchFamily="49" charset="0"/>
              </a:rPr>
              <a:t>Everyone was constantly </a:t>
            </a:r>
          </a:p>
          <a:p>
            <a:r>
              <a:rPr lang="en-US" dirty="0">
                <a:latin typeface="Consolas" panose="020B0609020204030204" pitchFamily="49" charset="0"/>
              </a:rPr>
              <a:t>doing card tricks.</a:t>
            </a:r>
            <a:endParaRPr lang="en-AU" dirty="0"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845491-55A6-77C1-9036-A1B5F861CCEB}"/>
              </a:ext>
            </a:extLst>
          </p:cNvPr>
          <p:cNvSpPr txBox="1"/>
          <p:nvPr/>
        </p:nvSpPr>
        <p:spPr>
          <a:xfrm>
            <a:off x="7789057" y="5433020"/>
            <a:ext cx="4199465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Calling </a:t>
            </a:r>
            <a:r>
              <a:rPr lang="en-CA" dirty="0">
                <a:latin typeface="Consolas" panose="020B0609020204030204" pitchFamily="49" charset="0"/>
              </a:rPr>
              <a:t>.strip()</a:t>
            </a:r>
            <a:r>
              <a:rPr lang="en-CA" dirty="0"/>
              <a:t> on a string removes all </a:t>
            </a:r>
            <a:r>
              <a:rPr lang="en-CA" dirty="0">
                <a:latin typeface="Consolas" panose="020B0609020204030204" pitchFamily="49" charset="0"/>
              </a:rPr>
              <a:t>\n </a:t>
            </a:r>
            <a:r>
              <a:rPr lang="en-CA" dirty="0"/>
              <a:t>characters at the end and the start.</a:t>
            </a:r>
            <a:br>
              <a:rPr lang="en-CA" dirty="0"/>
            </a:br>
            <a:r>
              <a:rPr lang="en-CA" dirty="0"/>
              <a:t>It also removes tabs, spaces, …</a:t>
            </a:r>
            <a:endParaRPr lang="en-AU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A5E4393C-A918-5AE5-CC24-469253228A05}"/>
                  </a:ext>
                </a:extLst>
              </p14:cNvPr>
              <p14:cNvContentPartPr/>
              <p14:nvPr/>
            </p14:nvContentPartPr>
            <p14:xfrm>
              <a:off x="1498680" y="888840"/>
              <a:ext cx="6083640" cy="364572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A5E4393C-A918-5AE5-CC24-469253228A0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89320" y="879480"/>
                <a:ext cx="6102360" cy="3664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3789563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7FBAA-7CF4-D91A-9C5B-AA00428A7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57D0C-A45D-8562-9D2C-7C65C441E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Reading</a:t>
            </a:r>
            <a:br>
              <a:rPr lang="en-CA" dirty="0"/>
            </a:br>
            <a:r>
              <a:rPr lang="en-CA" dirty="0"/>
              <a:t>Text Files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BEAB68-D8C3-8C42-8395-7694EFFF4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56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BB2A41-8962-1506-4B13-F4875601ADD0}"/>
              </a:ext>
            </a:extLst>
          </p:cNvPr>
          <p:cNvSpPr txBox="1"/>
          <p:nvPr/>
        </p:nvSpPr>
        <p:spPr>
          <a:xfrm>
            <a:off x="4787923" y="471218"/>
            <a:ext cx="2192819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Suppose the text file </a:t>
            </a:r>
            <a:r>
              <a:rPr lang="en-CA" b="1" dirty="0"/>
              <a:t>story.txt </a:t>
            </a:r>
            <a:r>
              <a:rPr lang="en-CA" dirty="0"/>
              <a:t>is in on your computer …</a:t>
            </a:r>
            <a:endParaRPr lang="en-AU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D854839-CC04-6469-D3C5-CA0A4719EE53}"/>
              </a:ext>
            </a:extLst>
          </p:cNvPr>
          <p:cNvGrpSpPr/>
          <p:nvPr/>
        </p:nvGrpSpPr>
        <p:grpSpPr>
          <a:xfrm>
            <a:off x="7517687" y="421560"/>
            <a:ext cx="3836113" cy="1569661"/>
            <a:chOff x="5629620" y="2156701"/>
            <a:chExt cx="3836113" cy="156966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8A63ED1-D06F-AE0D-9C6E-686D30DF5386}"/>
                </a:ext>
              </a:extLst>
            </p:cNvPr>
            <p:cNvSpPr txBox="1"/>
            <p:nvPr/>
          </p:nvSpPr>
          <p:spPr>
            <a:xfrm>
              <a:off x="5629620" y="2526033"/>
              <a:ext cx="3836113" cy="120032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</a:rPr>
                <a:t>Once upon a time,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the world was full of magic.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Everyone was constantly 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doing card tricks.</a:t>
              </a:r>
              <a:endParaRPr lang="en-AU" dirty="0">
                <a:latin typeface="Consolas" panose="020B0609020204030204" pitchFamily="49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A77D9B7-7E96-F16D-3EDF-D78346FA8908}"/>
                </a:ext>
              </a:extLst>
            </p:cNvPr>
            <p:cNvSpPr txBox="1"/>
            <p:nvPr/>
          </p:nvSpPr>
          <p:spPr>
            <a:xfrm>
              <a:off x="7051514" y="2156701"/>
              <a:ext cx="9923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dirty="0"/>
                <a:t>story.txt</a:t>
              </a:r>
              <a:endParaRPr lang="en-AU" dirty="0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EC65ABF3-61B1-1372-68AC-F6DFAA438DD5}"/>
              </a:ext>
            </a:extLst>
          </p:cNvPr>
          <p:cNvSpPr txBox="1"/>
          <p:nvPr/>
        </p:nvSpPr>
        <p:spPr>
          <a:xfrm>
            <a:off x="203478" y="3167390"/>
            <a:ext cx="7479933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latin typeface="Consolas" panose="020B0609020204030204" pitchFamily="49" charset="0"/>
              </a:rPr>
              <a:t>file_object</a:t>
            </a:r>
            <a:r>
              <a:rPr lang="en-US" sz="2800" dirty="0">
                <a:latin typeface="Consolas" panose="020B0609020204030204" pitchFamily="49" charset="0"/>
              </a:rPr>
              <a:t> = open('story.txt')</a:t>
            </a:r>
          </a:p>
          <a:p>
            <a:endParaRPr lang="en-US" sz="2800" dirty="0">
              <a:latin typeface="Consolas" panose="020B0609020204030204" pitchFamily="49" charset="0"/>
            </a:endParaRPr>
          </a:p>
          <a:p>
            <a:r>
              <a:rPr lang="en-US" sz="2800" dirty="0">
                <a:latin typeface="Consolas" panose="020B0609020204030204" pitchFamily="49" charset="0"/>
              </a:rPr>
              <a:t>print(</a:t>
            </a:r>
            <a:r>
              <a:rPr lang="en-US" sz="2800" dirty="0" err="1">
                <a:latin typeface="Consolas" panose="020B0609020204030204" pitchFamily="49" charset="0"/>
              </a:rPr>
              <a:t>file_object.readline</a:t>
            </a:r>
            <a:r>
              <a:rPr lang="en-US" sz="2800" dirty="0">
                <a:latin typeface="Consolas" panose="020B0609020204030204" pitchFamily="49" charset="0"/>
              </a:rPr>
              <a:t>().strip())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print(</a:t>
            </a:r>
            <a:r>
              <a:rPr lang="en-US" sz="2800" dirty="0" err="1">
                <a:latin typeface="Consolas" panose="020B0609020204030204" pitchFamily="49" charset="0"/>
              </a:rPr>
              <a:t>file_object.readline</a:t>
            </a:r>
            <a:r>
              <a:rPr lang="en-US" sz="2800" dirty="0">
                <a:latin typeface="Consolas" panose="020B0609020204030204" pitchFamily="49" charset="0"/>
              </a:rPr>
              <a:t>().strip())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print(</a:t>
            </a:r>
            <a:r>
              <a:rPr lang="en-US" sz="2800" dirty="0" err="1">
                <a:latin typeface="Consolas" panose="020B0609020204030204" pitchFamily="49" charset="0"/>
              </a:rPr>
              <a:t>file_object.readline</a:t>
            </a:r>
            <a:r>
              <a:rPr lang="en-US" sz="2800" dirty="0">
                <a:latin typeface="Consolas" panose="020B0609020204030204" pitchFamily="49" charset="0"/>
              </a:rPr>
              <a:t>().strip())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print(</a:t>
            </a:r>
            <a:r>
              <a:rPr lang="en-US" sz="2800" dirty="0" err="1">
                <a:latin typeface="Consolas" panose="020B0609020204030204" pitchFamily="49" charset="0"/>
              </a:rPr>
              <a:t>file_object.readline</a:t>
            </a:r>
            <a:r>
              <a:rPr lang="en-US" sz="2800" dirty="0">
                <a:latin typeface="Consolas" panose="020B0609020204030204" pitchFamily="49" charset="0"/>
              </a:rPr>
              <a:t>().strip())</a:t>
            </a:r>
          </a:p>
          <a:p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print(</a:t>
            </a: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</a:rPr>
              <a:t>file_object.readline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().strip())</a:t>
            </a:r>
          </a:p>
          <a:p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print(</a:t>
            </a: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</a:rPr>
              <a:t>file_object.readline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().strip())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9B8B69-8D1C-373B-0A78-2469B7522054}"/>
              </a:ext>
            </a:extLst>
          </p:cNvPr>
          <p:cNvSpPr txBox="1"/>
          <p:nvPr/>
        </p:nvSpPr>
        <p:spPr>
          <a:xfrm>
            <a:off x="2197123" y="1886808"/>
            <a:ext cx="2192819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To read the contents of </a:t>
            </a:r>
            <a:r>
              <a:rPr lang="en-CA" b="1" dirty="0"/>
              <a:t>story.txt</a:t>
            </a:r>
            <a:r>
              <a:rPr lang="en-CA" dirty="0"/>
              <a:t>, we first create file object …</a:t>
            </a:r>
            <a:endParaRPr lang="en-AU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332373E-5E7E-8892-44C9-CFA6A3E53ACE}"/>
              </a:ext>
            </a:extLst>
          </p:cNvPr>
          <p:cNvSpPr/>
          <p:nvPr/>
        </p:nvSpPr>
        <p:spPr>
          <a:xfrm>
            <a:off x="8939581" y="2543785"/>
            <a:ext cx="1338952" cy="95673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 err="1"/>
              <a:t>file_object</a:t>
            </a:r>
            <a:endParaRPr lang="en-AU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17EB327-37B2-7100-23A7-AF8D883C6F08}"/>
              </a:ext>
            </a:extLst>
          </p:cNvPr>
          <p:cNvCxnSpPr>
            <a:stCxn id="11" idx="0"/>
            <a:endCxn id="5" idx="2"/>
          </p:cNvCxnSpPr>
          <p:nvPr/>
        </p:nvCxnSpPr>
        <p:spPr>
          <a:xfrm flipH="1" flipV="1">
            <a:off x="9435744" y="1991221"/>
            <a:ext cx="173313" cy="5525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B2C0C1B-BDC9-E8B6-417E-F0717BBC8650}"/>
              </a:ext>
            </a:extLst>
          </p:cNvPr>
          <p:cNvSpPr txBox="1"/>
          <p:nvPr/>
        </p:nvSpPr>
        <p:spPr>
          <a:xfrm>
            <a:off x="7743803" y="3767554"/>
            <a:ext cx="3730508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Once upon a time,</a:t>
            </a:r>
          </a:p>
          <a:p>
            <a:r>
              <a:rPr lang="en-US" dirty="0">
                <a:latin typeface="Consolas" panose="020B0609020204030204" pitchFamily="49" charset="0"/>
              </a:rPr>
              <a:t>the world was full of magic.</a:t>
            </a:r>
          </a:p>
          <a:p>
            <a:r>
              <a:rPr lang="en-US" dirty="0">
                <a:latin typeface="Consolas" panose="020B0609020204030204" pitchFamily="49" charset="0"/>
              </a:rPr>
              <a:t>Everyone was constantly </a:t>
            </a:r>
          </a:p>
          <a:p>
            <a:r>
              <a:rPr lang="en-US" dirty="0">
                <a:latin typeface="Consolas" panose="020B0609020204030204" pitchFamily="49" charset="0"/>
              </a:rPr>
              <a:t>doing card tricks.</a:t>
            </a:r>
          </a:p>
          <a:p>
            <a:endParaRPr lang="en-AU" dirty="0">
              <a:latin typeface="Consolas" panose="020B0609020204030204" pitchFamily="49" charset="0"/>
            </a:endParaRPr>
          </a:p>
          <a:p>
            <a:endParaRPr lang="en-AU" dirty="0"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E8DF5A-09A4-EE06-F9D3-21F26A80E6DA}"/>
              </a:ext>
            </a:extLst>
          </p:cNvPr>
          <p:cNvSpPr txBox="1"/>
          <p:nvPr/>
        </p:nvSpPr>
        <p:spPr>
          <a:xfrm>
            <a:off x="7743803" y="5710019"/>
            <a:ext cx="3730508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Calling .</a:t>
            </a:r>
            <a:r>
              <a:rPr lang="en-CA" dirty="0" err="1">
                <a:latin typeface="Consolas" panose="020B0609020204030204" pitchFamily="49" charset="0"/>
              </a:rPr>
              <a:t>readline</a:t>
            </a:r>
            <a:r>
              <a:rPr lang="en-CA" dirty="0">
                <a:latin typeface="Consolas" panose="020B0609020204030204" pitchFamily="49" charset="0"/>
              </a:rPr>
              <a:t>()</a:t>
            </a:r>
            <a:r>
              <a:rPr lang="en-CA" dirty="0"/>
              <a:t> after the last line prints empty lines.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9062865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F31DB-BB06-C2FB-9A64-807E580EF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D1A01-C160-7C1D-077B-D01F3884C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Reading</a:t>
            </a:r>
            <a:br>
              <a:rPr lang="en-CA" dirty="0"/>
            </a:br>
            <a:r>
              <a:rPr lang="en-CA" dirty="0"/>
              <a:t>Text Files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ED2A6B-035F-6B7A-FFE1-4D2794ABA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57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EC0340-A959-2A2E-DE6F-ADDF74E226F8}"/>
              </a:ext>
            </a:extLst>
          </p:cNvPr>
          <p:cNvSpPr txBox="1"/>
          <p:nvPr/>
        </p:nvSpPr>
        <p:spPr>
          <a:xfrm>
            <a:off x="4787923" y="471218"/>
            <a:ext cx="2192819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Suppose the text file </a:t>
            </a:r>
            <a:r>
              <a:rPr lang="en-CA" b="1" dirty="0"/>
              <a:t>story.txt </a:t>
            </a:r>
            <a:r>
              <a:rPr lang="en-CA" dirty="0"/>
              <a:t>is in on your computer …</a:t>
            </a:r>
            <a:endParaRPr lang="en-AU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236A63C-81F3-BC8C-229A-0114AFD9AE1D}"/>
              </a:ext>
            </a:extLst>
          </p:cNvPr>
          <p:cNvGrpSpPr/>
          <p:nvPr/>
        </p:nvGrpSpPr>
        <p:grpSpPr>
          <a:xfrm>
            <a:off x="7517687" y="421560"/>
            <a:ext cx="3836113" cy="1569661"/>
            <a:chOff x="5629620" y="2156701"/>
            <a:chExt cx="3836113" cy="156966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98FB36C-6739-19CB-AB02-E5FECBB091FA}"/>
                </a:ext>
              </a:extLst>
            </p:cNvPr>
            <p:cNvSpPr txBox="1"/>
            <p:nvPr/>
          </p:nvSpPr>
          <p:spPr>
            <a:xfrm>
              <a:off x="5629620" y="2526033"/>
              <a:ext cx="3836113" cy="120032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</a:rPr>
                <a:t>Once upon a time,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the world was full of magic.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Everyone was constantly 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doing card tricks.</a:t>
              </a:r>
              <a:endParaRPr lang="en-AU" dirty="0">
                <a:latin typeface="Consolas" panose="020B0609020204030204" pitchFamily="49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302D33F-4428-C482-74AE-F7906B13640C}"/>
                </a:ext>
              </a:extLst>
            </p:cNvPr>
            <p:cNvSpPr txBox="1"/>
            <p:nvPr/>
          </p:nvSpPr>
          <p:spPr>
            <a:xfrm>
              <a:off x="7051514" y="2156701"/>
              <a:ext cx="9923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dirty="0"/>
                <a:t>story.txt</a:t>
              </a:r>
              <a:endParaRPr lang="en-AU" dirty="0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9730386C-B7DD-57A4-F7C4-E71D9F4D4A59}"/>
              </a:ext>
            </a:extLst>
          </p:cNvPr>
          <p:cNvSpPr txBox="1"/>
          <p:nvPr/>
        </p:nvSpPr>
        <p:spPr>
          <a:xfrm>
            <a:off x="203478" y="3167390"/>
            <a:ext cx="7479933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latin typeface="Consolas" panose="020B0609020204030204" pitchFamily="49" charset="0"/>
              </a:rPr>
              <a:t>file_object</a:t>
            </a:r>
            <a:r>
              <a:rPr lang="en-US" sz="2800" dirty="0">
                <a:latin typeface="Consolas" panose="020B0609020204030204" pitchFamily="49" charset="0"/>
              </a:rPr>
              <a:t> = open('story.txt')</a:t>
            </a:r>
          </a:p>
          <a:p>
            <a:endParaRPr lang="en-US" sz="2800" dirty="0">
              <a:latin typeface="Consolas" panose="020B0609020204030204" pitchFamily="49" charset="0"/>
            </a:endParaRPr>
          </a:p>
          <a:p>
            <a:r>
              <a:rPr lang="en-US" sz="2800" dirty="0">
                <a:latin typeface="Consolas" panose="020B0609020204030204" pitchFamily="49" charset="0"/>
              </a:rPr>
              <a:t>print(</a:t>
            </a:r>
            <a:r>
              <a:rPr lang="en-US" sz="2800" dirty="0" err="1">
                <a:latin typeface="Consolas" panose="020B0609020204030204" pitchFamily="49" charset="0"/>
              </a:rPr>
              <a:t>file_object.readline</a:t>
            </a:r>
            <a:r>
              <a:rPr lang="en-US" sz="2800" dirty="0">
                <a:latin typeface="Consolas" panose="020B0609020204030204" pitchFamily="49" charset="0"/>
              </a:rPr>
              <a:t>().strip())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print(</a:t>
            </a:r>
            <a:r>
              <a:rPr lang="en-US" sz="2800" dirty="0" err="1">
                <a:latin typeface="Consolas" panose="020B0609020204030204" pitchFamily="49" charset="0"/>
              </a:rPr>
              <a:t>file_object.readline</a:t>
            </a:r>
            <a:r>
              <a:rPr lang="en-US" sz="2800" dirty="0">
                <a:latin typeface="Consolas" panose="020B0609020204030204" pitchFamily="49" charset="0"/>
              </a:rPr>
              <a:t>().strip())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print(</a:t>
            </a:r>
            <a:r>
              <a:rPr lang="en-US" sz="2800" dirty="0" err="1">
                <a:latin typeface="Consolas" panose="020B0609020204030204" pitchFamily="49" charset="0"/>
              </a:rPr>
              <a:t>file_object.readline</a:t>
            </a:r>
            <a:r>
              <a:rPr lang="en-US" sz="2800" dirty="0">
                <a:latin typeface="Consolas" panose="020B0609020204030204" pitchFamily="49" charset="0"/>
              </a:rPr>
              <a:t>().strip())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print(</a:t>
            </a:r>
            <a:r>
              <a:rPr lang="en-US" sz="2800" dirty="0" err="1">
                <a:latin typeface="Consolas" panose="020B0609020204030204" pitchFamily="49" charset="0"/>
              </a:rPr>
              <a:t>file_object.readline</a:t>
            </a:r>
            <a:r>
              <a:rPr lang="en-US" sz="2800" dirty="0">
                <a:latin typeface="Consolas" panose="020B0609020204030204" pitchFamily="49" charset="0"/>
              </a:rPr>
              <a:t>().strip())</a:t>
            </a:r>
          </a:p>
          <a:p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print(</a:t>
            </a: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</a:rPr>
              <a:t>file_object.readline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().strip())</a:t>
            </a:r>
          </a:p>
          <a:p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print(</a:t>
            </a: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</a:rPr>
              <a:t>file_object.readline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().strip())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6E0234-FC5A-CB04-880B-CBA3E7E7A6D7}"/>
              </a:ext>
            </a:extLst>
          </p:cNvPr>
          <p:cNvSpPr txBox="1"/>
          <p:nvPr/>
        </p:nvSpPr>
        <p:spPr>
          <a:xfrm>
            <a:off x="2197123" y="1886808"/>
            <a:ext cx="2192819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To read the contents of </a:t>
            </a:r>
            <a:r>
              <a:rPr lang="en-CA" b="1" dirty="0"/>
              <a:t>story.txt</a:t>
            </a:r>
            <a:r>
              <a:rPr lang="en-CA" dirty="0"/>
              <a:t>, we first create file object …</a:t>
            </a:r>
            <a:endParaRPr lang="en-AU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75C4639-50DB-0531-FCFF-4557A534393D}"/>
              </a:ext>
            </a:extLst>
          </p:cNvPr>
          <p:cNvSpPr/>
          <p:nvPr/>
        </p:nvSpPr>
        <p:spPr>
          <a:xfrm>
            <a:off x="8939581" y="2543785"/>
            <a:ext cx="1338952" cy="95673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 err="1"/>
              <a:t>file_object</a:t>
            </a:r>
            <a:endParaRPr lang="en-AU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77BA9FE-C415-C1F6-81B5-FF5DEB54361E}"/>
              </a:ext>
            </a:extLst>
          </p:cNvPr>
          <p:cNvCxnSpPr>
            <a:stCxn id="11" idx="0"/>
            <a:endCxn id="5" idx="2"/>
          </p:cNvCxnSpPr>
          <p:nvPr/>
        </p:nvCxnSpPr>
        <p:spPr>
          <a:xfrm flipH="1" flipV="1">
            <a:off x="9435744" y="1991221"/>
            <a:ext cx="173313" cy="5525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FAFDCF6-370A-DB06-DD41-C5C544C88BF4}"/>
              </a:ext>
            </a:extLst>
          </p:cNvPr>
          <p:cNvSpPr txBox="1"/>
          <p:nvPr/>
        </p:nvSpPr>
        <p:spPr>
          <a:xfrm>
            <a:off x="9259319" y="5559276"/>
            <a:ext cx="134363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6000" dirty="0">
                <a:solidFill>
                  <a:srgbClr val="FF0000"/>
                </a:solidFill>
              </a:rPr>
              <a:t>???</a:t>
            </a:r>
            <a:endParaRPr lang="en-AU" sz="6000" dirty="0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D1838B0-0F34-AEB9-A431-C2D88AE576D7}"/>
              </a:ext>
            </a:extLst>
          </p:cNvPr>
          <p:cNvSpPr txBox="1"/>
          <p:nvPr/>
        </p:nvSpPr>
        <p:spPr>
          <a:xfrm>
            <a:off x="8508476" y="4153357"/>
            <a:ext cx="2845324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How many times should we call </a:t>
            </a:r>
            <a:r>
              <a:rPr lang="en-CA" dirty="0">
                <a:latin typeface="Consolas" panose="020B0609020204030204" pitchFamily="49" charset="0"/>
              </a:rPr>
              <a:t>.</a:t>
            </a:r>
            <a:r>
              <a:rPr lang="en-CA" dirty="0" err="1">
                <a:latin typeface="Consolas" panose="020B0609020204030204" pitchFamily="49" charset="0"/>
              </a:rPr>
              <a:t>readline</a:t>
            </a:r>
            <a:r>
              <a:rPr lang="en-CA" dirty="0">
                <a:latin typeface="Consolas" panose="020B0609020204030204" pitchFamily="49" charset="0"/>
              </a:rPr>
              <a:t>()</a:t>
            </a:r>
            <a:r>
              <a:rPr lang="en-CA" dirty="0"/>
              <a:t> to print the entire file?</a:t>
            </a:r>
            <a:br>
              <a:rPr lang="en-CA" dirty="0"/>
            </a:br>
            <a:r>
              <a:rPr lang="en-CA" dirty="0"/>
              <a:t>We don’t know the file length ahead of time.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9831165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0D21A-EBE1-1AD4-B121-4668FD2D9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21754-8092-71AF-DAF0-B1E704FF0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Reading</a:t>
            </a:r>
            <a:br>
              <a:rPr lang="en-CA" dirty="0"/>
            </a:br>
            <a:r>
              <a:rPr lang="en-CA" dirty="0"/>
              <a:t>Text Files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84E829-A489-55EF-77AB-C649FB46F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58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6AB95E-45F9-5541-658A-35833AD1C3ED}"/>
              </a:ext>
            </a:extLst>
          </p:cNvPr>
          <p:cNvSpPr txBox="1"/>
          <p:nvPr/>
        </p:nvSpPr>
        <p:spPr>
          <a:xfrm>
            <a:off x="4787923" y="471218"/>
            <a:ext cx="2192819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Suppose the text file </a:t>
            </a:r>
            <a:r>
              <a:rPr lang="en-CA" b="1" dirty="0"/>
              <a:t>story.txt </a:t>
            </a:r>
            <a:r>
              <a:rPr lang="en-CA" dirty="0"/>
              <a:t>is in on your computer …</a:t>
            </a:r>
            <a:endParaRPr lang="en-AU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A6CDA14-28B5-35E2-6563-D9C1CDC5D87D}"/>
              </a:ext>
            </a:extLst>
          </p:cNvPr>
          <p:cNvGrpSpPr/>
          <p:nvPr/>
        </p:nvGrpSpPr>
        <p:grpSpPr>
          <a:xfrm>
            <a:off x="7517687" y="421560"/>
            <a:ext cx="3836113" cy="1569661"/>
            <a:chOff x="5629620" y="2156701"/>
            <a:chExt cx="3836113" cy="156966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F346A6F-1549-7433-92BD-64439DAC782D}"/>
                </a:ext>
              </a:extLst>
            </p:cNvPr>
            <p:cNvSpPr txBox="1"/>
            <p:nvPr/>
          </p:nvSpPr>
          <p:spPr>
            <a:xfrm>
              <a:off x="5629620" y="2526033"/>
              <a:ext cx="3836113" cy="120032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</a:rPr>
                <a:t>Once upon a time,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the world was full of magic.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Everyone was constantly 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doing card tricks.</a:t>
              </a:r>
              <a:endParaRPr lang="en-AU" dirty="0">
                <a:latin typeface="Consolas" panose="020B0609020204030204" pitchFamily="49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A88321A-38F8-4909-CA17-0898C228376E}"/>
                </a:ext>
              </a:extLst>
            </p:cNvPr>
            <p:cNvSpPr txBox="1"/>
            <p:nvPr/>
          </p:nvSpPr>
          <p:spPr>
            <a:xfrm>
              <a:off x="7051514" y="2156701"/>
              <a:ext cx="9923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dirty="0"/>
                <a:t>story.txt</a:t>
              </a:r>
              <a:endParaRPr lang="en-AU" dirty="0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6B9DED66-71DD-8FC9-554B-6438B00D051D}"/>
              </a:ext>
            </a:extLst>
          </p:cNvPr>
          <p:cNvSpPr txBox="1"/>
          <p:nvPr/>
        </p:nvSpPr>
        <p:spPr>
          <a:xfrm>
            <a:off x="203478" y="3167390"/>
            <a:ext cx="6296917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latin typeface="Consolas" panose="020B0609020204030204" pitchFamily="49" charset="0"/>
              </a:rPr>
              <a:t>file_object</a:t>
            </a:r>
            <a:r>
              <a:rPr lang="en-US" sz="2800" dirty="0">
                <a:latin typeface="Consolas" panose="020B0609020204030204" pitchFamily="49" charset="0"/>
              </a:rPr>
              <a:t> = open('</a:t>
            </a:r>
            <a:r>
              <a:rPr lang="en-US" sz="2800" dirty="0" err="1">
                <a:latin typeface="Consolas" panose="020B0609020204030204" pitchFamily="49" charset="0"/>
              </a:rPr>
              <a:t>story.txt</a:t>
            </a:r>
            <a:r>
              <a:rPr lang="en-US" sz="2800" dirty="0">
                <a:latin typeface="Consolas" panose="020B0609020204030204" pitchFamily="49" charset="0"/>
              </a:rPr>
              <a:t>')</a:t>
            </a:r>
          </a:p>
          <a:p>
            <a:endParaRPr lang="en-US" sz="2800" dirty="0">
              <a:latin typeface="Consolas" panose="020B0609020204030204" pitchFamily="49" charset="0"/>
            </a:endParaRPr>
          </a:p>
          <a:p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for line in </a:t>
            </a: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</a:rPr>
              <a:t>file_object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:</a:t>
            </a:r>
            <a:b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    print(line)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686C7F-9C55-1938-B35B-A16DBCA44D62}"/>
              </a:ext>
            </a:extLst>
          </p:cNvPr>
          <p:cNvSpPr txBox="1"/>
          <p:nvPr/>
        </p:nvSpPr>
        <p:spPr>
          <a:xfrm>
            <a:off x="2197123" y="1886808"/>
            <a:ext cx="2192819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To read the contents of </a:t>
            </a:r>
            <a:r>
              <a:rPr lang="en-CA" b="1" dirty="0"/>
              <a:t>story.txt</a:t>
            </a:r>
            <a:r>
              <a:rPr lang="en-CA" dirty="0"/>
              <a:t>, we first create file object …</a:t>
            </a:r>
            <a:endParaRPr lang="en-AU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7CDEDCC-DE80-B3BD-2F5C-B13B93422808}"/>
              </a:ext>
            </a:extLst>
          </p:cNvPr>
          <p:cNvSpPr/>
          <p:nvPr/>
        </p:nvSpPr>
        <p:spPr>
          <a:xfrm>
            <a:off x="8939581" y="2543785"/>
            <a:ext cx="1338952" cy="95673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 err="1"/>
              <a:t>file_object</a:t>
            </a:r>
            <a:endParaRPr lang="en-AU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C123BD8-468C-0208-518E-0136606FD01D}"/>
              </a:ext>
            </a:extLst>
          </p:cNvPr>
          <p:cNvCxnSpPr>
            <a:stCxn id="11" idx="0"/>
            <a:endCxn id="5" idx="2"/>
          </p:cNvCxnSpPr>
          <p:nvPr/>
        </p:nvCxnSpPr>
        <p:spPr>
          <a:xfrm flipH="1" flipV="1">
            <a:off x="9435744" y="1991221"/>
            <a:ext cx="173313" cy="5525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C5C02A6E-E6B9-DF48-5AC6-59A348BA9DC7}"/>
              </a:ext>
            </a:extLst>
          </p:cNvPr>
          <p:cNvSpPr txBox="1"/>
          <p:nvPr/>
        </p:nvSpPr>
        <p:spPr>
          <a:xfrm>
            <a:off x="8508476" y="4153357"/>
            <a:ext cx="2845324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How many times should we call </a:t>
            </a:r>
            <a:r>
              <a:rPr lang="en-CA" dirty="0">
                <a:latin typeface="Consolas" panose="020B0609020204030204" pitchFamily="49" charset="0"/>
              </a:rPr>
              <a:t>.</a:t>
            </a:r>
            <a:r>
              <a:rPr lang="en-CA" dirty="0" err="1">
                <a:latin typeface="Consolas" panose="020B0609020204030204" pitchFamily="49" charset="0"/>
              </a:rPr>
              <a:t>readline</a:t>
            </a:r>
            <a:r>
              <a:rPr lang="en-CA" dirty="0">
                <a:latin typeface="Consolas" panose="020B0609020204030204" pitchFamily="49" charset="0"/>
              </a:rPr>
              <a:t>()</a:t>
            </a:r>
            <a:r>
              <a:rPr lang="en-CA" dirty="0"/>
              <a:t> to print the entire file?</a:t>
            </a:r>
            <a:br>
              <a:rPr lang="en-CA" dirty="0"/>
            </a:br>
            <a:r>
              <a:rPr lang="en-CA" dirty="0"/>
              <a:t>We don’t know the file length ahead of time.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EF7D2B-6C23-C66A-3B9C-014CE2B918E5}"/>
              </a:ext>
            </a:extLst>
          </p:cNvPr>
          <p:cNvSpPr txBox="1"/>
          <p:nvPr/>
        </p:nvSpPr>
        <p:spPr>
          <a:xfrm>
            <a:off x="3581401" y="4879022"/>
            <a:ext cx="2404532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This loops through all the lines of the file.</a:t>
            </a:r>
            <a:endParaRPr lang="en-AU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194A93DB-010B-D199-D8E3-8DF9E4F01967}"/>
                  </a:ext>
                </a:extLst>
              </p14:cNvPr>
              <p14:cNvContentPartPr/>
              <p14:nvPr/>
            </p14:nvContentPartPr>
            <p14:xfrm>
              <a:off x="349200" y="3549240"/>
              <a:ext cx="4045320" cy="14680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194A93DB-010B-D199-D8E3-8DF9E4F0196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9840" y="3539880"/>
                <a:ext cx="4064040" cy="1486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5457162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19568-E53A-CDBD-AC73-21E9FA1B0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B3651-5F03-12CB-E100-A8F45AB22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Reading</a:t>
            </a:r>
            <a:br>
              <a:rPr lang="en-CA" dirty="0"/>
            </a:br>
            <a:r>
              <a:rPr lang="en-CA" dirty="0"/>
              <a:t>Text Files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F882A1-E7F0-1076-920E-3E4E29B95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59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BEA7EA-922C-94EE-54D6-269EFA570358}"/>
              </a:ext>
            </a:extLst>
          </p:cNvPr>
          <p:cNvSpPr txBox="1"/>
          <p:nvPr/>
        </p:nvSpPr>
        <p:spPr>
          <a:xfrm>
            <a:off x="4787923" y="471218"/>
            <a:ext cx="2192819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Suppose the text file </a:t>
            </a:r>
            <a:r>
              <a:rPr lang="en-CA" b="1" dirty="0"/>
              <a:t>story.txt </a:t>
            </a:r>
            <a:r>
              <a:rPr lang="en-CA" dirty="0"/>
              <a:t>is in on your computer …</a:t>
            </a:r>
            <a:endParaRPr lang="en-AU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B99E05B-31BC-AA4C-B16C-2D98ED595850}"/>
              </a:ext>
            </a:extLst>
          </p:cNvPr>
          <p:cNvGrpSpPr/>
          <p:nvPr/>
        </p:nvGrpSpPr>
        <p:grpSpPr>
          <a:xfrm>
            <a:off x="7517687" y="421560"/>
            <a:ext cx="3836113" cy="1569661"/>
            <a:chOff x="5629620" y="2156701"/>
            <a:chExt cx="3836113" cy="156966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E59F6F0-5827-C800-E6C8-0040AA483B6B}"/>
                </a:ext>
              </a:extLst>
            </p:cNvPr>
            <p:cNvSpPr txBox="1"/>
            <p:nvPr/>
          </p:nvSpPr>
          <p:spPr>
            <a:xfrm>
              <a:off x="5629620" y="2526033"/>
              <a:ext cx="3836113" cy="120032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</a:rPr>
                <a:t>Once upon a time,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the world was full of magic.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Everyone was constantly 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doing card tricks.</a:t>
              </a:r>
              <a:endParaRPr lang="en-AU" dirty="0">
                <a:latin typeface="Consolas" panose="020B0609020204030204" pitchFamily="49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01AC155-94E3-AD94-F81A-6D8939ECAFCE}"/>
                </a:ext>
              </a:extLst>
            </p:cNvPr>
            <p:cNvSpPr txBox="1"/>
            <p:nvPr/>
          </p:nvSpPr>
          <p:spPr>
            <a:xfrm>
              <a:off x="7051514" y="2156701"/>
              <a:ext cx="9923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dirty="0"/>
                <a:t>story.txt</a:t>
              </a:r>
              <a:endParaRPr lang="en-AU" dirty="0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692CB4F5-4CB1-5EEC-95C9-EA0A1D9C57AD}"/>
              </a:ext>
            </a:extLst>
          </p:cNvPr>
          <p:cNvSpPr txBox="1"/>
          <p:nvPr/>
        </p:nvSpPr>
        <p:spPr>
          <a:xfrm>
            <a:off x="203478" y="3167390"/>
            <a:ext cx="8071440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latin typeface="Consolas" panose="020B0609020204030204" pitchFamily="49" charset="0"/>
              </a:rPr>
              <a:t>file_object</a:t>
            </a:r>
            <a:r>
              <a:rPr lang="en-US" sz="2800" dirty="0">
                <a:latin typeface="Consolas" panose="020B0609020204030204" pitchFamily="49" charset="0"/>
              </a:rPr>
              <a:t> = open('</a:t>
            </a:r>
            <a:r>
              <a:rPr lang="en-US" sz="2800" dirty="0" err="1">
                <a:latin typeface="Consolas" panose="020B0609020204030204" pitchFamily="49" charset="0"/>
              </a:rPr>
              <a:t>story.txt</a:t>
            </a:r>
            <a:r>
              <a:rPr lang="en-US" sz="2800" dirty="0">
                <a:latin typeface="Consolas" panose="020B0609020204030204" pitchFamily="49" charset="0"/>
              </a:rPr>
              <a:t>')</a:t>
            </a:r>
          </a:p>
          <a:p>
            <a:endParaRPr lang="en-US" sz="2800" dirty="0">
              <a:latin typeface="Consolas" panose="020B0609020204030204" pitchFamily="49" charset="0"/>
            </a:endParaRPr>
          </a:p>
          <a:p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</a:rPr>
              <a:t>num_lines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 = 0</a:t>
            </a:r>
            <a:br>
              <a:rPr lang="en-US" sz="2800" dirty="0">
                <a:latin typeface="Consolas" panose="020B0609020204030204" pitchFamily="49" charset="0"/>
              </a:rPr>
            </a:br>
            <a:r>
              <a:rPr lang="en-US" sz="2800" dirty="0">
                <a:latin typeface="Consolas" panose="020B0609020204030204" pitchFamily="49" charset="0"/>
              </a:rPr>
              <a:t>for line in </a:t>
            </a:r>
            <a:r>
              <a:rPr lang="en-US" sz="2800" dirty="0" err="1">
                <a:latin typeface="Consolas" panose="020B0609020204030204" pitchFamily="49" charset="0"/>
              </a:rPr>
              <a:t>file_object</a:t>
            </a:r>
            <a:r>
              <a:rPr lang="en-US" sz="2800" dirty="0">
                <a:latin typeface="Consolas" panose="020B0609020204030204" pitchFamily="49" charset="0"/>
              </a:rPr>
              <a:t>:</a:t>
            </a:r>
            <a:br>
              <a:rPr lang="en-US" sz="2800" dirty="0">
                <a:latin typeface="Consolas" panose="020B0609020204030204" pitchFamily="49" charset="0"/>
              </a:rPr>
            </a:br>
            <a:r>
              <a:rPr lang="en-US" sz="2800" dirty="0">
                <a:latin typeface="Consolas" panose="020B0609020204030204" pitchFamily="49" charset="0"/>
              </a:rPr>
              <a:t>    </a:t>
            </a: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</a:rPr>
              <a:t>num_lines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 += 1</a:t>
            </a:r>
            <a:br>
              <a:rPr lang="en-US" sz="2800" dirty="0">
                <a:latin typeface="Consolas" panose="020B0609020204030204" pitchFamily="49" charset="0"/>
              </a:rPr>
            </a:br>
            <a:r>
              <a:rPr lang="en-US" sz="2800" dirty="0">
                <a:latin typeface="Consolas" panose="020B0609020204030204" pitchFamily="49" charset="0"/>
              </a:rPr>
              <a:t>    print(</a:t>
            </a:r>
            <a:r>
              <a:rPr lang="en-US" sz="2800" dirty="0" err="1">
                <a:latin typeface="Consolas" panose="020B0609020204030204" pitchFamily="49" charset="0"/>
              </a:rPr>
              <a:t>line.strip</a:t>
            </a:r>
            <a:r>
              <a:rPr lang="en-US" sz="2800" dirty="0">
                <a:latin typeface="Consolas" panose="020B0609020204030204" pitchFamily="49" charset="0"/>
              </a:rPr>
              <a:t>())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print(</a:t>
            </a:r>
            <a:r>
              <a:rPr lang="en-US" sz="2800" dirty="0" err="1">
                <a:latin typeface="Consolas" panose="020B0609020204030204" pitchFamily="49" charset="0"/>
              </a:rPr>
              <a:t>f'The</a:t>
            </a:r>
            <a:r>
              <a:rPr lang="en-US" sz="2800" dirty="0">
                <a:latin typeface="Consolas" panose="020B0609020204030204" pitchFamily="49" charset="0"/>
              </a:rPr>
              <a:t> file has {</a:t>
            </a: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</a:rPr>
              <a:t>num_lines</a:t>
            </a:r>
            <a:r>
              <a:rPr lang="en-US" sz="2800" dirty="0">
                <a:latin typeface="Consolas" panose="020B0609020204030204" pitchFamily="49" charset="0"/>
              </a:rPr>
              <a:t>} lines')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2B9889-E7DC-3EB7-26DE-5749F9BA7FCB}"/>
              </a:ext>
            </a:extLst>
          </p:cNvPr>
          <p:cNvSpPr txBox="1"/>
          <p:nvPr/>
        </p:nvSpPr>
        <p:spPr>
          <a:xfrm>
            <a:off x="2197123" y="1886808"/>
            <a:ext cx="2192819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To read the contents of </a:t>
            </a:r>
            <a:r>
              <a:rPr lang="en-CA" b="1" dirty="0"/>
              <a:t>story.txt</a:t>
            </a:r>
            <a:r>
              <a:rPr lang="en-CA" dirty="0"/>
              <a:t>, we first create file object …</a:t>
            </a:r>
            <a:endParaRPr lang="en-AU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B291453-AC2E-549E-8C81-6E39C35CFE9A}"/>
              </a:ext>
            </a:extLst>
          </p:cNvPr>
          <p:cNvSpPr/>
          <p:nvPr/>
        </p:nvSpPr>
        <p:spPr>
          <a:xfrm>
            <a:off x="8939581" y="2543785"/>
            <a:ext cx="1338952" cy="95673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 err="1"/>
              <a:t>file_object</a:t>
            </a:r>
            <a:endParaRPr lang="en-AU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7726177-DB2E-FD03-5E1D-B02D37BC1A90}"/>
              </a:ext>
            </a:extLst>
          </p:cNvPr>
          <p:cNvCxnSpPr>
            <a:stCxn id="11" idx="0"/>
            <a:endCxn id="5" idx="2"/>
          </p:cNvCxnSpPr>
          <p:nvPr/>
        </p:nvCxnSpPr>
        <p:spPr>
          <a:xfrm flipH="1" flipV="1">
            <a:off x="9435744" y="1991221"/>
            <a:ext cx="173313" cy="5525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F385633-1B62-A9CF-754B-6C7CF7865C54}"/>
              </a:ext>
            </a:extLst>
          </p:cNvPr>
          <p:cNvSpPr txBox="1"/>
          <p:nvPr/>
        </p:nvSpPr>
        <p:spPr>
          <a:xfrm>
            <a:off x="8939581" y="4246714"/>
            <a:ext cx="2192819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This prints and counts the number of lines in a file.</a:t>
            </a:r>
            <a:endParaRPr lang="en-AU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EB436CF-CADD-4D76-5C27-58971EC37F9B}"/>
                  </a:ext>
                </a:extLst>
              </p14:cNvPr>
              <p14:cNvContentPartPr/>
              <p14:nvPr/>
            </p14:nvContentPartPr>
            <p14:xfrm>
              <a:off x="317520" y="4489200"/>
              <a:ext cx="2387880" cy="12960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EB436CF-CADD-4D76-5C27-58971EC37F9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8160" y="4479840"/>
                <a:ext cx="2406600" cy="1314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8201761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E3C13-5274-E1D9-4044-6EDD5042B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52C33-D99A-4606-33FE-29E7FDA15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Reading</a:t>
            </a:r>
            <a:br>
              <a:rPr lang="en-CA" dirty="0"/>
            </a:br>
            <a:r>
              <a:rPr lang="en-CA" dirty="0"/>
              <a:t>Text Files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E2A2BB-603E-BCCD-45F5-DE5330FC6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60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B82117-E3ED-78F4-418A-DBCF43D0DCAE}"/>
              </a:ext>
            </a:extLst>
          </p:cNvPr>
          <p:cNvSpPr txBox="1"/>
          <p:nvPr/>
        </p:nvSpPr>
        <p:spPr>
          <a:xfrm>
            <a:off x="4787923" y="471218"/>
            <a:ext cx="2192819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Suppose the text file </a:t>
            </a:r>
            <a:r>
              <a:rPr lang="en-CA" b="1" dirty="0"/>
              <a:t>story.txt </a:t>
            </a:r>
            <a:r>
              <a:rPr lang="en-CA" dirty="0"/>
              <a:t>is in on your computer …</a:t>
            </a:r>
            <a:endParaRPr lang="en-AU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437B149-2C59-DAA5-72F9-A221CB2C0163}"/>
              </a:ext>
            </a:extLst>
          </p:cNvPr>
          <p:cNvGrpSpPr/>
          <p:nvPr/>
        </p:nvGrpSpPr>
        <p:grpSpPr>
          <a:xfrm>
            <a:off x="7517687" y="421560"/>
            <a:ext cx="3836113" cy="1569661"/>
            <a:chOff x="5629620" y="2156701"/>
            <a:chExt cx="3836113" cy="156966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B5855F3-DF46-2E47-1059-F0E87BBF0E3E}"/>
                </a:ext>
              </a:extLst>
            </p:cNvPr>
            <p:cNvSpPr txBox="1"/>
            <p:nvPr/>
          </p:nvSpPr>
          <p:spPr>
            <a:xfrm>
              <a:off x="5629620" y="2526033"/>
              <a:ext cx="3836113" cy="120032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</a:rPr>
                <a:t>Once upon a time,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the world was full of magic.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Everyone was constantly 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doing card tricks.</a:t>
              </a:r>
              <a:endParaRPr lang="en-AU" dirty="0">
                <a:latin typeface="Consolas" panose="020B0609020204030204" pitchFamily="49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A8FCEB0-6E0D-8B6E-518D-9E9EAA68DB98}"/>
                </a:ext>
              </a:extLst>
            </p:cNvPr>
            <p:cNvSpPr txBox="1"/>
            <p:nvPr/>
          </p:nvSpPr>
          <p:spPr>
            <a:xfrm>
              <a:off x="7051514" y="2156701"/>
              <a:ext cx="9923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dirty="0"/>
                <a:t>story.txt</a:t>
              </a:r>
              <a:endParaRPr lang="en-AU" dirty="0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89D05729-CC84-0DEA-EA87-4919481CA92F}"/>
              </a:ext>
            </a:extLst>
          </p:cNvPr>
          <p:cNvSpPr txBox="1"/>
          <p:nvPr/>
        </p:nvSpPr>
        <p:spPr>
          <a:xfrm>
            <a:off x="203478" y="3167390"/>
            <a:ext cx="8268610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latin typeface="Consolas" panose="020B0609020204030204" pitchFamily="49" charset="0"/>
              </a:rPr>
              <a:t>file_object</a:t>
            </a:r>
            <a:r>
              <a:rPr lang="en-US" sz="2800" dirty="0">
                <a:latin typeface="Consolas" panose="020B0609020204030204" pitchFamily="49" charset="0"/>
              </a:rPr>
              <a:t> = open('</a:t>
            </a:r>
            <a:r>
              <a:rPr lang="en-US" sz="2800" dirty="0" err="1">
                <a:latin typeface="Consolas" panose="020B0609020204030204" pitchFamily="49" charset="0"/>
              </a:rPr>
              <a:t>story.txt</a:t>
            </a:r>
            <a:r>
              <a:rPr lang="en-US" sz="2800" dirty="0">
                <a:latin typeface="Consolas" panose="020B0609020204030204" pitchFamily="49" charset="0"/>
              </a:rPr>
              <a:t>')</a:t>
            </a:r>
          </a:p>
          <a:p>
            <a:endParaRPr lang="en-US" sz="2800" dirty="0">
              <a:latin typeface="Consolas" panose="020B0609020204030204" pitchFamily="49" charset="0"/>
            </a:endParaRPr>
          </a:p>
          <a:p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</a:rPr>
              <a:t>line_num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 = 0</a:t>
            </a:r>
            <a:br>
              <a:rPr lang="en-US" sz="2800" dirty="0">
                <a:latin typeface="Consolas" panose="020B0609020204030204" pitchFamily="49" charset="0"/>
              </a:rPr>
            </a:br>
            <a:r>
              <a:rPr lang="en-US" sz="2800" dirty="0">
                <a:latin typeface="Consolas" panose="020B0609020204030204" pitchFamily="49" charset="0"/>
              </a:rPr>
              <a:t>for line in </a:t>
            </a:r>
            <a:r>
              <a:rPr lang="en-US" sz="2800" dirty="0" err="1">
                <a:latin typeface="Consolas" panose="020B0609020204030204" pitchFamily="49" charset="0"/>
              </a:rPr>
              <a:t>file_object</a:t>
            </a:r>
            <a:r>
              <a:rPr lang="en-US" sz="2800" dirty="0">
                <a:latin typeface="Consolas" panose="020B0609020204030204" pitchFamily="49" charset="0"/>
              </a:rPr>
              <a:t>:</a:t>
            </a:r>
            <a:br>
              <a:rPr lang="en-US" sz="2800" dirty="0">
                <a:latin typeface="Consolas" panose="020B0609020204030204" pitchFamily="49" charset="0"/>
              </a:rPr>
            </a:br>
            <a:r>
              <a:rPr lang="en-US" sz="2800" dirty="0">
                <a:latin typeface="Consolas" panose="020B0609020204030204" pitchFamily="49" charset="0"/>
              </a:rPr>
              <a:t>    </a:t>
            </a: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</a:rPr>
              <a:t>line_num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 += 1</a:t>
            </a:r>
            <a:b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sz="2800" dirty="0">
                <a:latin typeface="Consolas" panose="020B0609020204030204" pitchFamily="49" charset="0"/>
              </a:rPr>
              <a:t>    print(f'{</a:t>
            </a: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</a:rPr>
              <a:t>line_num</a:t>
            </a:r>
            <a:r>
              <a:rPr lang="en-US" sz="2800" dirty="0">
                <a:latin typeface="Consolas" panose="020B0609020204030204" pitchFamily="49" charset="0"/>
              </a:rPr>
              <a:t>}: ' + </a:t>
            </a:r>
            <a:r>
              <a:rPr lang="en-US" sz="2800" dirty="0" err="1">
                <a:latin typeface="Consolas" panose="020B0609020204030204" pitchFamily="49" charset="0"/>
              </a:rPr>
              <a:t>line.strip</a:t>
            </a:r>
            <a:r>
              <a:rPr lang="en-US" sz="2800" dirty="0">
                <a:latin typeface="Consolas" panose="020B0609020204030204" pitchFamily="49" charset="0"/>
              </a:rPr>
              <a:t>())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56177A-99A6-2314-1CA0-0DF874AC2CD8}"/>
              </a:ext>
            </a:extLst>
          </p:cNvPr>
          <p:cNvSpPr txBox="1"/>
          <p:nvPr/>
        </p:nvSpPr>
        <p:spPr>
          <a:xfrm>
            <a:off x="2197123" y="1886808"/>
            <a:ext cx="2192819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To read the contents of </a:t>
            </a:r>
            <a:r>
              <a:rPr lang="en-CA" b="1" dirty="0"/>
              <a:t>story.txt</a:t>
            </a:r>
            <a:r>
              <a:rPr lang="en-CA" dirty="0"/>
              <a:t>, we first create file object …</a:t>
            </a:r>
            <a:endParaRPr lang="en-AU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C7209B7-126E-D582-CEF7-F18C12B57465}"/>
              </a:ext>
            </a:extLst>
          </p:cNvPr>
          <p:cNvSpPr/>
          <p:nvPr/>
        </p:nvSpPr>
        <p:spPr>
          <a:xfrm>
            <a:off x="8939581" y="2543785"/>
            <a:ext cx="1338952" cy="95673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 err="1"/>
              <a:t>file_object</a:t>
            </a:r>
            <a:endParaRPr lang="en-AU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D20B4E4-B735-D00C-4673-AA45BDC377EB}"/>
              </a:ext>
            </a:extLst>
          </p:cNvPr>
          <p:cNvCxnSpPr>
            <a:stCxn id="11" idx="0"/>
            <a:endCxn id="5" idx="2"/>
          </p:cNvCxnSpPr>
          <p:nvPr/>
        </p:nvCxnSpPr>
        <p:spPr>
          <a:xfrm flipH="1" flipV="1">
            <a:off x="9435744" y="1991221"/>
            <a:ext cx="173313" cy="5525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C9E5FFD-F60C-3057-FC9B-B7095D2ABF60}"/>
              </a:ext>
            </a:extLst>
          </p:cNvPr>
          <p:cNvSpPr txBox="1"/>
          <p:nvPr/>
        </p:nvSpPr>
        <p:spPr>
          <a:xfrm>
            <a:off x="7362197" y="4089568"/>
            <a:ext cx="134363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6000" dirty="0">
                <a:solidFill>
                  <a:srgbClr val="FF0000"/>
                </a:solidFill>
              </a:rPr>
              <a:t>???</a:t>
            </a:r>
            <a:endParaRPr lang="en-AU" sz="6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09479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4F822-E8F5-7F41-45D6-2FACB75EA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919E7-2B1B-4812-4DE1-BCB0250ED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Reading</a:t>
            </a:r>
            <a:br>
              <a:rPr lang="en-CA" dirty="0"/>
            </a:br>
            <a:r>
              <a:rPr lang="en-CA" dirty="0"/>
              <a:t>Text Files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49B7D-5755-D7BF-1EBD-A77469AC7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61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7208F9-631F-D9A8-388E-387BAFDED7FA}"/>
              </a:ext>
            </a:extLst>
          </p:cNvPr>
          <p:cNvSpPr txBox="1"/>
          <p:nvPr/>
        </p:nvSpPr>
        <p:spPr>
          <a:xfrm>
            <a:off x="4787923" y="471218"/>
            <a:ext cx="2192819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Suppose the text file </a:t>
            </a:r>
            <a:r>
              <a:rPr lang="en-CA" b="1" dirty="0"/>
              <a:t>story.txt </a:t>
            </a:r>
            <a:r>
              <a:rPr lang="en-CA" dirty="0"/>
              <a:t>is in on your computer …</a:t>
            </a:r>
            <a:endParaRPr lang="en-AU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0278791-BC24-3FB8-BBF9-7BEFAF217382}"/>
              </a:ext>
            </a:extLst>
          </p:cNvPr>
          <p:cNvGrpSpPr/>
          <p:nvPr/>
        </p:nvGrpSpPr>
        <p:grpSpPr>
          <a:xfrm>
            <a:off x="7517687" y="421560"/>
            <a:ext cx="3836113" cy="1569661"/>
            <a:chOff x="5629620" y="2156701"/>
            <a:chExt cx="3836113" cy="156966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B3F1142-37E1-5C3F-0658-F34FE564CB9A}"/>
                </a:ext>
              </a:extLst>
            </p:cNvPr>
            <p:cNvSpPr txBox="1"/>
            <p:nvPr/>
          </p:nvSpPr>
          <p:spPr>
            <a:xfrm>
              <a:off x="5629620" y="2526033"/>
              <a:ext cx="3836113" cy="120032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</a:rPr>
                <a:t>Once upon a time,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the world was full of magic.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Everyone was constantly 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doing card tricks.</a:t>
              </a:r>
              <a:endParaRPr lang="en-AU" dirty="0">
                <a:latin typeface="Consolas" panose="020B0609020204030204" pitchFamily="49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1867212-2CA5-1DC4-A467-081B4699708A}"/>
                </a:ext>
              </a:extLst>
            </p:cNvPr>
            <p:cNvSpPr txBox="1"/>
            <p:nvPr/>
          </p:nvSpPr>
          <p:spPr>
            <a:xfrm>
              <a:off x="7051514" y="2156701"/>
              <a:ext cx="9923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dirty="0"/>
                <a:t>story.txt</a:t>
              </a:r>
              <a:endParaRPr lang="en-AU" dirty="0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391B5843-6A86-D764-CBD9-98399954623B}"/>
              </a:ext>
            </a:extLst>
          </p:cNvPr>
          <p:cNvSpPr txBox="1"/>
          <p:nvPr/>
        </p:nvSpPr>
        <p:spPr>
          <a:xfrm>
            <a:off x="2197123" y="1886808"/>
            <a:ext cx="2192819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To read the contents of </a:t>
            </a:r>
            <a:r>
              <a:rPr lang="en-CA" b="1" dirty="0"/>
              <a:t>story.txt</a:t>
            </a:r>
            <a:r>
              <a:rPr lang="en-CA" dirty="0"/>
              <a:t>, we first create file object …</a:t>
            </a:r>
            <a:endParaRPr lang="en-AU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187E02C-D232-6CB1-607F-01A525D8590F}"/>
              </a:ext>
            </a:extLst>
          </p:cNvPr>
          <p:cNvSpPr/>
          <p:nvPr/>
        </p:nvSpPr>
        <p:spPr>
          <a:xfrm>
            <a:off x="8939581" y="2543785"/>
            <a:ext cx="1338952" cy="95673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 err="1"/>
              <a:t>file_object</a:t>
            </a:r>
            <a:endParaRPr lang="en-AU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D382B05-37C7-0A7B-C9E1-BBBA8A270F42}"/>
              </a:ext>
            </a:extLst>
          </p:cNvPr>
          <p:cNvCxnSpPr>
            <a:stCxn id="11" idx="0"/>
            <a:endCxn id="5" idx="2"/>
          </p:cNvCxnSpPr>
          <p:nvPr/>
        </p:nvCxnSpPr>
        <p:spPr>
          <a:xfrm flipH="1" flipV="1">
            <a:off x="9435744" y="1991221"/>
            <a:ext cx="173313" cy="5525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EE617A4-1AC4-DB48-7055-B33E07D2D1CA}"/>
              </a:ext>
            </a:extLst>
          </p:cNvPr>
          <p:cNvSpPr txBox="1"/>
          <p:nvPr/>
        </p:nvSpPr>
        <p:spPr>
          <a:xfrm>
            <a:off x="8001000" y="3955692"/>
            <a:ext cx="4089400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1: Once upon a time,</a:t>
            </a:r>
          </a:p>
          <a:p>
            <a:r>
              <a:rPr lang="en-US" dirty="0">
                <a:latin typeface="Consolas" panose="020B0609020204030204" pitchFamily="49" charset="0"/>
              </a:rPr>
              <a:t>2: the world was full of magic.</a:t>
            </a:r>
          </a:p>
          <a:p>
            <a:r>
              <a:rPr lang="en-US" dirty="0">
                <a:latin typeface="Consolas" panose="020B0609020204030204" pitchFamily="49" charset="0"/>
              </a:rPr>
              <a:t>3: Everyone was constantly </a:t>
            </a:r>
          </a:p>
          <a:p>
            <a:r>
              <a:rPr lang="en-US" dirty="0">
                <a:latin typeface="Consolas" panose="020B0609020204030204" pitchFamily="49" charset="0"/>
              </a:rPr>
              <a:t>4: doing card tricks.</a:t>
            </a:r>
            <a:endParaRPr lang="en-AU" dirty="0"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894CFE-31A3-CE1A-6C7B-865BC0C865B4}"/>
              </a:ext>
            </a:extLst>
          </p:cNvPr>
          <p:cNvSpPr txBox="1"/>
          <p:nvPr/>
        </p:nvSpPr>
        <p:spPr>
          <a:xfrm>
            <a:off x="203478" y="3167390"/>
            <a:ext cx="8268610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latin typeface="Consolas" panose="020B0609020204030204" pitchFamily="49" charset="0"/>
              </a:rPr>
              <a:t>file_object</a:t>
            </a:r>
            <a:r>
              <a:rPr lang="en-US" sz="2800" dirty="0">
                <a:latin typeface="Consolas" panose="020B0609020204030204" pitchFamily="49" charset="0"/>
              </a:rPr>
              <a:t> = open('story.txt’)</a:t>
            </a:r>
          </a:p>
          <a:p>
            <a:endParaRPr lang="en-US" sz="2800" dirty="0">
              <a:latin typeface="Consolas" panose="020B0609020204030204" pitchFamily="49" charset="0"/>
            </a:endParaRPr>
          </a:p>
          <a:p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</a:rPr>
              <a:t>line_num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 = 0</a:t>
            </a:r>
            <a:br>
              <a:rPr lang="en-US" sz="2800" dirty="0">
                <a:latin typeface="Consolas" panose="020B0609020204030204" pitchFamily="49" charset="0"/>
              </a:rPr>
            </a:br>
            <a:r>
              <a:rPr lang="en-US" sz="2800" dirty="0">
                <a:latin typeface="Consolas" panose="020B0609020204030204" pitchFamily="49" charset="0"/>
              </a:rPr>
              <a:t>for line in </a:t>
            </a:r>
            <a:r>
              <a:rPr lang="en-US" sz="2800" dirty="0" err="1">
                <a:latin typeface="Consolas" panose="020B0609020204030204" pitchFamily="49" charset="0"/>
              </a:rPr>
              <a:t>file_object</a:t>
            </a:r>
            <a:r>
              <a:rPr lang="en-US" sz="2800" dirty="0">
                <a:latin typeface="Consolas" panose="020B0609020204030204" pitchFamily="49" charset="0"/>
              </a:rPr>
              <a:t>:</a:t>
            </a:r>
            <a:br>
              <a:rPr lang="en-US" sz="2800" dirty="0">
                <a:latin typeface="Consolas" panose="020B0609020204030204" pitchFamily="49" charset="0"/>
              </a:rPr>
            </a:br>
            <a:r>
              <a:rPr lang="en-US" sz="2800" dirty="0">
                <a:latin typeface="Consolas" panose="020B0609020204030204" pitchFamily="49" charset="0"/>
              </a:rPr>
              <a:t>    </a:t>
            </a: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</a:rPr>
              <a:t>line_num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 += 1</a:t>
            </a:r>
            <a:b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sz="2800" dirty="0">
                <a:latin typeface="Consolas" panose="020B0609020204030204" pitchFamily="49" charset="0"/>
              </a:rPr>
              <a:t>    print(f'{</a:t>
            </a: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</a:rPr>
              <a:t>line_num</a:t>
            </a:r>
            <a:r>
              <a:rPr lang="en-US" sz="2800" dirty="0">
                <a:latin typeface="Consolas" panose="020B0609020204030204" pitchFamily="49" charset="0"/>
              </a:rPr>
              <a:t>}: ' + </a:t>
            </a:r>
            <a:r>
              <a:rPr lang="en-US" sz="2800" dirty="0" err="1">
                <a:latin typeface="Consolas" panose="020B0609020204030204" pitchFamily="49" charset="0"/>
              </a:rPr>
              <a:t>line.strip</a:t>
            </a:r>
            <a:r>
              <a:rPr lang="en-US" sz="2800" dirty="0">
                <a:latin typeface="Consolas" panose="020B0609020204030204" pitchFamily="49" charset="0"/>
              </a:rPr>
              <a:t>())</a:t>
            </a:r>
          </a:p>
        </p:txBody>
      </p:sp>
    </p:spTree>
    <p:extLst>
      <p:ext uri="{BB962C8B-B14F-4D97-AF65-F5344CB8AC3E}">
        <p14:creationId xmlns:p14="http://schemas.microsoft.com/office/powerpoint/2010/main" val="211072560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4C4936-6554-4E46-4AB3-C4BF52BEE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B6AED-8256-DF5A-8793-72474C129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Reading</a:t>
            </a:r>
            <a:br>
              <a:rPr lang="en-CA" dirty="0"/>
            </a:br>
            <a:r>
              <a:rPr lang="en-CA" dirty="0"/>
              <a:t>Text Files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2097D8-AFC9-CB87-73D1-78E6634E3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62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6AAE0E-B93C-8B3F-0583-30782686473D}"/>
              </a:ext>
            </a:extLst>
          </p:cNvPr>
          <p:cNvSpPr txBox="1"/>
          <p:nvPr/>
        </p:nvSpPr>
        <p:spPr>
          <a:xfrm>
            <a:off x="4787923" y="471218"/>
            <a:ext cx="2192819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Suppose the text file </a:t>
            </a:r>
            <a:r>
              <a:rPr lang="en-CA" b="1" dirty="0"/>
              <a:t>story.txt </a:t>
            </a:r>
            <a:r>
              <a:rPr lang="en-CA" dirty="0"/>
              <a:t>is in on your computer …</a:t>
            </a:r>
            <a:endParaRPr lang="en-AU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EC113E3-96B9-A642-6C8B-AD655752C858}"/>
              </a:ext>
            </a:extLst>
          </p:cNvPr>
          <p:cNvGrpSpPr/>
          <p:nvPr/>
        </p:nvGrpSpPr>
        <p:grpSpPr>
          <a:xfrm>
            <a:off x="7517687" y="421560"/>
            <a:ext cx="3836113" cy="1569661"/>
            <a:chOff x="5629620" y="2156701"/>
            <a:chExt cx="3836113" cy="156966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0E33E4A-B18D-4388-ECE6-E115669832D7}"/>
                </a:ext>
              </a:extLst>
            </p:cNvPr>
            <p:cNvSpPr txBox="1"/>
            <p:nvPr/>
          </p:nvSpPr>
          <p:spPr>
            <a:xfrm>
              <a:off x="5629620" y="2526033"/>
              <a:ext cx="3836113" cy="120032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</a:rPr>
                <a:t>Once upon a time,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the world was full of magic.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Everyone was constantly 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doing card tricks.</a:t>
              </a:r>
              <a:endParaRPr lang="en-AU" dirty="0">
                <a:latin typeface="Consolas" panose="020B0609020204030204" pitchFamily="49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D95956B-7080-990C-1116-7C3D774383AE}"/>
                </a:ext>
              </a:extLst>
            </p:cNvPr>
            <p:cNvSpPr txBox="1"/>
            <p:nvPr/>
          </p:nvSpPr>
          <p:spPr>
            <a:xfrm>
              <a:off x="7051514" y="2156701"/>
              <a:ext cx="9923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dirty="0"/>
                <a:t>story.txt</a:t>
              </a:r>
              <a:endParaRPr lang="en-AU" dirty="0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40EE5F8C-F3CE-2299-9254-A981E2BCAD7D}"/>
              </a:ext>
            </a:extLst>
          </p:cNvPr>
          <p:cNvSpPr txBox="1"/>
          <p:nvPr/>
        </p:nvSpPr>
        <p:spPr>
          <a:xfrm>
            <a:off x="203478" y="3167390"/>
            <a:ext cx="7479933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latin typeface="Consolas" panose="020B0609020204030204" pitchFamily="49" charset="0"/>
              </a:rPr>
              <a:t>file_object</a:t>
            </a:r>
            <a:r>
              <a:rPr lang="en-US" sz="2800" dirty="0">
                <a:latin typeface="Consolas" panose="020B0609020204030204" pitchFamily="49" charset="0"/>
              </a:rPr>
              <a:t> = open('</a:t>
            </a:r>
            <a:r>
              <a:rPr lang="en-US" sz="2800" dirty="0" err="1">
                <a:latin typeface="Consolas" panose="020B0609020204030204" pitchFamily="49" charset="0"/>
              </a:rPr>
              <a:t>story.txt</a:t>
            </a:r>
            <a:r>
              <a:rPr lang="en-US" sz="2800" dirty="0">
                <a:latin typeface="Consolas" panose="020B0609020204030204" pitchFamily="49" charset="0"/>
              </a:rPr>
              <a:t>')</a:t>
            </a:r>
          </a:p>
          <a:p>
            <a:endParaRPr lang="en-US" sz="2800" dirty="0">
              <a:latin typeface="Consolas" panose="020B0609020204030204" pitchFamily="49" charset="0"/>
            </a:endParaRPr>
          </a:p>
          <a:p>
            <a:r>
              <a:rPr lang="en-US" sz="2800" dirty="0" err="1">
                <a:latin typeface="Consolas" panose="020B0609020204030204" pitchFamily="49" charset="0"/>
              </a:rPr>
              <a:t>line_num</a:t>
            </a:r>
            <a:r>
              <a:rPr lang="en-US" sz="2800" dirty="0">
                <a:latin typeface="Consolas" panose="020B0609020204030204" pitchFamily="49" charset="0"/>
              </a:rPr>
              <a:t> = 0</a:t>
            </a:r>
            <a:br>
              <a:rPr lang="en-US" sz="2800" dirty="0">
                <a:latin typeface="Consolas" panose="020B0609020204030204" pitchFamily="49" charset="0"/>
              </a:rPr>
            </a:br>
            <a:r>
              <a:rPr lang="en-US" sz="2800" dirty="0">
                <a:latin typeface="Consolas" panose="020B0609020204030204" pitchFamily="49" charset="0"/>
              </a:rPr>
              <a:t>for line in </a:t>
            </a:r>
            <a:r>
              <a:rPr lang="en-US" sz="2800" dirty="0" err="1">
                <a:latin typeface="Consolas" panose="020B0609020204030204" pitchFamily="49" charset="0"/>
              </a:rPr>
              <a:t>file_object</a:t>
            </a:r>
            <a:r>
              <a:rPr lang="en-US" sz="2800" dirty="0">
                <a:latin typeface="Consolas" panose="020B0609020204030204" pitchFamily="49" charset="0"/>
              </a:rPr>
              <a:t>:</a:t>
            </a:r>
            <a:br>
              <a:rPr lang="en-US" sz="2800" dirty="0">
                <a:latin typeface="Consolas" panose="020B0609020204030204" pitchFamily="49" charset="0"/>
              </a:rPr>
            </a:br>
            <a:r>
              <a:rPr lang="en-US" sz="2800" dirty="0">
                <a:latin typeface="Consolas" panose="020B0609020204030204" pitchFamily="49" charset="0"/>
              </a:rPr>
              <a:t>    </a:t>
            </a:r>
            <a:r>
              <a:rPr lang="en-US" sz="2800" dirty="0" err="1">
                <a:latin typeface="Consolas" panose="020B0609020204030204" pitchFamily="49" charset="0"/>
              </a:rPr>
              <a:t>line_num</a:t>
            </a:r>
            <a:r>
              <a:rPr lang="en-US" sz="2800" dirty="0">
                <a:latin typeface="Consolas" panose="020B0609020204030204" pitchFamily="49" charset="0"/>
              </a:rPr>
              <a:t> += 1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line = </a:t>
            </a:r>
            <a:r>
              <a:rPr lang="en-US" sz="2800" dirty="0" err="1">
                <a:latin typeface="Consolas" panose="020B0609020204030204" pitchFamily="49" charset="0"/>
              </a:rPr>
              <a:t>line.strip</a:t>
            </a:r>
            <a:r>
              <a:rPr lang="en-US" sz="2800" dirty="0">
                <a:latin typeface="Consolas" panose="020B0609020204030204" pitchFamily="49" charset="0"/>
              </a:rPr>
              <a:t>()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if </a:t>
            </a: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</a:rPr>
              <a:t>len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(line) &gt; 100:</a:t>
            </a:r>
            <a:b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sz="2800" dirty="0">
                <a:latin typeface="Consolas" panose="020B0609020204030204" pitchFamily="49" charset="0"/>
              </a:rPr>
              <a:t>        print(f'{</a:t>
            </a:r>
            <a:r>
              <a:rPr lang="en-US" sz="2800" dirty="0" err="1">
                <a:latin typeface="Consolas" panose="020B0609020204030204" pitchFamily="49" charset="0"/>
              </a:rPr>
              <a:t>line_num</a:t>
            </a:r>
            <a:r>
              <a:rPr lang="en-US" sz="2800" dirty="0">
                <a:latin typeface="Consolas" panose="020B0609020204030204" pitchFamily="49" charset="0"/>
              </a:rPr>
              <a:t>}: ' + line)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3E5D99-CA61-CAF8-43EC-21063BD93A98}"/>
              </a:ext>
            </a:extLst>
          </p:cNvPr>
          <p:cNvSpPr txBox="1"/>
          <p:nvPr/>
        </p:nvSpPr>
        <p:spPr>
          <a:xfrm>
            <a:off x="2197123" y="1886808"/>
            <a:ext cx="2192819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To read the contents of </a:t>
            </a:r>
            <a:r>
              <a:rPr lang="en-CA" b="1" dirty="0"/>
              <a:t>story.txt</a:t>
            </a:r>
            <a:r>
              <a:rPr lang="en-CA" dirty="0"/>
              <a:t>, we first create file object …</a:t>
            </a:r>
            <a:endParaRPr lang="en-AU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CDBAFAE-1449-42AC-524D-DED6AF3A8065}"/>
              </a:ext>
            </a:extLst>
          </p:cNvPr>
          <p:cNvSpPr/>
          <p:nvPr/>
        </p:nvSpPr>
        <p:spPr>
          <a:xfrm>
            <a:off x="8939581" y="2543785"/>
            <a:ext cx="1338952" cy="95673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 err="1"/>
              <a:t>file_object</a:t>
            </a:r>
            <a:endParaRPr lang="en-AU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A88034B-A611-E2BC-6F6D-4BD6282965F2}"/>
              </a:ext>
            </a:extLst>
          </p:cNvPr>
          <p:cNvCxnSpPr>
            <a:stCxn id="11" idx="0"/>
            <a:endCxn id="5" idx="2"/>
          </p:cNvCxnSpPr>
          <p:nvPr/>
        </p:nvCxnSpPr>
        <p:spPr>
          <a:xfrm flipH="1" flipV="1">
            <a:off x="9435744" y="1991221"/>
            <a:ext cx="173313" cy="5525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E006313-2B6B-A3E1-D14A-CA6096835D7B}"/>
              </a:ext>
            </a:extLst>
          </p:cNvPr>
          <p:cNvSpPr txBox="1"/>
          <p:nvPr/>
        </p:nvSpPr>
        <p:spPr>
          <a:xfrm>
            <a:off x="7791268" y="4336940"/>
            <a:ext cx="3562532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This prints just the lines with more than 100 characters in them. This could be useful for checking your homework assignments!</a:t>
            </a:r>
            <a:endParaRPr lang="en-AU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5ED8EDDB-4B22-E9B5-9EE9-3D133127C7D1}"/>
                  </a:ext>
                </a:extLst>
              </p14:cNvPr>
              <p14:cNvContentPartPr/>
              <p14:nvPr/>
            </p14:nvContentPartPr>
            <p14:xfrm>
              <a:off x="349200" y="685080"/>
              <a:ext cx="7112520" cy="472608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5ED8EDDB-4B22-E9B5-9EE9-3D133127C7D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9840" y="675720"/>
                <a:ext cx="7131240" cy="4744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2784756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B882F-1EBA-878F-0419-7C78713D5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94AE2-DB1D-6BFE-E6C2-BD1054503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Reading a</a:t>
            </a:r>
            <a:br>
              <a:rPr lang="en-CA" dirty="0"/>
            </a:br>
            <a:r>
              <a:rPr lang="en-CA" dirty="0"/>
              <a:t>word list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218C5C-A2A6-DAFB-EED1-17D48F236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63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B93777-FC5E-EEDC-0AA8-C1F3E99C299B}"/>
              </a:ext>
            </a:extLst>
          </p:cNvPr>
          <p:cNvSpPr txBox="1"/>
          <p:nvPr/>
        </p:nvSpPr>
        <p:spPr>
          <a:xfrm>
            <a:off x="1799190" y="2346235"/>
            <a:ext cx="3179210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dirty="0"/>
              <a:t>The text file </a:t>
            </a:r>
            <a:r>
              <a:rPr lang="en-CA" b="1" dirty="0"/>
              <a:t>words.txt</a:t>
            </a:r>
            <a:r>
              <a:rPr lang="en-CA" dirty="0"/>
              <a:t> is a list of over 100,000 English words: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one word per line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in alphabetical order</a:t>
            </a:r>
            <a:endParaRPr lang="en-AU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1CE0C36-A2EE-64D6-3ED5-C5FFFA5D832A}"/>
              </a:ext>
            </a:extLst>
          </p:cNvPr>
          <p:cNvGrpSpPr/>
          <p:nvPr/>
        </p:nvGrpSpPr>
        <p:grpSpPr>
          <a:xfrm>
            <a:off x="5765799" y="1074508"/>
            <a:ext cx="2150534" cy="4339650"/>
            <a:chOff x="5765799" y="1074508"/>
            <a:chExt cx="2150534" cy="433965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728C5D0-A0D0-3886-158C-F172E3A66C46}"/>
                </a:ext>
              </a:extLst>
            </p:cNvPr>
            <p:cNvSpPr txBox="1"/>
            <p:nvPr/>
          </p:nvSpPr>
          <p:spPr>
            <a:xfrm>
              <a:off x="5765799" y="1443840"/>
              <a:ext cx="2150534" cy="397031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</a:rPr>
                <a:t>aa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aah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aahed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aahing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aahs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aal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aalii</a:t>
              </a:r>
            </a:p>
            <a:p>
              <a:endParaRPr lang="en-US" dirty="0">
                <a:latin typeface="Consolas" panose="020B0609020204030204" pitchFamily="49" charset="0"/>
              </a:endParaRPr>
            </a:p>
            <a:p>
              <a:r>
                <a:rPr lang="en-US" dirty="0">
                  <a:latin typeface="Consolas" panose="020B0609020204030204" pitchFamily="49" charset="0"/>
                </a:rPr>
                <a:t>...</a:t>
              </a:r>
            </a:p>
            <a:p>
              <a:endParaRPr lang="en-US" dirty="0">
                <a:latin typeface="Consolas" panose="020B0609020204030204" pitchFamily="49" charset="0"/>
              </a:endParaRPr>
            </a:p>
            <a:p>
              <a:r>
                <a:rPr lang="en-US" dirty="0" err="1">
                  <a:latin typeface="Consolas" panose="020B0609020204030204" pitchFamily="49" charset="0"/>
                </a:rPr>
                <a:t>zymosis</a:t>
              </a:r>
              <a:endParaRPr lang="en-US" dirty="0">
                <a:latin typeface="Consolas" panose="020B0609020204030204" pitchFamily="49" charset="0"/>
              </a:endParaRPr>
            </a:p>
            <a:p>
              <a:r>
                <a:rPr lang="en-US" dirty="0">
                  <a:latin typeface="Consolas" panose="020B0609020204030204" pitchFamily="49" charset="0"/>
                </a:rPr>
                <a:t>zymotic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zymurgies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zymurgy</a:t>
              </a:r>
              <a:endParaRPr lang="en-AU" dirty="0">
                <a:latin typeface="Consolas" panose="020B0609020204030204" pitchFamily="49" charset="0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DAD54685-262B-DFEA-C4B4-30E18DBDBF18}"/>
                </a:ext>
              </a:extLst>
            </p:cNvPr>
            <p:cNvSpPr txBox="1"/>
            <p:nvPr/>
          </p:nvSpPr>
          <p:spPr>
            <a:xfrm>
              <a:off x="6292229" y="1074508"/>
              <a:ext cx="10976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dirty="0"/>
                <a:t>words.txt</a:t>
              </a:r>
              <a:endParaRPr lang="en-AU" dirty="0"/>
            </a:p>
          </p:txBody>
        </p:sp>
      </p:grpSp>
    </p:spTree>
    <p:extLst>
      <p:ext uri="{BB962C8B-B14F-4D97-AF65-F5344CB8AC3E}">
        <p14:creationId xmlns:p14="http://schemas.microsoft.com/office/powerpoint/2010/main" val="301477245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F79ED-BA93-984C-3F89-97C23AD9F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E1B43-E915-6F7A-4945-BB0CF5BF2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Reading a</a:t>
            </a:r>
            <a:br>
              <a:rPr lang="en-CA" dirty="0"/>
            </a:br>
            <a:r>
              <a:rPr lang="en-CA" dirty="0"/>
              <a:t>word list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C6380E-91B0-0641-6A3A-09A54C248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64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5F8F35-6907-9A87-317F-0BA911AA4D80}"/>
              </a:ext>
            </a:extLst>
          </p:cNvPr>
          <p:cNvSpPr txBox="1"/>
          <p:nvPr/>
        </p:nvSpPr>
        <p:spPr>
          <a:xfrm>
            <a:off x="1799190" y="2346235"/>
            <a:ext cx="3179210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dirty="0"/>
              <a:t>The text file </a:t>
            </a:r>
            <a:r>
              <a:rPr lang="en-CA" b="1" dirty="0"/>
              <a:t>words.txt</a:t>
            </a:r>
            <a:r>
              <a:rPr lang="en-CA" dirty="0"/>
              <a:t> is a list of over 100,000 English words: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one word per line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in alphabetical order</a:t>
            </a:r>
            <a:endParaRPr lang="en-AU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F31DEF6-FF09-548E-8F28-48349860EFB7}"/>
              </a:ext>
            </a:extLst>
          </p:cNvPr>
          <p:cNvGrpSpPr/>
          <p:nvPr/>
        </p:nvGrpSpPr>
        <p:grpSpPr>
          <a:xfrm>
            <a:off x="5765799" y="1074508"/>
            <a:ext cx="2150534" cy="4339650"/>
            <a:chOff x="5765799" y="1074508"/>
            <a:chExt cx="2150534" cy="433965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A627B1F-8E59-25A8-602C-13A9BD936E7F}"/>
                </a:ext>
              </a:extLst>
            </p:cNvPr>
            <p:cNvSpPr txBox="1"/>
            <p:nvPr/>
          </p:nvSpPr>
          <p:spPr>
            <a:xfrm>
              <a:off x="5765799" y="1443840"/>
              <a:ext cx="2150534" cy="397031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</a:rPr>
                <a:t>aa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aah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aahed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aahing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aahs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aal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aalii</a:t>
              </a:r>
            </a:p>
            <a:p>
              <a:endParaRPr lang="en-US" dirty="0">
                <a:latin typeface="Consolas" panose="020B0609020204030204" pitchFamily="49" charset="0"/>
              </a:endParaRPr>
            </a:p>
            <a:p>
              <a:r>
                <a:rPr lang="en-US" dirty="0">
                  <a:latin typeface="Consolas" panose="020B0609020204030204" pitchFamily="49" charset="0"/>
                </a:rPr>
                <a:t>...</a:t>
              </a:r>
            </a:p>
            <a:p>
              <a:endParaRPr lang="en-US" dirty="0">
                <a:latin typeface="Consolas" panose="020B0609020204030204" pitchFamily="49" charset="0"/>
              </a:endParaRPr>
            </a:p>
            <a:p>
              <a:r>
                <a:rPr lang="en-US" dirty="0" err="1">
                  <a:latin typeface="Consolas" panose="020B0609020204030204" pitchFamily="49" charset="0"/>
                </a:rPr>
                <a:t>zymosis</a:t>
              </a:r>
              <a:endParaRPr lang="en-US" dirty="0">
                <a:latin typeface="Consolas" panose="020B0609020204030204" pitchFamily="49" charset="0"/>
              </a:endParaRPr>
            </a:p>
            <a:p>
              <a:r>
                <a:rPr lang="en-US" dirty="0">
                  <a:latin typeface="Consolas" panose="020B0609020204030204" pitchFamily="49" charset="0"/>
                </a:rPr>
                <a:t>zymotic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zymurgies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zymurgy</a:t>
              </a:r>
              <a:endParaRPr lang="en-AU" dirty="0">
                <a:latin typeface="Consolas" panose="020B0609020204030204" pitchFamily="49" charset="0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27050CDB-430D-F1AF-A7E3-5B81487787EE}"/>
                </a:ext>
              </a:extLst>
            </p:cNvPr>
            <p:cNvSpPr txBox="1"/>
            <p:nvPr/>
          </p:nvSpPr>
          <p:spPr>
            <a:xfrm>
              <a:off x="6292229" y="1074508"/>
              <a:ext cx="10976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dirty="0"/>
                <a:t>words.txt</a:t>
              </a:r>
              <a:endParaRPr lang="en-AU" dirty="0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A56D9CE1-09B8-0E9F-AE75-E179FEFE1494}"/>
              </a:ext>
            </a:extLst>
          </p:cNvPr>
          <p:cNvSpPr txBox="1"/>
          <p:nvPr/>
        </p:nvSpPr>
        <p:spPr>
          <a:xfrm>
            <a:off x="2103990" y="4213829"/>
            <a:ext cx="2569610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Challenge</a:t>
            </a:r>
            <a:br>
              <a:rPr lang="en-CA" dirty="0"/>
            </a:br>
            <a:r>
              <a:rPr lang="en-CA" dirty="0"/>
              <a:t>What % of English words contain the letter </a:t>
            </a:r>
            <a:r>
              <a:rPr lang="en-CA" b="1" dirty="0"/>
              <a:t>m</a:t>
            </a:r>
            <a:r>
              <a:rPr lang="en-CA" dirty="0"/>
              <a:t> one or more times?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4325440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C71E20-496B-04CE-78B9-E524BE4E0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3CA1A-131D-9886-5216-81DD9CB00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Reading a</a:t>
            </a:r>
            <a:br>
              <a:rPr lang="en-CA" dirty="0"/>
            </a:br>
            <a:r>
              <a:rPr lang="en-CA" dirty="0"/>
              <a:t>word list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D7CA02-E726-2608-D0D7-AC70AACA4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65</a:t>
            </a:fld>
            <a:endParaRPr lang="en-AU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4C75ADD-EF60-2CC0-03DB-62176DE642E7}"/>
              </a:ext>
            </a:extLst>
          </p:cNvPr>
          <p:cNvGrpSpPr/>
          <p:nvPr/>
        </p:nvGrpSpPr>
        <p:grpSpPr>
          <a:xfrm>
            <a:off x="245533" y="1607908"/>
            <a:ext cx="2150534" cy="4339650"/>
            <a:chOff x="5765799" y="1074508"/>
            <a:chExt cx="2150534" cy="433965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F54D4D3-E3B0-6D41-8361-764A474CFDCC}"/>
                </a:ext>
              </a:extLst>
            </p:cNvPr>
            <p:cNvSpPr txBox="1"/>
            <p:nvPr/>
          </p:nvSpPr>
          <p:spPr>
            <a:xfrm>
              <a:off x="5765799" y="1443840"/>
              <a:ext cx="2150534" cy="397031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</a:rPr>
                <a:t>aa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aah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aahed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aahing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aahs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aal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aalii</a:t>
              </a:r>
            </a:p>
            <a:p>
              <a:endParaRPr lang="en-US" dirty="0">
                <a:latin typeface="Consolas" panose="020B0609020204030204" pitchFamily="49" charset="0"/>
              </a:endParaRPr>
            </a:p>
            <a:p>
              <a:r>
                <a:rPr lang="en-US" dirty="0">
                  <a:latin typeface="Consolas" panose="020B0609020204030204" pitchFamily="49" charset="0"/>
                </a:rPr>
                <a:t>...</a:t>
              </a:r>
            </a:p>
            <a:p>
              <a:endParaRPr lang="en-US" dirty="0">
                <a:latin typeface="Consolas" panose="020B0609020204030204" pitchFamily="49" charset="0"/>
              </a:endParaRPr>
            </a:p>
            <a:p>
              <a:r>
                <a:rPr lang="en-US" dirty="0" err="1">
                  <a:latin typeface="Consolas" panose="020B0609020204030204" pitchFamily="49" charset="0"/>
                </a:rPr>
                <a:t>zymosis</a:t>
              </a:r>
              <a:endParaRPr lang="en-US" dirty="0">
                <a:latin typeface="Consolas" panose="020B0609020204030204" pitchFamily="49" charset="0"/>
              </a:endParaRPr>
            </a:p>
            <a:p>
              <a:r>
                <a:rPr lang="en-US" dirty="0">
                  <a:latin typeface="Consolas" panose="020B0609020204030204" pitchFamily="49" charset="0"/>
                </a:rPr>
                <a:t>zymotic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zymurgies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zymurgy</a:t>
              </a:r>
              <a:endParaRPr lang="en-AU" dirty="0">
                <a:latin typeface="Consolas" panose="020B0609020204030204" pitchFamily="49" charset="0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148202E5-A5AC-5563-700B-3483C0EF3A4A}"/>
                </a:ext>
              </a:extLst>
            </p:cNvPr>
            <p:cNvSpPr txBox="1"/>
            <p:nvPr/>
          </p:nvSpPr>
          <p:spPr>
            <a:xfrm>
              <a:off x="6292229" y="1074508"/>
              <a:ext cx="10976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dirty="0"/>
                <a:t>words.txt</a:t>
              </a:r>
              <a:endParaRPr lang="en-AU" dirty="0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AA5AB09A-1BFE-BF7E-D034-8DF0722692EB}"/>
              </a:ext>
            </a:extLst>
          </p:cNvPr>
          <p:cNvSpPr txBox="1"/>
          <p:nvPr/>
        </p:nvSpPr>
        <p:spPr>
          <a:xfrm>
            <a:off x="3318114" y="1792574"/>
            <a:ext cx="7830990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latin typeface="Consolas" panose="020B0609020204030204" pitchFamily="49" charset="0"/>
              </a:rPr>
              <a:t>file_object</a:t>
            </a:r>
            <a:r>
              <a:rPr lang="en-US" sz="2400" dirty="0">
                <a:latin typeface="Consolas" panose="020B0609020204030204" pitchFamily="49" charset="0"/>
              </a:rPr>
              <a:t> = open('words.txt')</a:t>
            </a:r>
          </a:p>
          <a:p>
            <a:r>
              <a:rPr lang="en-US" sz="2400" dirty="0" err="1">
                <a:latin typeface="Consolas" panose="020B0609020204030204" pitchFamily="49" charset="0"/>
              </a:rPr>
              <a:t>total_words</a:t>
            </a:r>
            <a:r>
              <a:rPr lang="en-US" sz="2400" dirty="0">
                <a:latin typeface="Consolas" panose="020B0609020204030204" pitchFamily="49" charset="0"/>
              </a:rPr>
              <a:t> = 0</a:t>
            </a:r>
          </a:p>
          <a:p>
            <a:r>
              <a:rPr lang="en-US" sz="2400" dirty="0" err="1">
                <a:latin typeface="Consolas" panose="020B0609020204030204" pitchFamily="49" charset="0"/>
              </a:rPr>
              <a:t>total_m_words</a:t>
            </a:r>
            <a:r>
              <a:rPr lang="en-US" sz="2400" dirty="0">
                <a:latin typeface="Consolas" panose="020B0609020204030204" pitchFamily="49" charset="0"/>
              </a:rPr>
              <a:t> = 0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for line in </a:t>
            </a:r>
            <a:r>
              <a:rPr lang="en-US" sz="2400" dirty="0" err="1">
                <a:latin typeface="Consolas" panose="020B0609020204030204" pitchFamily="49" charset="0"/>
              </a:rPr>
              <a:t>file_object</a:t>
            </a:r>
            <a:r>
              <a:rPr lang="en-US" sz="2400" dirty="0">
                <a:latin typeface="Consolas" panose="020B0609020204030204" pitchFamily="49" charset="0"/>
              </a:rPr>
              <a:t>: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</a:t>
            </a:r>
            <a:r>
              <a:rPr lang="en-US" sz="2400" dirty="0" err="1">
                <a:latin typeface="Consolas" panose="020B0609020204030204" pitchFamily="49" charset="0"/>
              </a:rPr>
              <a:t>total_words</a:t>
            </a:r>
            <a:r>
              <a:rPr lang="en-US" sz="2400" dirty="0">
                <a:latin typeface="Consolas" panose="020B0609020204030204" pitchFamily="49" charset="0"/>
              </a:rPr>
              <a:t> += 1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if </a:t>
            </a:r>
            <a:r>
              <a:rPr lang="en-US" sz="2400" dirty="0" err="1">
                <a:latin typeface="Consolas" panose="020B0609020204030204" pitchFamily="49" charset="0"/>
              </a:rPr>
              <a:t>has_m</a:t>
            </a:r>
            <a:r>
              <a:rPr lang="en-US" sz="2400" dirty="0">
                <a:latin typeface="Consolas" panose="020B0609020204030204" pitchFamily="49" charset="0"/>
              </a:rPr>
              <a:t>(line):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    </a:t>
            </a:r>
            <a:r>
              <a:rPr lang="en-US" sz="2400" dirty="0" err="1">
                <a:latin typeface="Consolas" panose="020B0609020204030204" pitchFamily="49" charset="0"/>
              </a:rPr>
              <a:t>total_m_words</a:t>
            </a:r>
            <a:r>
              <a:rPr lang="en-US" sz="2400" dirty="0">
                <a:latin typeface="Consolas" panose="020B0609020204030204" pitchFamily="49" charset="0"/>
              </a:rPr>
              <a:t> += 1</a:t>
            </a:r>
          </a:p>
          <a:p>
            <a:endParaRPr lang="en-US" sz="2400" dirty="0">
              <a:latin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</a:rPr>
              <a:t>pct = 100 * </a:t>
            </a:r>
            <a:r>
              <a:rPr lang="en-US" sz="2400" dirty="0" err="1">
                <a:latin typeface="Consolas" panose="020B0609020204030204" pitchFamily="49" charset="0"/>
              </a:rPr>
              <a:t>total_m_words</a:t>
            </a:r>
            <a:r>
              <a:rPr lang="en-US" sz="2400" dirty="0">
                <a:latin typeface="Consolas" panose="020B0609020204030204" pitchFamily="49" charset="0"/>
              </a:rPr>
              <a:t> / </a:t>
            </a:r>
            <a:r>
              <a:rPr lang="en-US" sz="2400" dirty="0" err="1">
                <a:latin typeface="Consolas" panose="020B0609020204030204" pitchFamily="49" charset="0"/>
              </a:rPr>
              <a:t>total_words</a:t>
            </a:r>
            <a:endParaRPr lang="en-US" sz="2400" dirty="0">
              <a:latin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</a:rPr>
              <a:t>print(f'{pct:.1f}% of the words have an "m"')</a:t>
            </a:r>
            <a:endParaRPr lang="en-AU" sz="2400" dirty="0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0A303A-A148-D4E8-2879-BD7D9144993A}"/>
              </a:ext>
            </a:extLst>
          </p:cNvPr>
          <p:cNvSpPr txBox="1"/>
          <p:nvPr/>
        </p:nvSpPr>
        <p:spPr>
          <a:xfrm>
            <a:off x="8118036" y="3392269"/>
            <a:ext cx="3953115" cy="646331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def </a:t>
            </a:r>
            <a:r>
              <a:rPr lang="en-US" dirty="0" err="1">
                <a:latin typeface="Consolas" panose="020B0609020204030204" pitchFamily="49" charset="0"/>
              </a:rPr>
              <a:t>has_m</a:t>
            </a:r>
            <a:r>
              <a:rPr lang="en-US" dirty="0">
                <a:latin typeface="Consolas" panose="020B0609020204030204" pitchFamily="49" charset="0"/>
              </a:rPr>
              <a:t>(word):</a:t>
            </a:r>
          </a:p>
          <a:p>
            <a:r>
              <a:rPr lang="en-US" dirty="0">
                <a:latin typeface="Consolas" panose="020B0609020204030204" pitchFamily="49" charset="0"/>
              </a:rPr>
              <a:t>    return 'm' in </a:t>
            </a:r>
            <a:r>
              <a:rPr lang="en-US" dirty="0" err="1">
                <a:latin typeface="Consolas" panose="020B0609020204030204" pitchFamily="49" charset="0"/>
              </a:rPr>
              <a:t>word.lower</a:t>
            </a:r>
            <a:r>
              <a:rPr lang="en-US" dirty="0">
                <a:latin typeface="Consolas" panose="020B0609020204030204" pitchFamily="49" charset="0"/>
              </a:rPr>
              <a:t>()</a:t>
            </a:r>
            <a:endParaRPr lang="en-AU" dirty="0">
              <a:latin typeface="Consolas" panose="020B0609020204030204" pitchFamily="49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D55F5ED-7FF8-C5F8-78BC-2DC0A6ED5E92}"/>
              </a:ext>
            </a:extLst>
          </p:cNvPr>
          <p:cNvSpPr/>
          <p:nvPr/>
        </p:nvSpPr>
        <p:spPr>
          <a:xfrm>
            <a:off x="4538133" y="3685400"/>
            <a:ext cx="1905000" cy="353200"/>
          </a:xfrm>
          <a:prstGeom prst="rect">
            <a:avLst/>
          </a:prstGeom>
          <a:noFill/>
          <a:ln w="31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B699E73-B45D-E537-8B4C-9FB02571AF13}"/>
              </a:ext>
            </a:extLst>
          </p:cNvPr>
          <p:cNvCxnSpPr/>
          <p:nvPr/>
        </p:nvCxnSpPr>
        <p:spPr>
          <a:xfrm>
            <a:off x="10684933" y="1227667"/>
            <a:ext cx="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9B1B82C-E0E5-BD5B-26F3-A607325652F3}"/>
              </a:ext>
            </a:extLst>
          </p:cNvPr>
          <p:cNvCxnSpPr/>
          <p:nvPr/>
        </p:nvCxnSpPr>
        <p:spPr>
          <a:xfrm flipH="1">
            <a:off x="6443133" y="3685400"/>
            <a:ext cx="1674903" cy="822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66F959E-6BEB-952D-56C1-2ED94DF4C0D8}"/>
              </a:ext>
            </a:extLst>
          </p:cNvPr>
          <p:cNvSpPr txBox="1"/>
          <p:nvPr/>
        </p:nvSpPr>
        <p:spPr>
          <a:xfrm>
            <a:off x="5233851" y="5782622"/>
            <a:ext cx="3307444" cy="369332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19.7% of the words have an "m"</a:t>
            </a:r>
          </a:p>
        </p:txBody>
      </p:sp>
    </p:spTree>
    <p:extLst>
      <p:ext uri="{BB962C8B-B14F-4D97-AF65-F5344CB8AC3E}">
        <p14:creationId xmlns:p14="http://schemas.microsoft.com/office/powerpoint/2010/main" val="174389598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CE6551-545B-49A8-9DD8-69F4020E2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3DFF2-4602-88E9-0708-47609CDFA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Reading a</a:t>
            </a:r>
            <a:br>
              <a:rPr lang="en-CA" dirty="0"/>
            </a:br>
            <a:r>
              <a:rPr lang="en-CA" dirty="0"/>
              <a:t>word list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817641-06C3-957F-B9B9-8C88F35CC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66</a:t>
            </a:fld>
            <a:endParaRPr lang="en-AU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E787E20-E1CB-B24C-9C8B-7D6C27AC1B5A}"/>
              </a:ext>
            </a:extLst>
          </p:cNvPr>
          <p:cNvGrpSpPr/>
          <p:nvPr/>
        </p:nvGrpSpPr>
        <p:grpSpPr>
          <a:xfrm>
            <a:off x="245533" y="1607908"/>
            <a:ext cx="2150534" cy="4339650"/>
            <a:chOff x="5765799" y="1074508"/>
            <a:chExt cx="2150534" cy="433965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CF7E510-4687-76C9-76A9-8DF3122E9C85}"/>
                </a:ext>
              </a:extLst>
            </p:cNvPr>
            <p:cNvSpPr txBox="1"/>
            <p:nvPr/>
          </p:nvSpPr>
          <p:spPr>
            <a:xfrm>
              <a:off x="5765799" y="1443840"/>
              <a:ext cx="2150534" cy="397031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</a:rPr>
                <a:t>aa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aah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aahed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aahing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aahs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aal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aalii</a:t>
              </a:r>
            </a:p>
            <a:p>
              <a:endParaRPr lang="en-US" dirty="0">
                <a:latin typeface="Consolas" panose="020B0609020204030204" pitchFamily="49" charset="0"/>
              </a:endParaRPr>
            </a:p>
            <a:p>
              <a:r>
                <a:rPr lang="en-US" dirty="0">
                  <a:latin typeface="Consolas" panose="020B0609020204030204" pitchFamily="49" charset="0"/>
                </a:rPr>
                <a:t>...</a:t>
              </a:r>
            </a:p>
            <a:p>
              <a:endParaRPr lang="en-US" dirty="0">
                <a:latin typeface="Consolas" panose="020B0609020204030204" pitchFamily="49" charset="0"/>
              </a:endParaRPr>
            </a:p>
            <a:p>
              <a:r>
                <a:rPr lang="en-US" dirty="0" err="1">
                  <a:latin typeface="Consolas" panose="020B0609020204030204" pitchFamily="49" charset="0"/>
                </a:rPr>
                <a:t>zymosis</a:t>
              </a:r>
              <a:endParaRPr lang="en-US" dirty="0">
                <a:latin typeface="Consolas" panose="020B0609020204030204" pitchFamily="49" charset="0"/>
              </a:endParaRPr>
            </a:p>
            <a:p>
              <a:r>
                <a:rPr lang="en-US" dirty="0">
                  <a:latin typeface="Consolas" panose="020B0609020204030204" pitchFamily="49" charset="0"/>
                </a:rPr>
                <a:t>zymotic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zymurgies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zymurgy</a:t>
              </a:r>
              <a:endParaRPr lang="en-AU" dirty="0">
                <a:latin typeface="Consolas" panose="020B0609020204030204" pitchFamily="49" charset="0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46CF5C5-C3CD-A1A1-CBA9-D42D56CFBBC8}"/>
                </a:ext>
              </a:extLst>
            </p:cNvPr>
            <p:cNvSpPr txBox="1"/>
            <p:nvPr/>
          </p:nvSpPr>
          <p:spPr>
            <a:xfrm>
              <a:off x="6292229" y="1074508"/>
              <a:ext cx="10976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dirty="0"/>
                <a:t>words.txt</a:t>
              </a:r>
              <a:endParaRPr lang="en-AU" dirty="0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CC71110F-F23D-3BED-E80B-FC1B40DFE4EE}"/>
              </a:ext>
            </a:extLst>
          </p:cNvPr>
          <p:cNvSpPr txBox="1"/>
          <p:nvPr/>
        </p:nvSpPr>
        <p:spPr>
          <a:xfrm>
            <a:off x="9055125" y="1192409"/>
            <a:ext cx="2671210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Challenge</a:t>
            </a:r>
            <a:br>
              <a:rPr lang="en-CA" dirty="0"/>
            </a:br>
            <a:r>
              <a:rPr lang="en-CA" dirty="0"/>
              <a:t>How many English words do </a:t>
            </a:r>
            <a:r>
              <a:rPr lang="en-CA" b="1" dirty="0"/>
              <a:t>not</a:t>
            </a:r>
            <a:r>
              <a:rPr lang="en-CA" dirty="0"/>
              <a:t> have one of the vowels </a:t>
            </a:r>
            <a:r>
              <a:rPr lang="en-CA" i="1" dirty="0"/>
              <a:t>a</a:t>
            </a:r>
            <a:r>
              <a:rPr lang="en-CA" dirty="0"/>
              <a:t>, </a:t>
            </a:r>
            <a:r>
              <a:rPr lang="en-CA" i="1" dirty="0"/>
              <a:t>e</a:t>
            </a:r>
            <a:r>
              <a:rPr lang="en-CA" dirty="0"/>
              <a:t>, </a:t>
            </a:r>
            <a:r>
              <a:rPr lang="en-CA" i="1" dirty="0" err="1"/>
              <a:t>i</a:t>
            </a:r>
            <a:r>
              <a:rPr lang="en-CA" dirty="0"/>
              <a:t>, </a:t>
            </a:r>
            <a:r>
              <a:rPr lang="en-CA" i="1" dirty="0"/>
              <a:t>o</a:t>
            </a:r>
            <a:r>
              <a:rPr lang="en-CA" dirty="0"/>
              <a:t>, or </a:t>
            </a:r>
            <a:r>
              <a:rPr lang="en-CA" i="1" dirty="0"/>
              <a:t>u</a:t>
            </a:r>
            <a:r>
              <a:rPr lang="en-CA" dirty="0"/>
              <a:t>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3250613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1B32AD-E1A1-871C-BCD5-AF4835187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F65CD-C44C-3169-7ABC-C5ECAE9F5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Reading a</a:t>
            </a:r>
            <a:br>
              <a:rPr lang="en-CA" dirty="0"/>
            </a:br>
            <a:r>
              <a:rPr lang="en-CA" dirty="0"/>
              <a:t>word list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8BF390-C854-D074-67F1-0D09DE2C8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67</a:t>
            </a:fld>
            <a:endParaRPr lang="en-AU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BD9E23E-DF10-B106-6E0D-9F23268DE3A4}"/>
              </a:ext>
            </a:extLst>
          </p:cNvPr>
          <p:cNvGrpSpPr/>
          <p:nvPr/>
        </p:nvGrpSpPr>
        <p:grpSpPr>
          <a:xfrm>
            <a:off x="245533" y="1607908"/>
            <a:ext cx="2150534" cy="4339650"/>
            <a:chOff x="5765799" y="1074508"/>
            <a:chExt cx="2150534" cy="433965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2B9A7B0-BA71-6578-5DAB-68BFB7F9ED82}"/>
                </a:ext>
              </a:extLst>
            </p:cNvPr>
            <p:cNvSpPr txBox="1"/>
            <p:nvPr/>
          </p:nvSpPr>
          <p:spPr>
            <a:xfrm>
              <a:off x="5765799" y="1443840"/>
              <a:ext cx="2150534" cy="397031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</a:rPr>
                <a:t>aa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aah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aahed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aahing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aahs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aal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aalii</a:t>
              </a:r>
            </a:p>
            <a:p>
              <a:endParaRPr lang="en-US" dirty="0">
                <a:latin typeface="Consolas" panose="020B0609020204030204" pitchFamily="49" charset="0"/>
              </a:endParaRPr>
            </a:p>
            <a:p>
              <a:r>
                <a:rPr lang="en-US" dirty="0">
                  <a:latin typeface="Consolas" panose="020B0609020204030204" pitchFamily="49" charset="0"/>
                </a:rPr>
                <a:t>...</a:t>
              </a:r>
            </a:p>
            <a:p>
              <a:endParaRPr lang="en-US" dirty="0">
                <a:latin typeface="Consolas" panose="020B0609020204030204" pitchFamily="49" charset="0"/>
              </a:endParaRPr>
            </a:p>
            <a:p>
              <a:r>
                <a:rPr lang="en-US" dirty="0" err="1">
                  <a:latin typeface="Consolas" panose="020B0609020204030204" pitchFamily="49" charset="0"/>
                </a:rPr>
                <a:t>zymosis</a:t>
              </a:r>
              <a:endParaRPr lang="en-US" dirty="0">
                <a:latin typeface="Consolas" panose="020B0609020204030204" pitchFamily="49" charset="0"/>
              </a:endParaRPr>
            </a:p>
            <a:p>
              <a:r>
                <a:rPr lang="en-US" dirty="0">
                  <a:latin typeface="Consolas" panose="020B0609020204030204" pitchFamily="49" charset="0"/>
                </a:rPr>
                <a:t>zymotic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zymurgies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zymurgy</a:t>
              </a:r>
              <a:endParaRPr lang="en-AU" dirty="0">
                <a:latin typeface="Consolas" panose="020B0609020204030204" pitchFamily="49" charset="0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F2DF18E2-3626-08BC-1E21-CCABEA1F2EA7}"/>
                </a:ext>
              </a:extLst>
            </p:cNvPr>
            <p:cNvSpPr txBox="1"/>
            <p:nvPr/>
          </p:nvSpPr>
          <p:spPr>
            <a:xfrm>
              <a:off x="6292229" y="1074508"/>
              <a:ext cx="10976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dirty="0"/>
                <a:t>words.txt</a:t>
              </a:r>
              <a:endParaRPr lang="en-AU" dirty="0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6C1274C2-042A-5FD0-9CAD-BFEC52E80E30}"/>
              </a:ext>
            </a:extLst>
          </p:cNvPr>
          <p:cNvSpPr txBox="1"/>
          <p:nvPr/>
        </p:nvSpPr>
        <p:spPr>
          <a:xfrm>
            <a:off x="2995857" y="1699497"/>
            <a:ext cx="5801010" cy="163121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</a:rPr>
              <a:t>def </a:t>
            </a:r>
            <a:r>
              <a:rPr lang="en-US" sz="2000" dirty="0" err="1">
                <a:solidFill>
                  <a:srgbClr val="FF0000"/>
                </a:solidFill>
                <a:latin typeface="Consolas" panose="020B0609020204030204" pitchFamily="49" charset="0"/>
              </a:rPr>
              <a:t>has_vowel</a:t>
            </a:r>
            <a:r>
              <a:rPr lang="en-US" sz="2000" dirty="0">
                <a:latin typeface="Consolas" panose="020B0609020204030204" pitchFamily="49" charset="0"/>
              </a:rPr>
              <a:t>(word):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  for c in </a:t>
            </a:r>
            <a:r>
              <a:rPr lang="en-US" sz="2000" dirty="0" err="1">
                <a:latin typeface="Consolas" panose="020B0609020204030204" pitchFamily="49" charset="0"/>
              </a:rPr>
              <a:t>word.lower</a:t>
            </a:r>
            <a:r>
              <a:rPr lang="en-US" sz="2000" dirty="0">
                <a:latin typeface="Consolas" panose="020B0609020204030204" pitchFamily="49" charset="0"/>
              </a:rPr>
              <a:t>():</a:t>
            </a:r>
            <a:br>
              <a:rPr lang="en-US" sz="2000" dirty="0">
                <a:latin typeface="Consolas" panose="020B0609020204030204" pitchFamily="49" charset="0"/>
              </a:rPr>
            </a:br>
            <a:r>
              <a:rPr lang="en-US" sz="2000" dirty="0">
                <a:latin typeface="Consolas" panose="020B0609020204030204" pitchFamily="49" charset="0"/>
              </a:rPr>
              <a:t>        if c in '</a:t>
            </a:r>
            <a:r>
              <a:rPr lang="en-US" sz="2000" dirty="0" err="1">
                <a:latin typeface="Consolas" panose="020B0609020204030204" pitchFamily="49" charset="0"/>
              </a:rPr>
              <a:t>aeiou</a:t>
            </a:r>
            <a:r>
              <a:rPr lang="en-US" sz="2000" dirty="0">
                <a:latin typeface="Consolas" panose="020B0609020204030204" pitchFamily="49" charset="0"/>
              </a:rPr>
              <a:t>':</a:t>
            </a:r>
            <a:br>
              <a:rPr lang="en-US" sz="2000" dirty="0">
                <a:latin typeface="Consolas" panose="020B0609020204030204" pitchFamily="49" charset="0"/>
              </a:rPr>
            </a:br>
            <a:r>
              <a:rPr lang="en-US" sz="2000" dirty="0">
                <a:latin typeface="Consolas" panose="020B0609020204030204" pitchFamily="49" charset="0"/>
              </a:rPr>
              <a:t>            return True # found a vowel</a:t>
            </a:r>
          </a:p>
          <a:p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    </a:t>
            </a:r>
            <a:r>
              <a:rPr lang="en-US" sz="2000" dirty="0">
                <a:latin typeface="Consolas" panose="020B0609020204030204" pitchFamily="49" charset="0"/>
              </a:rPr>
              <a:t>return False        # no vowel found</a:t>
            </a:r>
            <a:endParaRPr lang="en-AU" sz="2000" dirty="0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BA60F6-CA67-2A06-9975-DEE3561CE1BC}"/>
              </a:ext>
            </a:extLst>
          </p:cNvPr>
          <p:cNvSpPr txBox="1"/>
          <p:nvPr/>
        </p:nvSpPr>
        <p:spPr>
          <a:xfrm>
            <a:off x="9055125" y="1192409"/>
            <a:ext cx="2671210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Challenge</a:t>
            </a:r>
            <a:br>
              <a:rPr lang="en-CA" dirty="0"/>
            </a:br>
            <a:r>
              <a:rPr lang="en-CA" dirty="0"/>
              <a:t>How many English words do </a:t>
            </a:r>
            <a:r>
              <a:rPr lang="en-CA" b="1" dirty="0"/>
              <a:t>not</a:t>
            </a:r>
            <a:r>
              <a:rPr lang="en-CA" dirty="0"/>
              <a:t> have one of the vowels </a:t>
            </a:r>
            <a:r>
              <a:rPr lang="en-CA" i="1" dirty="0"/>
              <a:t>a</a:t>
            </a:r>
            <a:r>
              <a:rPr lang="en-CA" dirty="0"/>
              <a:t>, </a:t>
            </a:r>
            <a:r>
              <a:rPr lang="en-CA" i="1" dirty="0"/>
              <a:t>e</a:t>
            </a:r>
            <a:r>
              <a:rPr lang="en-CA" dirty="0"/>
              <a:t>, </a:t>
            </a:r>
            <a:r>
              <a:rPr lang="en-CA" i="1" dirty="0" err="1"/>
              <a:t>i</a:t>
            </a:r>
            <a:r>
              <a:rPr lang="en-CA" dirty="0"/>
              <a:t>, </a:t>
            </a:r>
            <a:r>
              <a:rPr lang="en-CA" i="1" dirty="0"/>
              <a:t>o</a:t>
            </a:r>
            <a:r>
              <a:rPr lang="en-CA" dirty="0"/>
              <a:t>, or </a:t>
            </a:r>
            <a:r>
              <a:rPr lang="en-CA" i="1" dirty="0"/>
              <a:t>u</a:t>
            </a:r>
            <a:r>
              <a:rPr lang="en-CA" dirty="0"/>
              <a:t>?</a:t>
            </a:r>
            <a:endParaRPr lang="en-A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CD8394-EAD2-8EA2-FF7B-42630ECF5EED}"/>
              </a:ext>
            </a:extLst>
          </p:cNvPr>
          <p:cNvSpPr txBox="1"/>
          <p:nvPr/>
        </p:nvSpPr>
        <p:spPr>
          <a:xfrm>
            <a:off x="2885790" y="3962399"/>
            <a:ext cx="5801010" cy="132343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</a:rPr>
              <a:t>print(</a:t>
            </a:r>
            <a:r>
              <a:rPr lang="en-US" sz="2000" dirty="0" err="1">
                <a:latin typeface="Consolas" panose="020B0609020204030204" pitchFamily="49" charset="0"/>
              </a:rPr>
              <a:t>has_vowel</a:t>
            </a:r>
            <a:r>
              <a:rPr lang="en-US" sz="2000" dirty="0">
                <a:latin typeface="Consolas" panose="020B0609020204030204" pitchFamily="49" charset="0"/>
              </a:rPr>
              <a:t>('cat'))     # True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print(</a:t>
            </a:r>
            <a:r>
              <a:rPr lang="en-US" sz="2000" dirty="0" err="1">
                <a:latin typeface="Consolas" panose="020B0609020204030204" pitchFamily="49" charset="0"/>
              </a:rPr>
              <a:t>has_vowel</a:t>
            </a:r>
            <a:r>
              <a:rPr lang="en-US" sz="2000" dirty="0">
                <a:latin typeface="Consolas" panose="020B0609020204030204" pitchFamily="49" charset="0"/>
              </a:rPr>
              <a:t>('MOOSE!'))  # True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print(</a:t>
            </a:r>
            <a:r>
              <a:rPr lang="en-US" sz="2000" dirty="0" err="1">
                <a:latin typeface="Consolas" panose="020B0609020204030204" pitchFamily="49" charset="0"/>
              </a:rPr>
              <a:t>has_vowel</a:t>
            </a:r>
            <a:r>
              <a:rPr lang="en-US" sz="2000" dirty="0">
                <a:latin typeface="Consolas" panose="020B0609020204030204" pitchFamily="49" charset="0"/>
              </a:rPr>
              <a:t>('.YRV3.'))  # False</a:t>
            </a:r>
            <a:br>
              <a:rPr lang="en-US" sz="2000" dirty="0">
                <a:latin typeface="Consolas" panose="020B0609020204030204" pitchFamily="49" charset="0"/>
              </a:rPr>
            </a:br>
            <a:r>
              <a:rPr lang="en-US" sz="2000" dirty="0">
                <a:latin typeface="Consolas" panose="020B0609020204030204" pitchFamily="49" charset="0"/>
              </a:rPr>
              <a:t>print(</a:t>
            </a:r>
            <a:r>
              <a:rPr lang="en-US" sz="2000" dirty="0" err="1">
                <a:latin typeface="Consolas" panose="020B0609020204030204" pitchFamily="49" charset="0"/>
              </a:rPr>
              <a:t>has_vowel</a:t>
            </a:r>
            <a:r>
              <a:rPr lang="en-US" sz="2000" dirty="0">
                <a:latin typeface="Consolas" panose="020B0609020204030204" pitchFamily="49" charset="0"/>
              </a:rPr>
              <a:t>(''))        # False</a:t>
            </a:r>
          </a:p>
        </p:txBody>
      </p:sp>
    </p:spTree>
    <p:extLst>
      <p:ext uri="{BB962C8B-B14F-4D97-AF65-F5344CB8AC3E}">
        <p14:creationId xmlns:p14="http://schemas.microsoft.com/office/powerpoint/2010/main" val="42480564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18258-FCBF-3C88-F676-C1D30EA0D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68DED-E97C-5B6B-379F-45268E1A9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Reading a</a:t>
            </a:r>
            <a:br>
              <a:rPr lang="en-CA" dirty="0"/>
            </a:br>
            <a:r>
              <a:rPr lang="en-CA" dirty="0"/>
              <a:t>word list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1091CD-F65F-E003-9CD6-B2E3B778A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68</a:t>
            </a:fld>
            <a:endParaRPr lang="en-AU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A135EA9-3CBE-17DB-9D53-45722DAF34D8}"/>
              </a:ext>
            </a:extLst>
          </p:cNvPr>
          <p:cNvGrpSpPr/>
          <p:nvPr/>
        </p:nvGrpSpPr>
        <p:grpSpPr>
          <a:xfrm>
            <a:off x="245533" y="1607908"/>
            <a:ext cx="2150534" cy="4339650"/>
            <a:chOff x="5765799" y="1074508"/>
            <a:chExt cx="2150534" cy="433965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1D4E7AC-03BC-8D29-428C-2CCDB806FE9A}"/>
                </a:ext>
              </a:extLst>
            </p:cNvPr>
            <p:cNvSpPr txBox="1"/>
            <p:nvPr/>
          </p:nvSpPr>
          <p:spPr>
            <a:xfrm>
              <a:off x="5765799" y="1443840"/>
              <a:ext cx="2150534" cy="397031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</a:rPr>
                <a:t>aa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aah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aahed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aahing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aahs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aal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aalii</a:t>
              </a:r>
            </a:p>
            <a:p>
              <a:endParaRPr lang="en-US" dirty="0">
                <a:latin typeface="Consolas" panose="020B0609020204030204" pitchFamily="49" charset="0"/>
              </a:endParaRPr>
            </a:p>
            <a:p>
              <a:r>
                <a:rPr lang="en-US" dirty="0">
                  <a:latin typeface="Consolas" panose="020B0609020204030204" pitchFamily="49" charset="0"/>
                </a:rPr>
                <a:t>...</a:t>
              </a:r>
            </a:p>
            <a:p>
              <a:endParaRPr lang="en-US" dirty="0">
                <a:latin typeface="Consolas" panose="020B0609020204030204" pitchFamily="49" charset="0"/>
              </a:endParaRPr>
            </a:p>
            <a:p>
              <a:r>
                <a:rPr lang="en-US" dirty="0" err="1">
                  <a:latin typeface="Consolas" panose="020B0609020204030204" pitchFamily="49" charset="0"/>
                </a:rPr>
                <a:t>zymosis</a:t>
              </a:r>
              <a:endParaRPr lang="en-US" dirty="0">
                <a:latin typeface="Consolas" panose="020B0609020204030204" pitchFamily="49" charset="0"/>
              </a:endParaRPr>
            </a:p>
            <a:p>
              <a:r>
                <a:rPr lang="en-US" dirty="0">
                  <a:latin typeface="Consolas" panose="020B0609020204030204" pitchFamily="49" charset="0"/>
                </a:rPr>
                <a:t>zymotic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zymurgies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zymurgy</a:t>
              </a:r>
              <a:endParaRPr lang="en-AU" dirty="0">
                <a:latin typeface="Consolas" panose="020B0609020204030204" pitchFamily="49" charset="0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4E895E6D-2087-2AC0-F90A-6D56CD06D5A1}"/>
                </a:ext>
              </a:extLst>
            </p:cNvPr>
            <p:cNvSpPr txBox="1"/>
            <p:nvPr/>
          </p:nvSpPr>
          <p:spPr>
            <a:xfrm>
              <a:off x="6292229" y="1074508"/>
              <a:ext cx="10976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dirty="0"/>
                <a:t>words.txt</a:t>
              </a:r>
              <a:endParaRPr lang="en-AU" dirty="0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EA1911D9-9DD9-4D34-2692-1681E5DFB666}"/>
              </a:ext>
            </a:extLst>
          </p:cNvPr>
          <p:cNvSpPr txBox="1"/>
          <p:nvPr/>
        </p:nvSpPr>
        <p:spPr>
          <a:xfrm>
            <a:off x="3445114" y="453746"/>
            <a:ext cx="8340745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latin typeface="Consolas" panose="020B0609020204030204" pitchFamily="49" charset="0"/>
              </a:rPr>
              <a:t>file_object</a:t>
            </a:r>
            <a:r>
              <a:rPr lang="en-US" sz="2400" dirty="0">
                <a:latin typeface="Consolas" panose="020B0609020204030204" pitchFamily="49" charset="0"/>
              </a:rPr>
              <a:t> = open('words.txt')</a:t>
            </a:r>
          </a:p>
          <a:p>
            <a:endParaRPr lang="en-US" sz="2400" dirty="0">
              <a:latin typeface="Consolas" panose="020B0609020204030204" pitchFamily="49" charset="0"/>
            </a:endParaRPr>
          </a:p>
          <a:p>
            <a:r>
              <a:rPr lang="en-US" sz="2400" dirty="0" err="1">
                <a:latin typeface="Consolas" panose="020B0609020204030204" pitchFamily="49" charset="0"/>
              </a:rPr>
              <a:t>non_vowel_words</a:t>
            </a:r>
            <a:r>
              <a:rPr lang="en-US" sz="2400" dirty="0">
                <a:latin typeface="Consolas" panose="020B0609020204030204" pitchFamily="49" charset="0"/>
              </a:rPr>
              <a:t> = 0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for line in </a:t>
            </a:r>
            <a:r>
              <a:rPr lang="en-US" sz="2400" dirty="0" err="1">
                <a:latin typeface="Consolas" panose="020B0609020204030204" pitchFamily="49" charset="0"/>
              </a:rPr>
              <a:t>file_object</a:t>
            </a:r>
            <a:r>
              <a:rPr lang="en-US" sz="2400" dirty="0">
                <a:latin typeface="Consolas" panose="020B0609020204030204" pitchFamily="49" charset="0"/>
              </a:rPr>
              <a:t>: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if </a:t>
            </a: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</a:rPr>
              <a:t>not </a:t>
            </a:r>
            <a:r>
              <a:rPr lang="en-US" sz="2400" dirty="0" err="1">
                <a:solidFill>
                  <a:srgbClr val="00B050"/>
                </a:solidFill>
                <a:latin typeface="Consolas" panose="020B0609020204030204" pitchFamily="49" charset="0"/>
              </a:rPr>
              <a:t>has_vowel</a:t>
            </a: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</a:rPr>
              <a:t>(line)</a:t>
            </a:r>
            <a:r>
              <a:rPr lang="en-US" sz="2400" dirty="0">
                <a:latin typeface="Consolas" panose="020B0609020204030204" pitchFamily="49" charset="0"/>
              </a:rPr>
              <a:t>: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    </a:t>
            </a:r>
            <a:r>
              <a:rPr lang="en-US" sz="2400" dirty="0" err="1">
                <a:latin typeface="Consolas" panose="020B0609020204030204" pitchFamily="49" charset="0"/>
              </a:rPr>
              <a:t>non_vowel_words</a:t>
            </a:r>
            <a:r>
              <a:rPr lang="en-US" sz="2400" dirty="0">
                <a:latin typeface="Consolas" panose="020B0609020204030204" pitchFamily="49" charset="0"/>
              </a:rPr>
              <a:t> += 1</a:t>
            </a:r>
          </a:p>
          <a:p>
            <a:endParaRPr lang="en-US" sz="2400" dirty="0">
              <a:latin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</a:rPr>
              <a:t>print(f'{</a:t>
            </a:r>
            <a:r>
              <a:rPr lang="en-US" sz="2400" dirty="0" err="1">
                <a:latin typeface="Consolas" panose="020B0609020204030204" pitchFamily="49" charset="0"/>
              </a:rPr>
              <a:t>non_vowel_words</a:t>
            </a:r>
            <a:r>
              <a:rPr lang="en-US" sz="2400" dirty="0">
                <a:latin typeface="Consolas" panose="020B0609020204030204" pitchFamily="49" charset="0"/>
              </a:rPr>
              <a:t>} words have no vowels')</a:t>
            </a:r>
            <a:endParaRPr lang="en-AU" sz="2400" dirty="0"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B86912-4A1B-E2D1-2204-126B5A5541A9}"/>
              </a:ext>
            </a:extLst>
          </p:cNvPr>
          <p:cNvSpPr txBox="1"/>
          <p:nvPr/>
        </p:nvSpPr>
        <p:spPr>
          <a:xfrm>
            <a:off x="9055125" y="1192409"/>
            <a:ext cx="2671210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Challenge</a:t>
            </a:r>
            <a:br>
              <a:rPr lang="en-CA" dirty="0"/>
            </a:br>
            <a:r>
              <a:rPr lang="en-CA" dirty="0"/>
              <a:t>How many English words do </a:t>
            </a:r>
            <a:r>
              <a:rPr lang="en-CA" b="1" dirty="0"/>
              <a:t>not</a:t>
            </a:r>
            <a:r>
              <a:rPr lang="en-CA" dirty="0"/>
              <a:t> have one of the vowels </a:t>
            </a:r>
            <a:r>
              <a:rPr lang="en-CA" i="1" dirty="0"/>
              <a:t>a</a:t>
            </a:r>
            <a:r>
              <a:rPr lang="en-CA" dirty="0"/>
              <a:t>, </a:t>
            </a:r>
            <a:r>
              <a:rPr lang="en-CA" i="1" dirty="0"/>
              <a:t>e</a:t>
            </a:r>
            <a:r>
              <a:rPr lang="en-CA" dirty="0"/>
              <a:t>, </a:t>
            </a:r>
            <a:r>
              <a:rPr lang="en-CA" i="1" dirty="0" err="1"/>
              <a:t>i</a:t>
            </a:r>
            <a:r>
              <a:rPr lang="en-CA" dirty="0"/>
              <a:t>, </a:t>
            </a:r>
            <a:r>
              <a:rPr lang="en-CA" i="1" dirty="0"/>
              <a:t>o</a:t>
            </a:r>
            <a:r>
              <a:rPr lang="en-CA" dirty="0"/>
              <a:t>, or </a:t>
            </a:r>
            <a:r>
              <a:rPr lang="en-CA" i="1" dirty="0"/>
              <a:t>u</a:t>
            </a:r>
            <a:r>
              <a:rPr lang="en-CA" dirty="0"/>
              <a:t>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4031475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84EB4-8C96-1FC8-2F28-69BC6EBD0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CCD1E-2989-D4B5-6817-1C8461FAF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Reading a</a:t>
            </a:r>
            <a:br>
              <a:rPr lang="en-CA" dirty="0"/>
            </a:br>
            <a:r>
              <a:rPr lang="en-CA" dirty="0"/>
              <a:t>word list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520B1D-3BBE-D1FE-A4DA-40E4AED2B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69</a:t>
            </a:fld>
            <a:endParaRPr lang="en-AU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367ADA0-6150-A2CF-134F-45B537A162A2}"/>
              </a:ext>
            </a:extLst>
          </p:cNvPr>
          <p:cNvGrpSpPr/>
          <p:nvPr/>
        </p:nvGrpSpPr>
        <p:grpSpPr>
          <a:xfrm>
            <a:off x="245533" y="1607908"/>
            <a:ext cx="2150534" cy="4339650"/>
            <a:chOff x="5765799" y="1074508"/>
            <a:chExt cx="2150534" cy="433965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E2FE1A7-EA45-0D56-2E7E-B7B55F94E224}"/>
                </a:ext>
              </a:extLst>
            </p:cNvPr>
            <p:cNvSpPr txBox="1"/>
            <p:nvPr/>
          </p:nvSpPr>
          <p:spPr>
            <a:xfrm>
              <a:off x="5765799" y="1443840"/>
              <a:ext cx="2150534" cy="397031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</a:rPr>
                <a:t>aa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aah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aahed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aahing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aahs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aal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aalii</a:t>
              </a:r>
            </a:p>
            <a:p>
              <a:endParaRPr lang="en-US" dirty="0">
                <a:latin typeface="Consolas" panose="020B0609020204030204" pitchFamily="49" charset="0"/>
              </a:endParaRPr>
            </a:p>
            <a:p>
              <a:r>
                <a:rPr lang="en-US" dirty="0">
                  <a:latin typeface="Consolas" panose="020B0609020204030204" pitchFamily="49" charset="0"/>
                </a:rPr>
                <a:t>...</a:t>
              </a:r>
            </a:p>
            <a:p>
              <a:endParaRPr lang="en-US" dirty="0">
                <a:latin typeface="Consolas" panose="020B0609020204030204" pitchFamily="49" charset="0"/>
              </a:endParaRPr>
            </a:p>
            <a:p>
              <a:r>
                <a:rPr lang="en-US" dirty="0" err="1">
                  <a:latin typeface="Consolas" panose="020B0609020204030204" pitchFamily="49" charset="0"/>
                </a:rPr>
                <a:t>zymosis</a:t>
              </a:r>
              <a:endParaRPr lang="en-US" dirty="0">
                <a:latin typeface="Consolas" panose="020B0609020204030204" pitchFamily="49" charset="0"/>
              </a:endParaRPr>
            </a:p>
            <a:p>
              <a:r>
                <a:rPr lang="en-US" dirty="0">
                  <a:latin typeface="Consolas" panose="020B0609020204030204" pitchFamily="49" charset="0"/>
                </a:rPr>
                <a:t>zymotic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zymurgies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zymurgy</a:t>
              </a:r>
              <a:endParaRPr lang="en-AU" dirty="0">
                <a:latin typeface="Consolas" panose="020B0609020204030204" pitchFamily="49" charset="0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B9C7F3B3-8641-E1DA-6FF4-BC5DD39AA453}"/>
                </a:ext>
              </a:extLst>
            </p:cNvPr>
            <p:cNvSpPr txBox="1"/>
            <p:nvPr/>
          </p:nvSpPr>
          <p:spPr>
            <a:xfrm>
              <a:off x="6292229" y="1074508"/>
              <a:ext cx="10976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dirty="0"/>
                <a:t>words.txt</a:t>
              </a:r>
              <a:endParaRPr lang="en-AU" dirty="0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EE0C15D7-CDA7-22C8-96B1-87E6B11A501F}"/>
              </a:ext>
            </a:extLst>
          </p:cNvPr>
          <p:cNvSpPr txBox="1"/>
          <p:nvPr/>
        </p:nvSpPr>
        <p:spPr>
          <a:xfrm>
            <a:off x="3445114" y="453746"/>
            <a:ext cx="8340745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latin typeface="Consolas" panose="020B0609020204030204" pitchFamily="49" charset="0"/>
              </a:rPr>
              <a:t>file_object</a:t>
            </a:r>
            <a:r>
              <a:rPr lang="en-US" sz="2400" dirty="0">
                <a:latin typeface="Consolas" panose="020B0609020204030204" pitchFamily="49" charset="0"/>
              </a:rPr>
              <a:t> = open('words.txt')</a:t>
            </a:r>
          </a:p>
          <a:p>
            <a:endParaRPr lang="en-US" sz="2400" dirty="0">
              <a:latin typeface="Consolas" panose="020B0609020204030204" pitchFamily="49" charset="0"/>
            </a:endParaRPr>
          </a:p>
          <a:p>
            <a:r>
              <a:rPr lang="en-US" sz="2400" dirty="0" err="1">
                <a:latin typeface="Consolas" panose="020B0609020204030204" pitchFamily="49" charset="0"/>
              </a:rPr>
              <a:t>non_vowel_words</a:t>
            </a:r>
            <a:r>
              <a:rPr lang="en-US" sz="2400" dirty="0">
                <a:latin typeface="Consolas" panose="020B0609020204030204" pitchFamily="49" charset="0"/>
              </a:rPr>
              <a:t> = 0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for line in </a:t>
            </a:r>
            <a:r>
              <a:rPr lang="en-US" sz="2400" dirty="0" err="1">
                <a:latin typeface="Consolas" panose="020B0609020204030204" pitchFamily="49" charset="0"/>
              </a:rPr>
              <a:t>file_object</a:t>
            </a:r>
            <a:r>
              <a:rPr lang="en-US" sz="2400" dirty="0">
                <a:latin typeface="Consolas" panose="020B0609020204030204" pitchFamily="49" charset="0"/>
              </a:rPr>
              <a:t>: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if </a:t>
            </a: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</a:rPr>
              <a:t>not </a:t>
            </a:r>
            <a:r>
              <a:rPr lang="en-US" sz="2400" dirty="0" err="1">
                <a:solidFill>
                  <a:srgbClr val="00B050"/>
                </a:solidFill>
                <a:latin typeface="Consolas" panose="020B0609020204030204" pitchFamily="49" charset="0"/>
              </a:rPr>
              <a:t>has_vowel</a:t>
            </a: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</a:rPr>
              <a:t>(line)</a:t>
            </a:r>
            <a:r>
              <a:rPr lang="en-US" sz="2400" dirty="0">
                <a:latin typeface="Consolas" panose="020B0609020204030204" pitchFamily="49" charset="0"/>
              </a:rPr>
              <a:t>: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    </a:t>
            </a:r>
            <a:r>
              <a:rPr lang="en-US" sz="2400" dirty="0" err="1">
                <a:latin typeface="Consolas" panose="020B0609020204030204" pitchFamily="49" charset="0"/>
              </a:rPr>
              <a:t>non_vowel_words</a:t>
            </a:r>
            <a:r>
              <a:rPr lang="en-US" sz="2400" dirty="0">
                <a:latin typeface="Consolas" panose="020B0609020204030204" pitchFamily="49" charset="0"/>
              </a:rPr>
              <a:t> += 1</a:t>
            </a:r>
          </a:p>
          <a:p>
            <a:endParaRPr lang="en-US" sz="2400" dirty="0">
              <a:latin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</a:rPr>
              <a:t>print(f'{</a:t>
            </a:r>
            <a:r>
              <a:rPr lang="en-US" sz="2400" dirty="0" err="1">
                <a:latin typeface="Consolas" panose="020B0609020204030204" pitchFamily="49" charset="0"/>
              </a:rPr>
              <a:t>non_vowel_words</a:t>
            </a:r>
            <a:r>
              <a:rPr lang="en-US" sz="2400" dirty="0">
                <a:latin typeface="Consolas" panose="020B0609020204030204" pitchFamily="49" charset="0"/>
              </a:rPr>
              <a:t>} words have no vowels')</a:t>
            </a:r>
            <a:endParaRPr lang="en-AU" sz="2400" dirty="0"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C0A616-558E-6495-780F-F7C7E0A40087}"/>
              </a:ext>
            </a:extLst>
          </p:cNvPr>
          <p:cNvSpPr txBox="1"/>
          <p:nvPr/>
        </p:nvSpPr>
        <p:spPr>
          <a:xfrm>
            <a:off x="4856589" y="3676590"/>
            <a:ext cx="3223959" cy="28623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by</a:t>
            </a:r>
          </a:p>
          <a:p>
            <a:r>
              <a:rPr lang="en-US" dirty="0" err="1">
                <a:latin typeface="Consolas" panose="020B0609020204030204" pitchFamily="49" charset="0"/>
              </a:rPr>
              <a:t>byrl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 err="1">
                <a:latin typeface="Consolas" panose="020B0609020204030204" pitchFamily="49" charset="0"/>
              </a:rPr>
              <a:t>byrls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 err="1">
                <a:latin typeface="Consolas" panose="020B0609020204030204" pitchFamily="49" charset="0"/>
              </a:rPr>
              <a:t>bys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...</a:t>
            </a:r>
          </a:p>
          <a:p>
            <a:r>
              <a:rPr lang="en-US" dirty="0">
                <a:latin typeface="Consolas" panose="020B0609020204030204" pitchFamily="49" charset="0"/>
              </a:rPr>
              <a:t>xylyl</a:t>
            </a:r>
          </a:p>
          <a:p>
            <a:r>
              <a:rPr lang="en-US" dirty="0" err="1">
                <a:latin typeface="Consolas" panose="020B0609020204030204" pitchFamily="49" charset="0"/>
              </a:rPr>
              <a:t>xylyls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xyst</a:t>
            </a:r>
          </a:p>
          <a:p>
            <a:r>
              <a:rPr lang="en-US" dirty="0">
                <a:latin typeface="Consolas" panose="020B0609020204030204" pitchFamily="49" charset="0"/>
              </a:rPr>
              <a:t>xysts</a:t>
            </a:r>
          </a:p>
          <a:p>
            <a:r>
              <a:rPr lang="en-US" dirty="0">
                <a:latin typeface="Consolas" panose="020B0609020204030204" pitchFamily="49" charset="0"/>
              </a:rPr>
              <a:t>107 words have no vowels</a:t>
            </a:r>
            <a:endParaRPr lang="en-AU" dirty="0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63B19F-5A29-4CB5-A7E1-E952F4AA73AE}"/>
              </a:ext>
            </a:extLst>
          </p:cNvPr>
          <p:cNvSpPr txBox="1"/>
          <p:nvPr/>
        </p:nvSpPr>
        <p:spPr>
          <a:xfrm>
            <a:off x="9055125" y="1192409"/>
            <a:ext cx="2671210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Challenge</a:t>
            </a:r>
            <a:br>
              <a:rPr lang="en-CA" dirty="0"/>
            </a:br>
            <a:r>
              <a:rPr lang="en-CA" dirty="0"/>
              <a:t>How many English words do </a:t>
            </a:r>
            <a:r>
              <a:rPr lang="en-CA" b="1" dirty="0"/>
              <a:t>not</a:t>
            </a:r>
            <a:r>
              <a:rPr lang="en-CA" dirty="0"/>
              <a:t> have one of the vowels </a:t>
            </a:r>
            <a:r>
              <a:rPr lang="en-CA" i="1" dirty="0"/>
              <a:t>a</a:t>
            </a:r>
            <a:r>
              <a:rPr lang="en-CA" dirty="0"/>
              <a:t>, </a:t>
            </a:r>
            <a:r>
              <a:rPr lang="en-CA" i="1" dirty="0"/>
              <a:t>e</a:t>
            </a:r>
            <a:r>
              <a:rPr lang="en-CA" dirty="0"/>
              <a:t>, </a:t>
            </a:r>
            <a:r>
              <a:rPr lang="en-CA" i="1" dirty="0" err="1"/>
              <a:t>i</a:t>
            </a:r>
            <a:r>
              <a:rPr lang="en-CA" dirty="0"/>
              <a:t>, </a:t>
            </a:r>
            <a:r>
              <a:rPr lang="en-CA" i="1" dirty="0"/>
              <a:t>o</a:t>
            </a:r>
            <a:r>
              <a:rPr lang="en-CA" dirty="0"/>
              <a:t>, or </a:t>
            </a:r>
            <a:r>
              <a:rPr lang="en-CA" i="1" dirty="0"/>
              <a:t>u</a:t>
            </a:r>
            <a:r>
              <a:rPr lang="en-CA" dirty="0"/>
              <a:t>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4289795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5B710-1EEE-2A87-84EC-F404BCE1D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07586-59A8-1E23-75F1-1171CF572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Reading a</a:t>
            </a:r>
            <a:br>
              <a:rPr lang="en-CA" dirty="0"/>
            </a:br>
            <a:r>
              <a:rPr lang="en-CA" dirty="0"/>
              <a:t>word list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0E0A67-D80A-A49F-E8B5-31FCB0B20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70</a:t>
            </a:fld>
            <a:endParaRPr lang="en-AU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BD35E9D-7283-B1CE-6C04-94422BC8168D}"/>
              </a:ext>
            </a:extLst>
          </p:cNvPr>
          <p:cNvGrpSpPr/>
          <p:nvPr/>
        </p:nvGrpSpPr>
        <p:grpSpPr>
          <a:xfrm>
            <a:off x="245533" y="1607908"/>
            <a:ext cx="2150534" cy="4339650"/>
            <a:chOff x="5765799" y="1074508"/>
            <a:chExt cx="2150534" cy="433965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F13F34D-3523-E387-C4D4-D0A33D99EB20}"/>
                </a:ext>
              </a:extLst>
            </p:cNvPr>
            <p:cNvSpPr txBox="1"/>
            <p:nvPr/>
          </p:nvSpPr>
          <p:spPr>
            <a:xfrm>
              <a:off x="5765799" y="1443840"/>
              <a:ext cx="2150534" cy="397031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</a:rPr>
                <a:t>aa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aah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aahed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aahing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aahs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aal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aalii</a:t>
              </a:r>
            </a:p>
            <a:p>
              <a:endParaRPr lang="en-US" dirty="0">
                <a:latin typeface="Consolas" panose="020B0609020204030204" pitchFamily="49" charset="0"/>
              </a:endParaRPr>
            </a:p>
            <a:p>
              <a:r>
                <a:rPr lang="en-US" dirty="0">
                  <a:latin typeface="Consolas" panose="020B0609020204030204" pitchFamily="49" charset="0"/>
                </a:rPr>
                <a:t>...</a:t>
              </a:r>
            </a:p>
            <a:p>
              <a:endParaRPr lang="en-US" dirty="0">
                <a:latin typeface="Consolas" panose="020B0609020204030204" pitchFamily="49" charset="0"/>
              </a:endParaRPr>
            </a:p>
            <a:p>
              <a:r>
                <a:rPr lang="en-US" dirty="0" err="1">
                  <a:latin typeface="Consolas" panose="020B0609020204030204" pitchFamily="49" charset="0"/>
                </a:rPr>
                <a:t>zymosis</a:t>
              </a:r>
              <a:endParaRPr lang="en-US" dirty="0">
                <a:latin typeface="Consolas" panose="020B0609020204030204" pitchFamily="49" charset="0"/>
              </a:endParaRPr>
            </a:p>
            <a:p>
              <a:r>
                <a:rPr lang="en-US" dirty="0">
                  <a:latin typeface="Consolas" panose="020B0609020204030204" pitchFamily="49" charset="0"/>
                </a:rPr>
                <a:t>zymotic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zymurgies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zymurgy</a:t>
              </a:r>
              <a:endParaRPr lang="en-AU" dirty="0">
                <a:latin typeface="Consolas" panose="020B0609020204030204" pitchFamily="49" charset="0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B6CEB4FE-28B6-A7BE-8294-30C9528672B6}"/>
                </a:ext>
              </a:extLst>
            </p:cNvPr>
            <p:cNvSpPr txBox="1"/>
            <p:nvPr/>
          </p:nvSpPr>
          <p:spPr>
            <a:xfrm>
              <a:off x="6292229" y="1074508"/>
              <a:ext cx="10976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dirty="0"/>
                <a:t>words.txt</a:t>
              </a:r>
              <a:endParaRPr lang="en-AU" dirty="0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4F8A2E4D-2FDA-E84B-3062-E14D6E2D3D84}"/>
              </a:ext>
            </a:extLst>
          </p:cNvPr>
          <p:cNvSpPr txBox="1"/>
          <p:nvPr/>
        </p:nvSpPr>
        <p:spPr>
          <a:xfrm>
            <a:off x="3445114" y="453746"/>
            <a:ext cx="8340745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latin typeface="Consolas" panose="020B0609020204030204" pitchFamily="49" charset="0"/>
              </a:rPr>
              <a:t>file_object</a:t>
            </a:r>
            <a:r>
              <a:rPr lang="en-US" sz="2400" dirty="0">
                <a:latin typeface="Consolas" panose="020B0609020204030204" pitchFamily="49" charset="0"/>
              </a:rPr>
              <a:t> = open('words.txt')</a:t>
            </a:r>
          </a:p>
          <a:p>
            <a:endParaRPr lang="en-US" sz="2400" dirty="0">
              <a:latin typeface="Consolas" panose="020B0609020204030204" pitchFamily="49" charset="0"/>
            </a:endParaRPr>
          </a:p>
          <a:p>
            <a:r>
              <a:rPr lang="en-US" sz="2400" dirty="0" err="1">
                <a:latin typeface="Consolas" panose="020B0609020204030204" pitchFamily="49" charset="0"/>
              </a:rPr>
              <a:t>non_vowel_words</a:t>
            </a:r>
            <a:r>
              <a:rPr lang="en-US" sz="2400" dirty="0">
                <a:latin typeface="Consolas" panose="020B0609020204030204" pitchFamily="49" charset="0"/>
              </a:rPr>
              <a:t> = 0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for line in </a:t>
            </a:r>
            <a:r>
              <a:rPr lang="en-US" sz="2400" dirty="0" err="1">
                <a:latin typeface="Consolas" panose="020B0609020204030204" pitchFamily="49" charset="0"/>
              </a:rPr>
              <a:t>file_object</a:t>
            </a:r>
            <a:r>
              <a:rPr lang="en-US" sz="2400" dirty="0">
                <a:latin typeface="Consolas" panose="020B0609020204030204" pitchFamily="49" charset="0"/>
              </a:rPr>
              <a:t>: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if </a:t>
            </a: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</a:rPr>
              <a:t>not </a:t>
            </a:r>
            <a:r>
              <a:rPr lang="en-US" sz="2400" dirty="0" err="1">
                <a:solidFill>
                  <a:srgbClr val="00B050"/>
                </a:solidFill>
                <a:latin typeface="Consolas" panose="020B0609020204030204" pitchFamily="49" charset="0"/>
              </a:rPr>
              <a:t>has_vowel</a:t>
            </a: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</a:rPr>
              <a:t>(line)</a:t>
            </a:r>
            <a:r>
              <a:rPr lang="en-US" sz="2400" dirty="0">
                <a:latin typeface="Consolas" panose="020B0609020204030204" pitchFamily="49" charset="0"/>
              </a:rPr>
              <a:t>: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    </a:t>
            </a:r>
            <a:r>
              <a:rPr lang="en-US" sz="2400" dirty="0" err="1">
                <a:latin typeface="Consolas" panose="020B0609020204030204" pitchFamily="49" charset="0"/>
              </a:rPr>
              <a:t>non_vowel_words</a:t>
            </a:r>
            <a:r>
              <a:rPr lang="en-US" sz="2400" dirty="0">
                <a:latin typeface="Consolas" panose="020B0609020204030204" pitchFamily="49" charset="0"/>
              </a:rPr>
              <a:t> += 1</a:t>
            </a:r>
          </a:p>
          <a:p>
            <a:endParaRPr lang="en-US" sz="2400" dirty="0">
              <a:latin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</a:rPr>
              <a:t>print(f'{</a:t>
            </a:r>
            <a:r>
              <a:rPr lang="en-US" sz="2400" dirty="0" err="1">
                <a:latin typeface="Consolas" panose="020B0609020204030204" pitchFamily="49" charset="0"/>
              </a:rPr>
              <a:t>non_vowel_words</a:t>
            </a:r>
            <a:r>
              <a:rPr lang="en-US" sz="2400" dirty="0">
                <a:latin typeface="Consolas" panose="020B0609020204030204" pitchFamily="49" charset="0"/>
              </a:rPr>
              <a:t>} words have no vowels')</a:t>
            </a:r>
            <a:endParaRPr lang="en-AU" sz="2400" dirty="0"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9D8E8D-4627-1E24-14E9-52F5B49F0A17}"/>
              </a:ext>
            </a:extLst>
          </p:cNvPr>
          <p:cNvSpPr txBox="1"/>
          <p:nvPr/>
        </p:nvSpPr>
        <p:spPr>
          <a:xfrm>
            <a:off x="4856589" y="3676590"/>
            <a:ext cx="3223959" cy="28623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by</a:t>
            </a:r>
          </a:p>
          <a:p>
            <a:r>
              <a:rPr lang="en-US" dirty="0" err="1">
                <a:latin typeface="Consolas" panose="020B0609020204030204" pitchFamily="49" charset="0"/>
              </a:rPr>
              <a:t>byrl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 err="1">
                <a:latin typeface="Consolas" panose="020B0609020204030204" pitchFamily="49" charset="0"/>
              </a:rPr>
              <a:t>byrls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 err="1">
                <a:latin typeface="Consolas" panose="020B0609020204030204" pitchFamily="49" charset="0"/>
              </a:rPr>
              <a:t>bys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...</a:t>
            </a:r>
          </a:p>
          <a:p>
            <a:r>
              <a:rPr lang="en-US" dirty="0">
                <a:latin typeface="Consolas" panose="020B0609020204030204" pitchFamily="49" charset="0"/>
              </a:rPr>
              <a:t>xylyl</a:t>
            </a:r>
          </a:p>
          <a:p>
            <a:r>
              <a:rPr lang="en-US" dirty="0" err="1">
                <a:latin typeface="Consolas" panose="020B0609020204030204" pitchFamily="49" charset="0"/>
              </a:rPr>
              <a:t>xylyls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xyst</a:t>
            </a:r>
          </a:p>
          <a:p>
            <a:r>
              <a:rPr lang="en-US" dirty="0">
                <a:latin typeface="Consolas" panose="020B0609020204030204" pitchFamily="49" charset="0"/>
              </a:rPr>
              <a:t>xysts</a:t>
            </a:r>
          </a:p>
          <a:p>
            <a:r>
              <a:rPr lang="en-US" dirty="0">
                <a:latin typeface="Consolas" panose="020B0609020204030204" pitchFamily="49" charset="0"/>
              </a:rPr>
              <a:t>107 words have no vowels</a:t>
            </a:r>
            <a:endParaRPr lang="en-AU" dirty="0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6D9749-AEAA-D3B1-92CB-45EBF0ED7911}"/>
              </a:ext>
            </a:extLst>
          </p:cNvPr>
          <p:cNvSpPr txBox="1"/>
          <p:nvPr/>
        </p:nvSpPr>
        <p:spPr>
          <a:xfrm>
            <a:off x="8877583" y="4470230"/>
            <a:ext cx="2671210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Many of the output words have a </a:t>
            </a:r>
            <a:r>
              <a:rPr lang="en-CA" i="1" dirty="0"/>
              <a:t>y</a:t>
            </a:r>
            <a:r>
              <a:rPr lang="en-CA" dirty="0"/>
              <a:t>, which is </a:t>
            </a:r>
            <a:r>
              <a:rPr lang="en-CA" i="1" dirty="0"/>
              <a:t>sometimes</a:t>
            </a:r>
            <a:r>
              <a:rPr lang="en-CA" dirty="0"/>
              <a:t> a vowel. Let’s modify the code to exclude words with a </a:t>
            </a:r>
            <a:r>
              <a:rPr lang="en-CA" i="1" dirty="0"/>
              <a:t>y …</a:t>
            </a:r>
            <a:endParaRPr lang="en-A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95AF86-EBF4-BA2B-153A-59787DFDBC5F}"/>
              </a:ext>
            </a:extLst>
          </p:cNvPr>
          <p:cNvSpPr txBox="1"/>
          <p:nvPr/>
        </p:nvSpPr>
        <p:spPr>
          <a:xfrm>
            <a:off x="9055125" y="1192409"/>
            <a:ext cx="2671210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Challenge</a:t>
            </a:r>
            <a:br>
              <a:rPr lang="en-CA" dirty="0"/>
            </a:br>
            <a:r>
              <a:rPr lang="en-CA" dirty="0"/>
              <a:t>How many English words do </a:t>
            </a:r>
            <a:r>
              <a:rPr lang="en-CA" b="1" dirty="0"/>
              <a:t>not</a:t>
            </a:r>
            <a:r>
              <a:rPr lang="en-CA" dirty="0"/>
              <a:t> have one of the vowels </a:t>
            </a:r>
            <a:r>
              <a:rPr lang="en-CA" i="1" dirty="0"/>
              <a:t>a</a:t>
            </a:r>
            <a:r>
              <a:rPr lang="en-CA" dirty="0"/>
              <a:t>, </a:t>
            </a:r>
            <a:r>
              <a:rPr lang="en-CA" i="1" dirty="0"/>
              <a:t>e</a:t>
            </a:r>
            <a:r>
              <a:rPr lang="en-CA" dirty="0"/>
              <a:t>, </a:t>
            </a:r>
            <a:r>
              <a:rPr lang="en-CA" i="1" dirty="0" err="1"/>
              <a:t>i</a:t>
            </a:r>
            <a:r>
              <a:rPr lang="en-CA" dirty="0"/>
              <a:t>, </a:t>
            </a:r>
            <a:r>
              <a:rPr lang="en-CA" i="1" dirty="0"/>
              <a:t>o</a:t>
            </a:r>
            <a:r>
              <a:rPr lang="en-CA" dirty="0"/>
              <a:t>, or </a:t>
            </a:r>
            <a:r>
              <a:rPr lang="en-CA" i="1" dirty="0"/>
              <a:t>u</a:t>
            </a:r>
            <a:r>
              <a:rPr lang="en-CA" dirty="0"/>
              <a:t>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8928967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64EEC-B9CF-4DBF-1141-F446DD325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C420A-D611-5A4A-4CFA-B7227C9B2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Reading a</a:t>
            </a:r>
            <a:br>
              <a:rPr lang="en-CA" dirty="0"/>
            </a:br>
            <a:r>
              <a:rPr lang="en-CA" dirty="0"/>
              <a:t>word list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67624C-C8FC-EAF4-C512-855EE0449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71</a:t>
            </a:fld>
            <a:endParaRPr lang="en-AU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05A1A62-5126-283C-7EC2-1F5F39EEBBC8}"/>
              </a:ext>
            </a:extLst>
          </p:cNvPr>
          <p:cNvGrpSpPr/>
          <p:nvPr/>
        </p:nvGrpSpPr>
        <p:grpSpPr>
          <a:xfrm>
            <a:off x="245533" y="1607908"/>
            <a:ext cx="2150534" cy="4339650"/>
            <a:chOff x="5765799" y="1074508"/>
            <a:chExt cx="2150534" cy="433965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996183D-F817-5263-E5E7-A8193EFB9E7C}"/>
                </a:ext>
              </a:extLst>
            </p:cNvPr>
            <p:cNvSpPr txBox="1"/>
            <p:nvPr/>
          </p:nvSpPr>
          <p:spPr>
            <a:xfrm>
              <a:off x="5765799" y="1443840"/>
              <a:ext cx="2150534" cy="397031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</a:rPr>
                <a:t>aa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aah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aahed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aahing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aahs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aal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aalii</a:t>
              </a:r>
            </a:p>
            <a:p>
              <a:endParaRPr lang="en-US" dirty="0">
                <a:latin typeface="Consolas" panose="020B0609020204030204" pitchFamily="49" charset="0"/>
              </a:endParaRPr>
            </a:p>
            <a:p>
              <a:r>
                <a:rPr lang="en-US" dirty="0">
                  <a:latin typeface="Consolas" panose="020B0609020204030204" pitchFamily="49" charset="0"/>
                </a:rPr>
                <a:t>...</a:t>
              </a:r>
            </a:p>
            <a:p>
              <a:endParaRPr lang="en-US" dirty="0">
                <a:latin typeface="Consolas" panose="020B0609020204030204" pitchFamily="49" charset="0"/>
              </a:endParaRPr>
            </a:p>
            <a:p>
              <a:r>
                <a:rPr lang="en-US" dirty="0" err="1">
                  <a:latin typeface="Consolas" panose="020B0609020204030204" pitchFamily="49" charset="0"/>
                </a:rPr>
                <a:t>zymosis</a:t>
              </a:r>
              <a:endParaRPr lang="en-US" dirty="0">
                <a:latin typeface="Consolas" panose="020B0609020204030204" pitchFamily="49" charset="0"/>
              </a:endParaRPr>
            </a:p>
            <a:p>
              <a:r>
                <a:rPr lang="en-US" dirty="0">
                  <a:latin typeface="Consolas" panose="020B0609020204030204" pitchFamily="49" charset="0"/>
                </a:rPr>
                <a:t>zymotic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zymurgies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zymurgy</a:t>
              </a:r>
              <a:endParaRPr lang="en-AU" dirty="0">
                <a:latin typeface="Consolas" panose="020B0609020204030204" pitchFamily="49" charset="0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4B5CCEA0-7725-4E56-9D1A-1BB903834375}"/>
                </a:ext>
              </a:extLst>
            </p:cNvPr>
            <p:cNvSpPr txBox="1"/>
            <p:nvPr/>
          </p:nvSpPr>
          <p:spPr>
            <a:xfrm>
              <a:off x="6292229" y="1074508"/>
              <a:ext cx="10976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dirty="0"/>
                <a:t>words.txt</a:t>
              </a:r>
              <a:endParaRPr lang="en-AU" dirty="0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63A2B347-EDD2-E307-EC69-E65F84FC2363}"/>
              </a:ext>
            </a:extLst>
          </p:cNvPr>
          <p:cNvSpPr txBox="1"/>
          <p:nvPr/>
        </p:nvSpPr>
        <p:spPr>
          <a:xfrm>
            <a:off x="3445114" y="453746"/>
            <a:ext cx="8340745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latin typeface="Consolas" panose="020B0609020204030204" pitchFamily="49" charset="0"/>
              </a:rPr>
              <a:t>file_object</a:t>
            </a:r>
            <a:r>
              <a:rPr lang="en-US" sz="2400" dirty="0">
                <a:latin typeface="Consolas" panose="020B0609020204030204" pitchFamily="49" charset="0"/>
              </a:rPr>
              <a:t> = open('words.txt’)</a:t>
            </a:r>
          </a:p>
          <a:p>
            <a:endParaRPr lang="en-US" sz="2400" dirty="0">
              <a:latin typeface="Consolas" panose="020B0609020204030204" pitchFamily="49" charset="0"/>
            </a:endParaRPr>
          </a:p>
          <a:p>
            <a:r>
              <a:rPr lang="en-US" sz="2400" dirty="0" err="1">
                <a:latin typeface="Consolas" panose="020B0609020204030204" pitchFamily="49" charset="0"/>
              </a:rPr>
              <a:t>non_vowel_words</a:t>
            </a:r>
            <a:r>
              <a:rPr lang="en-US" sz="2400" dirty="0">
                <a:latin typeface="Consolas" panose="020B0609020204030204" pitchFamily="49" charset="0"/>
              </a:rPr>
              <a:t> = 0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for line in </a:t>
            </a:r>
            <a:r>
              <a:rPr lang="en-US" sz="2400" dirty="0" err="1">
                <a:latin typeface="Consolas" panose="020B0609020204030204" pitchFamily="49" charset="0"/>
              </a:rPr>
              <a:t>file_object</a:t>
            </a:r>
            <a:r>
              <a:rPr lang="en-US" sz="2400" dirty="0">
                <a:latin typeface="Consolas" panose="020B0609020204030204" pitchFamily="49" charset="0"/>
              </a:rPr>
              <a:t>: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if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'y' not in line and</a:t>
            </a: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</a:rPr>
              <a:t> not </a:t>
            </a:r>
            <a:r>
              <a:rPr lang="en-US" sz="2400" dirty="0" err="1">
                <a:solidFill>
                  <a:srgbClr val="00B050"/>
                </a:solidFill>
                <a:latin typeface="Consolas" panose="020B0609020204030204" pitchFamily="49" charset="0"/>
              </a:rPr>
              <a:t>has_vowel</a:t>
            </a: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</a:rPr>
              <a:t>(line)</a:t>
            </a:r>
            <a:r>
              <a:rPr lang="en-US" sz="2400" dirty="0">
                <a:latin typeface="Consolas" panose="020B0609020204030204" pitchFamily="49" charset="0"/>
              </a:rPr>
              <a:t>: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    </a:t>
            </a:r>
            <a:r>
              <a:rPr lang="en-US" sz="2400" dirty="0" err="1">
                <a:latin typeface="Consolas" panose="020B0609020204030204" pitchFamily="49" charset="0"/>
              </a:rPr>
              <a:t>non_vowel_words</a:t>
            </a:r>
            <a:r>
              <a:rPr lang="en-US" sz="2400" dirty="0">
                <a:latin typeface="Consolas" panose="020B0609020204030204" pitchFamily="49" charset="0"/>
              </a:rPr>
              <a:t> += 1</a:t>
            </a:r>
          </a:p>
          <a:p>
            <a:endParaRPr lang="en-US" sz="2400" dirty="0">
              <a:latin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</a:rPr>
              <a:t>print(f'{</a:t>
            </a:r>
            <a:r>
              <a:rPr lang="en-US" sz="2400" dirty="0" err="1">
                <a:latin typeface="Consolas" panose="020B0609020204030204" pitchFamily="49" charset="0"/>
              </a:rPr>
              <a:t>non_vowel_words</a:t>
            </a:r>
            <a:r>
              <a:rPr lang="en-US" sz="2400" dirty="0">
                <a:latin typeface="Consolas" panose="020B0609020204030204" pitchFamily="49" charset="0"/>
              </a:rPr>
              <a:t>} words have no vowels')</a:t>
            </a:r>
            <a:endParaRPr lang="en-AU" sz="2400" dirty="0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633883-68BE-7862-3913-06AFBF15ED2C}"/>
              </a:ext>
            </a:extLst>
          </p:cNvPr>
          <p:cNvSpPr txBox="1"/>
          <p:nvPr/>
        </p:nvSpPr>
        <p:spPr>
          <a:xfrm>
            <a:off x="9114649" y="264449"/>
            <a:ext cx="2671210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Many of the output words have a </a:t>
            </a:r>
            <a:r>
              <a:rPr lang="en-CA" i="1" dirty="0"/>
              <a:t>y</a:t>
            </a:r>
            <a:r>
              <a:rPr lang="en-CA" dirty="0"/>
              <a:t>, which is </a:t>
            </a:r>
            <a:r>
              <a:rPr lang="en-CA" i="1" dirty="0"/>
              <a:t>sometimes</a:t>
            </a:r>
            <a:r>
              <a:rPr lang="en-CA" dirty="0"/>
              <a:t> a vowel. Let’s modify the code to exclude words with a </a:t>
            </a:r>
            <a:r>
              <a:rPr lang="en-CA" i="1" dirty="0"/>
              <a:t>y</a:t>
            </a:r>
            <a:r>
              <a:rPr lang="en-CA" dirty="0"/>
              <a:t>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8212379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C44B5A-8D2A-E107-2522-61AA5E291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05584-6F38-C454-07B6-35648E952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Reading a</a:t>
            </a:r>
            <a:br>
              <a:rPr lang="en-CA" dirty="0"/>
            </a:br>
            <a:r>
              <a:rPr lang="en-CA" dirty="0"/>
              <a:t>word list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1A8457-6B47-96CC-6893-043E7EC3D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72</a:t>
            </a:fld>
            <a:endParaRPr lang="en-AU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61E2B14-1FAE-77E0-8FB5-C5B2C0A87C9D}"/>
              </a:ext>
            </a:extLst>
          </p:cNvPr>
          <p:cNvGrpSpPr/>
          <p:nvPr/>
        </p:nvGrpSpPr>
        <p:grpSpPr>
          <a:xfrm>
            <a:off x="245533" y="1607908"/>
            <a:ext cx="2150534" cy="4339650"/>
            <a:chOff x="5765799" y="1074508"/>
            <a:chExt cx="2150534" cy="433965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CC45818-98BE-0346-75B1-95FAF7492392}"/>
                </a:ext>
              </a:extLst>
            </p:cNvPr>
            <p:cNvSpPr txBox="1"/>
            <p:nvPr/>
          </p:nvSpPr>
          <p:spPr>
            <a:xfrm>
              <a:off x="5765799" y="1443840"/>
              <a:ext cx="2150534" cy="397031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</a:rPr>
                <a:t>aa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aah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aahed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aahing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aahs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aal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aalii</a:t>
              </a:r>
            </a:p>
            <a:p>
              <a:endParaRPr lang="en-US" dirty="0">
                <a:latin typeface="Consolas" panose="020B0609020204030204" pitchFamily="49" charset="0"/>
              </a:endParaRPr>
            </a:p>
            <a:p>
              <a:r>
                <a:rPr lang="en-US" dirty="0">
                  <a:latin typeface="Consolas" panose="020B0609020204030204" pitchFamily="49" charset="0"/>
                </a:rPr>
                <a:t>...</a:t>
              </a:r>
            </a:p>
            <a:p>
              <a:endParaRPr lang="en-US" dirty="0">
                <a:latin typeface="Consolas" panose="020B0609020204030204" pitchFamily="49" charset="0"/>
              </a:endParaRPr>
            </a:p>
            <a:p>
              <a:r>
                <a:rPr lang="en-US" dirty="0" err="1">
                  <a:latin typeface="Consolas" panose="020B0609020204030204" pitchFamily="49" charset="0"/>
                </a:rPr>
                <a:t>zymosis</a:t>
              </a:r>
              <a:endParaRPr lang="en-US" dirty="0">
                <a:latin typeface="Consolas" panose="020B0609020204030204" pitchFamily="49" charset="0"/>
              </a:endParaRPr>
            </a:p>
            <a:p>
              <a:r>
                <a:rPr lang="en-US" dirty="0">
                  <a:latin typeface="Consolas" panose="020B0609020204030204" pitchFamily="49" charset="0"/>
                </a:rPr>
                <a:t>zymotic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zymurgies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zymurgy</a:t>
              </a:r>
              <a:endParaRPr lang="en-AU" dirty="0">
                <a:latin typeface="Consolas" panose="020B0609020204030204" pitchFamily="49" charset="0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29339F81-62D1-1433-96DF-8521D85A285F}"/>
                </a:ext>
              </a:extLst>
            </p:cNvPr>
            <p:cNvSpPr txBox="1"/>
            <p:nvPr/>
          </p:nvSpPr>
          <p:spPr>
            <a:xfrm>
              <a:off x="6292229" y="1074508"/>
              <a:ext cx="10976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dirty="0"/>
                <a:t>words.txt</a:t>
              </a:r>
              <a:endParaRPr lang="en-AU" dirty="0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67F0B1FC-F355-F902-BEEB-BD80E1B1E143}"/>
              </a:ext>
            </a:extLst>
          </p:cNvPr>
          <p:cNvSpPr txBox="1"/>
          <p:nvPr/>
        </p:nvSpPr>
        <p:spPr>
          <a:xfrm>
            <a:off x="3445114" y="453746"/>
            <a:ext cx="8340745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latin typeface="Consolas" panose="020B0609020204030204" pitchFamily="49" charset="0"/>
              </a:rPr>
              <a:t>file_object</a:t>
            </a:r>
            <a:r>
              <a:rPr lang="en-US" sz="2400" dirty="0">
                <a:latin typeface="Consolas" panose="020B0609020204030204" pitchFamily="49" charset="0"/>
              </a:rPr>
              <a:t> = open('</a:t>
            </a:r>
            <a:r>
              <a:rPr lang="en-US" sz="2400" dirty="0" err="1">
                <a:latin typeface="Consolas" panose="020B0609020204030204" pitchFamily="49" charset="0"/>
              </a:rPr>
              <a:t>words.txt</a:t>
            </a:r>
            <a:r>
              <a:rPr lang="en-US" sz="2400" dirty="0">
                <a:latin typeface="Consolas" panose="020B0609020204030204" pitchFamily="49" charset="0"/>
              </a:rPr>
              <a:t>')</a:t>
            </a:r>
          </a:p>
          <a:p>
            <a:endParaRPr lang="en-US" sz="2400" dirty="0">
              <a:latin typeface="Consolas" panose="020B0609020204030204" pitchFamily="49" charset="0"/>
            </a:endParaRPr>
          </a:p>
          <a:p>
            <a:r>
              <a:rPr lang="en-US" sz="2400" dirty="0" err="1">
                <a:latin typeface="Consolas" panose="020B0609020204030204" pitchFamily="49" charset="0"/>
              </a:rPr>
              <a:t>non_vowel_words</a:t>
            </a:r>
            <a:r>
              <a:rPr lang="en-US" sz="2400" dirty="0">
                <a:latin typeface="Consolas" panose="020B0609020204030204" pitchFamily="49" charset="0"/>
              </a:rPr>
              <a:t> = 0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for line in </a:t>
            </a:r>
            <a:r>
              <a:rPr lang="en-US" sz="2400" dirty="0" err="1">
                <a:latin typeface="Consolas" panose="020B0609020204030204" pitchFamily="49" charset="0"/>
              </a:rPr>
              <a:t>file_object</a:t>
            </a:r>
            <a:r>
              <a:rPr lang="en-US" sz="2400" dirty="0">
                <a:latin typeface="Consolas" panose="020B0609020204030204" pitchFamily="49" charset="0"/>
              </a:rPr>
              <a:t>: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if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'y' not in line and</a:t>
            </a: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</a:rPr>
              <a:t> not </a:t>
            </a:r>
            <a:r>
              <a:rPr lang="en-US" sz="2400" dirty="0" err="1">
                <a:solidFill>
                  <a:srgbClr val="00B050"/>
                </a:solidFill>
                <a:latin typeface="Consolas" panose="020B0609020204030204" pitchFamily="49" charset="0"/>
              </a:rPr>
              <a:t>has_vowel</a:t>
            </a: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</a:rPr>
              <a:t>(line)</a:t>
            </a:r>
            <a:r>
              <a:rPr lang="en-US" sz="2400" dirty="0">
                <a:latin typeface="Consolas" panose="020B0609020204030204" pitchFamily="49" charset="0"/>
              </a:rPr>
              <a:t>: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    </a:t>
            </a:r>
            <a:r>
              <a:rPr lang="en-US" sz="2400" dirty="0" err="1">
                <a:latin typeface="Consolas" panose="020B0609020204030204" pitchFamily="49" charset="0"/>
              </a:rPr>
              <a:t>non_vowel_words</a:t>
            </a:r>
            <a:r>
              <a:rPr lang="en-US" sz="2400" dirty="0">
                <a:latin typeface="Consolas" panose="020B0609020204030204" pitchFamily="49" charset="0"/>
              </a:rPr>
              <a:t> += 1</a:t>
            </a:r>
          </a:p>
          <a:p>
            <a:endParaRPr lang="en-US" sz="2400" dirty="0">
              <a:latin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</a:rPr>
              <a:t>print(f'{</a:t>
            </a:r>
            <a:r>
              <a:rPr lang="en-US" sz="2400" dirty="0" err="1">
                <a:latin typeface="Consolas" panose="020B0609020204030204" pitchFamily="49" charset="0"/>
              </a:rPr>
              <a:t>non_vowel_words</a:t>
            </a:r>
            <a:r>
              <a:rPr lang="en-US" sz="2400" dirty="0">
                <a:latin typeface="Consolas" panose="020B0609020204030204" pitchFamily="49" charset="0"/>
              </a:rPr>
              <a:t>} words have no vowels')</a:t>
            </a:r>
            <a:endParaRPr lang="en-AU" sz="2400" dirty="0"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167639-D3E4-14C5-7E95-58853E468C76}"/>
              </a:ext>
            </a:extLst>
          </p:cNvPr>
          <p:cNvSpPr txBox="1"/>
          <p:nvPr/>
        </p:nvSpPr>
        <p:spPr>
          <a:xfrm>
            <a:off x="5508523" y="3500734"/>
            <a:ext cx="2470548" cy="33239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crwth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crwths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cwm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cwms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nth</a:t>
            </a:r>
          </a:p>
          <a:p>
            <a:r>
              <a:rPr lang="en-US" sz="1400" dirty="0" err="1">
                <a:latin typeface="Consolas" panose="020B0609020204030204" pitchFamily="49" charset="0"/>
              </a:rPr>
              <a:t>phpht</a:t>
            </a:r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 err="1">
                <a:latin typeface="Consolas" panose="020B0609020204030204" pitchFamily="49" charset="0"/>
              </a:rPr>
              <a:t>pht</a:t>
            </a:r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psst</a:t>
            </a:r>
          </a:p>
          <a:p>
            <a:r>
              <a:rPr lang="en-US" sz="1400" dirty="0" err="1">
                <a:latin typeface="Consolas" panose="020B0609020204030204" pitchFamily="49" charset="0"/>
              </a:rPr>
              <a:t>sh</a:t>
            </a:r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shh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tsk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tsks</a:t>
            </a:r>
          </a:p>
          <a:p>
            <a:r>
              <a:rPr lang="en-US" sz="1400" dirty="0" err="1">
                <a:latin typeface="Consolas" panose="020B0609020204030204" pitchFamily="49" charset="0"/>
              </a:rPr>
              <a:t>tsktsk</a:t>
            </a:r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 err="1">
                <a:latin typeface="Consolas" panose="020B0609020204030204" pitchFamily="49" charset="0"/>
              </a:rPr>
              <a:t>tsktsks</a:t>
            </a:r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14 words have no vowels</a:t>
            </a:r>
            <a:endParaRPr lang="en-AU" sz="1400" dirty="0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37F0CD-3BBF-5345-3848-D4091CA4440A}"/>
              </a:ext>
            </a:extLst>
          </p:cNvPr>
          <p:cNvSpPr txBox="1"/>
          <p:nvPr/>
        </p:nvSpPr>
        <p:spPr>
          <a:xfrm>
            <a:off x="9114649" y="264449"/>
            <a:ext cx="2671210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Many of the output words have a </a:t>
            </a:r>
            <a:r>
              <a:rPr lang="en-CA" i="1" dirty="0"/>
              <a:t>y</a:t>
            </a:r>
            <a:r>
              <a:rPr lang="en-CA" dirty="0"/>
              <a:t>, which is </a:t>
            </a:r>
            <a:r>
              <a:rPr lang="en-CA" i="1" dirty="0"/>
              <a:t>sometimes</a:t>
            </a:r>
            <a:r>
              <a:rPr lang="en-CA" dirty="0"/>
              <a:t> a vowel. Let’s modify the code to exclude words with a </a:t>
            </a:r>
            <a:r>
              <a:rPr lang="en-CA" i="1" dirty="0"/>
              <a:t>y</a:t>
            </a:r>
            <a:r>
              <a:rPr lang="en-CA" dirty="0"/>
              <a:t>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921991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8F64C-53DA-0B51-1930-8EEB8A7DC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B92FFC-5CB9-C98A-016B-FE0E459F2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73</a:t>
            </a:fld>
            <a:endParaRPr lang="en-AU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B40D96-75D6-074D-B316-82A330DB36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1471" y="0"/>
            <a:ext cx="2715004" cy="406774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1C78C06-CDC5-C135-D51A-3861BF414DFC}"/>
              </a:ext>
            </a:extLst>
          </p:cNvPr>
          <p:cNvSpPr txBox="1"/>
          <p:nvPr/>
        </p:nvSpPr>
        <p:spPr>
          <a:xfrm>
            <a:off x="971705" y="1146719"/>
            <a:ext cx="3304203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Spelling Bee </a:t>
            </a:r>
            <a:r>
              <a:rPr lang="en-US" dirty="0"/>
              <a:t>is a popular word game where you try to find as many words as you can that contain the letter P (and have more than 3 letters).</a:t>
            </a:r>
          </a:p>
        </p:txBody>
      </p:sp>
    </p:spTree>
    <p:extLst>
      <p:ext uri="{BB962C8B-B14F-4D97-AF65-F5344CB8AC3E}">
        <p14:creationId xmlns:p14="http://schemas.microsoft.com/office/powerpoint/2010/main" val="63935389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EBC428-5D25-38A8-07A9-CCE5E29DE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74</a:t>
            </a:fld>
            <a:endParaRPr lang="en-AU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60047A-A304-87AB-BAE0-7A9C899CF7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1471" y="0"/>
            <a:ext cx="2715004" cy="406774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9B784FE-CE35-2203-2AE3-773A19BAF3BB}"/>
              </a:ext>
            </a:extLst>
          </p:cNvPr>
          <p:cNvSpPr txBox="1"/>
          <p:nvPr/>
        </p:nvSpPr>
        <p:spPr>
          <a:xfrm>
            <a:off x="275447" y="272916"/>
            <a:ext cx="3932485" cy="20313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Each word must use the center letter, </a:t>
            </a:r>
            <a:r>
              <a:rPr lang="en-CA" b="1" dirty="0"/>
              <a:t>P</a:t>
            </a:r>
            <a:r>
              <a:rPr lang="en-CA" dirty="0"/>
              <a:t> in this case</a:t>
            </a:r>
            <a:br>
              <a:rPr lang="en-CA" dirty="0"/>
            </a:br>
            <a:r>
              <a:rPr lang="en-CA" dirty="0"/>
              <a:t>e.g. </a:t>
            </a:r>
            <a:r>
              <a:rPr lang="en-CA" b="1" dirty="0">
                <a:solidFill>
                  <a:srgbClr val="FF0000"/>
                </a:solidFill>
              </a:rPr>
              <a:t>CHAT</a:t>
            </a:r>
            <a:r>
              <a:rPr lang="en-CA" dirty="0"/>
              <a:t> is invalid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Letters do </a:t>
            </a:r>
            <a:r>
              <a:rPr lang="en-CA" i="1" dirty="0"/>
              <a:t>not</a:t>
            </a:r>
            <a:r>
              <a:rPr lang="en-CA" dirty="0"/>
              <a:t> need to connect, e.g. </a:t>
            </a:r>
            <a:r>
              <a:rPr lang="en-CA" b="1" dirty="0"/>
              <a:t>CHAP</a:t>
            </a:r>
            <a:r>
              <a:rPr lang="en-CA" dirty="0"/>
              <a:t> is valid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Letters can repeat, e.g. </a:t>
            </a:r>
            <a:r>
              <a:rPr lang="en-CA" b="1" dirty="0"/>
              <a:t>TEEPEE</a:t>
            </a:r>
            <a:r>
              <a:rPr lang="en-CA" dirty="0"/>
              <a:t> is valid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AAFF7AE-6FFF-20F5-E870-C30C5520DC04}"/>
              </a:ext>
            </a:extLst>
          </p:cNvPr>
          <p:cNvSpPr txBox="1"/>
          <p:nvPr/>
        </p:nvSpPr>
        <p:spPr>
          <a:xfrm>
            <a:off x="275447" y="3582154"/>
            <a:ext cx="3932485" cy="313932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Word Scoring</a:t>
            </a:r>
            <a:endParaRPr lang="en-CA" dirty="0"/>
          </a:p>
          <a:p>
            <a:r>
              <a:rPr lang="en-CA" dirty="0"/>
              <a:t>3 or fewer letters: 0 points</a:t>
            </a:r>
          </a:p>
          <a:p>
            <a:r>
              <a:rPr lang="en-CA" dirty="0"/>
              <a:t>4 letters: 1 point</a:t>
            </a:r>
          </a:p>
          <a:p>
            <a:r>
              <a:rPr lang="en-CA" dirty="0"/>
              <a:t>5 or more letters: 1 point per letter</a:t>
            </a:r>
          </a:p>
          <a:p>
            <a:endParaRPr lang="en-CA" dirty="0"/>
          </a:p>
          <a:p>
            <a:r>
              <a:rPr lang="en-CA" b="1" dirty="0"/>
              <a:t>Pangram bonus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7 bonus points if all 7 different letters are used (plus you still get 1 point per letter)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Each puzzle is guaranteed to have at least one pangram</a:t>
            </a:r>
          </a:p>
        </p:txBody>
      </p:sp>
    </p:spTree>
    <p:extLst>
      <p:ext uri="{BB962C8B-B14F-4D97-AF65-F5344CB8AC3E}">
        <p14:creationId xmlns:p14="http://schemas.microsoft.com/office/powerpoint/2010/main" val="55405698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53FE8-72C1-8BCC-8660-BA8FEFB8B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5FD436-83DB-0761-B904-FB0AC1D96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75</a:t>
            </a:fld>
            <a:endParaRPr lang="en-AU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7FEDA9A-967B-C30E-07F9-E338EECFE4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1471" y="0"/>
            <a:ext cx="2715004" cy="406774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9D64FD1-09AE-4E43-3415-AD524177F795}"/>
              </a:ext>
            </a:extLst>
          </p:cNvPr>
          <p:cNvSpPr txBox="1"/>
          <p:nvPr/>
        </p:nvSpPr>
        <p:spPr>
          <a:xfrm>
            <a:off x="275447" y="272916"/>
            <a:ext cx="3932485" cy="20313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Each word must use the center letter, </a:t>
            </a:r>
            <a:r>
              <a:rPr lang="en-CA" b="1" dirty="0"/>
              <a:t>P</a:t>
            </a:r>
            <a:r>
              <a:rPr lang="en-CA" dirty="0"/>
              <a:t> in this case</a:t>
            </a:r>
            <a:br>
              <a:rPr lang="en-CA" dirty="0"/>
            </a:br>
            <a:r>
              <a:rPr lang="en-CA" dirty="0"/>
              <a:t>e.g. </a:t>
            </a:r>
            <a:r>
              <a:rPr lang="en-CA" b="1" dirty="0">
                <a:solidFill>
                  <a:srgbClr val="FF0000"/>
                </a:solidFill>
              </a:rPr>
              <a:t>CHAT</a:t>
            </a:r>
            <a:r>
              <a:rPr lang="en-CA" dirty="0"/>
              <a:t> is invalid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Letters do </a:t>
            </a:r>
            <a:r>
              <a:rPr lang="en-CA" i="1" dirty="0"/>
              <a:t>not</a:t>
            </a:r>
            <a:r>
              <a:rPr lang="en-CA" dirty="0"/>
              <a:t> need to connect, e.g. </a:t>
            </a:r>
            <a:r>
              <a:rPr lang="en-CA" b="1" dirty="0"/>
              <a:t>CHAP</a:t>
            </a:r>
            <a:r>
              <a:rPr lang="en-CA" dirty="0"/>
              <a:t> is valid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Letters can repeat, e.g. </a:t>
            </a:r>
            <a:r>
              <a:rPr lang="en-CA" b="1" dirty="0"/>
              <a:t>TEEPEE</a:t>
            </a:r>
            <a:r>
              <a:rPr lang="en-CA" dirty="0"/>
              <a:t> is valid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EC8680-9BE8-C661-0A01-5EEA5EF4FFD9}"/>
              </a:ext>
            </a:extLst>
          </p:cNvPr>
          <p:cNvSpPr txBox="1"/>
          <p:nvPr/>
        </p:nvSpPr>
        <p:spPr>
          <a:xfrm>
            <a:off x="9210014" y="136525"/>
            <a:ext cx="1688819" cy="230832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dirty="0"/>
              <a:t>Some words:</a:t>
            </a:r>
          </a:p>
          <a:p>
            <a:r>
              <a:rPr lang="en-CA" dirty="0"/>
              <a:t>TA</a:t>
            </a:r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E,  4</a:t>
            </a:r>
          </a:p>
          <a:p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ATH, 4</a:t>
            </a:r>
          </a:p>
          <a:p>
            <a:r>
              <a:rPr lang="en-CA" dirty="0"/>
              <a:t>CHEA</a:t>
            </a:r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, 5</a:t>
            </a:r>
          </a:p>
          <a:p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ATCH, 5</a:t>
            </a:r>
          </a:p>
          <a:p>
            <a:r>
              <a:rPr lang="en-CA" dirty="0"/>
              <a:t>A</a:t>
            </a:r>
            <a:r>
              <a:rPr lang="en-CA" dirty="0">
                <a:solidFill>
                  <a:srgbClr val="00B050"/>
                </a:solidFill>
              </a:rPr>
              <a:t>PP</a:t>
            </a:r>
            <a:r>
              <a:rPr lang="en-CA" dirty="0"/>
              <a:t>ETITE, 8</a:t>
            </a:r>
          </a:p>
          <a:p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ATHETIC, 15</a:t>
            </a:r>
          </a:p>
          <a:p>
            <a:r>
              <a:rPr lang="en-CA" dirty="0"/>
              <a:t>…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F4A50D-D8B9-24A2-CF5F-B80C1DEC9CEC}"/>
              </a:ext>
            </a:extLst>
          </p:cNvPr>
          <p:cNvSpPr txBox="1"/>
          <p:nvPr/>
        </p:nvSpPr>
        <p:spPr>
          <a:xfrm>
            <a:off x="275447" y="3582154"/>
            <a:ext cx="3932485" cy="313932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Word Scoring</a:t>
            </a:r>
            <a:endParaRPr lang="en-CA" dirty="0"/>
          </a:p>
          <a:p>
            <a:r>
              <a:rPr lang="en-CA" dirty="0"/>
              <a:t>3 or fewer letters: 0 points</a:t>
            </a:r>
          </a:p>
          <a:p>
            <a:r>
              <a:rPr lang="en-CA" dirty="0"/>
              <a:t>4 letters: 1 point</a:t>
            </a:r>
          </a:p>
          <a:p>
            <a:r>
              <a:rPr lang="en-CA" dirty="0"/>
              <a:t>5 or more letters: 1 point per letter</a:t>
            </a:r>
          </a:p>
          <a:p>
            <a:endParaRPr lang="en-CA" dirty="0"/>
          </a:p>
          <a:p>
            <a:r>
              <a:rPr lang="en-CA" b="1" dirty="0"/>
              <a:t>Pangram bonus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7 bonus points if all 7 different letters are used (plus you still get 1 point per letter)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Each puzzle is guaranteed to have at least one pangram</a:t>
            </a:r>
          </a:p>
        </p:txBody>
      </p:sp>
    </p:spTree>
    <p:extLst>
      <p:ext uri="{BB962C8B-B14F-4D97-AF65-F5344CB8AC3E}">
        <p14:creationId xmlns:p14="http://schemas.microsoft.com/office/powerpoint/2010/main" val="115365859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0C0DF-391C-FF4D-2746-4A8EA13BE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5A7259-C30C-42B6-FC37-CA18BC55A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76</a:t>
            </a:fld>
            <a:endParaRPr lang="en-AU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95327E-4043-046E-E4C0-C2B3E80061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4" y="3150700"/>
            <a:ext cx="2201093" cy="329777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334E2B2-4798-5B0E-D023-723599DEB4D0}"/>
              </a:ext>
            </a:extLst>
          </p:cNvPr>
          <p:cNvSpPr txBox="1"/>
          <p:nvPr/>
        </p:nvSpPr>
        <p:spPr>
          <a:xfrm>
            <a:off x="2387307" y="3455773"/>
            <a:ext cx="1688819" cy="230832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dirty="0"/>
              <a:t>Some words:</a:t>
            </a:r>
          </a:p>
          <a:p>
            <a:r>
              <a:rPr lang="en-CA" dirty="0"/>
              <a:t>TA</a:t>
            </a:r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E,  4</a:t>
            </a:r>
          </a:p>
          <a:p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ATH, 4</a:t>
            </a:r>
          </a:p>
          <a:p>
            <a:r>
              <a:rPr lang="en-CA" dirty="0"/>
              <a:t>CHEA</a:t>
            </a:r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, 5</a:t>
            </a:r>
          </a:p>
          <a:p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ATCH, 5</a:t>
            </a:r>
          </a:p>
          <a:p>
            <a:r>
              <a:rPr lang="en-CA" dirty="0"/>
              <a:t>A</a:t>
            </a:r>
            <a:r>
              <a:rPr lang="en-CA" dirty="0">
                <a:solidFill>
                  <a:srgbClr val="00B050"/>
                </a:solidFill>
              </a:rPr>
              <a:t>PP</a:t>
            </a:r>
            <a:r>
              <a:rPr lang="en-CA" dirty="0"/>
              <a:t>ETITE, 8</a:t>
            </a:r>
          </a:p>
          <a:p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ATHETIC, 15</a:t>
            </a:r>
          </a:p>
          <a:p>
            <a:r>
              <a:rPr lang="en-CA" dirty="0"/>
              <a:t>…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539832-25B9-B678-FC28-155BA30DF887}"/>
              </a:ext>
            </a:extLst>
          </p:cNvPr>
          <p:cNvSpPr txBox="1"/>
          <p:nvPr/>
        </p:nvSpPr>
        <p:spPr>
          <a:xfrm>
            <a:off x="4718564" y="1688757"/>
            <a:ext cx="61366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def </a:t>
            </a:r>
            <a:r>
              <a:rPr lang="en-US" dirty="0" err="1">
                <a:latin typeface="Consolas" panose="020B0609020204030204" pitchFamily="49" charset="0"/>
              </a:rPr>
              <a:t>word_score</a:t>
            </a:r>
            <a:r>
              <a:rPr lang="en-US" dirty="0">
                <a:latin typeface="Consolas" panose="020B0609020204030204" pitchFamily="49" charset="0"/>
              </a:rPr>
              <a:t>(word, required, </a:t>
            </a:r>
            <a:r>
              <a:rPr lang="en-US" dirty="0" err="1">
                <a:latin typeface="Consolas" panose="020B0609020204030204" pitchFamily="49" charset="0"/>
              </a:rPr>
              <a:t>puzzle_letters</a:t>
            </a:r>
            <a:r>
              <a:rPr lang="en-US" dirty="0">
                <a:latin typeface="Consolas" panose="020B0609020204030204" pitchFamily="49" charset="0"/>
              </a:rPr>
              <a:t>):</a:t>
            </a:r>
          </a:p>
          <a:p>
            <a:r>
              <a:rPr lang="en-US" dirty="0">
                <a:latin typeface="Consolas" panose="020B0609020204030204" pitchFamily="49" charset="0"/>
              </a:rPr>
              <a:t>    # ...</a:t>
            </a:r>
            <a:endParaRPr lang="en-AU" dirty="0"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0EB34F-4A9C-6695-0C13-AF24407D9D68}"/>
              </a:ext>
            </a:extLst>
          </p:cNvPr>
          <p:cNvSpPr txBox="1"/>
          <p:nvPr/>
        </p:nvSpPr>
        <p:spPr>
          <a:xfrm>
            <a:off x="5805421" y="513806"/>
            <a:ext cx="3042487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Let’s make a function that scores a word for a puzzle …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3230A4-194E-4184-95C5-E1B0EE0134E5}"/>
              </a:ext>
            </a:extLst>
          </p:cNvPr>
          <p:cNvSpPr txBox="1"/>
          <p:nvPr/>
        </p:nvSpPr>
        <p:spPr>
          <a:xfrm>
            <a:off x="143641" y="119096"/>
            <a:ext cx="3932485" cy="286232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dirty="0"/>
              <a:t>3 or fewer letters: 0 points</a:t>
            </a:r>
          </a:p>
          <a:p>
            <a:r>
              <a:rPr lang="en-CA" dirty="0"/>
              <a:t>4 letters: 1 point</a:t>
            </a:r>
          </a:p>
          <a:p>
            <a:r>
              <a:rPr lang="en-CA" dirty="0"/>
              <a:t>5 or more letters: 1 point per letter</a:t>
            </a:r>
          </a:p>
          <a:p>
            <a:endParaRPr lang="en-CA" dirty="0"/>
          </a:p>
          <a:p>
            <a:r>
              <a:rPr lang="en-CA" b="1" dirty="0"/>
              <a:t>Pangram bonus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7 bonus points if all 7 different letters are used (plus you still get 1 point per letter)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Each puzzle is guaranteed to have at least one pangram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A45B289-B163-6318-5BD9-CF6654B89CA8}"/>
                  </a:ext>
                </a:extLst>
              </p14:cNvPr>
              <p14:cNvContentPartPr/>
              <p14:nvPr/>
            </p14:nvContentPartPr>
            <p14:xfrm>
              <a:off x="6750000" y="2006640"/>
              <a:ext cx="3480120" cy="1526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A45B289-B163-6318-5BD9-CF6654B89CA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740640" y="1997280"/>
                <a:ext cx="3498840" cy="171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7048477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CF6DD-0493-FD18-A39E-AC50D764C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B6DF83-B3C6-20CF-A450-02B140E6E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77</a:t>
            </a:fld>
            <a:endParaRPr lang="en-AU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C278365-A528-1A2B-8A2D-7D6B07EC4E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4" y="3150700"/>
            <a:ext cx="2201093" cy="329777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1D2C4CE-EF9D-7D7C-F215-DB9BBAA51D94}"/>
              </a:ext>
            </a:extLst>
          </p:cNvPr>
          <p:cNvSpPr txBox="1"/>
          <p:nvPr/>
        </p:nvSpPr>
        <p:spPr>
          <a:xfrm>
            <a:off x="2387307" y="3455773"/>
            <a:ext cx="1688819" cy="230832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dirty="0"/>
              <a:t>Some words:</a:t>
            </a:r>
          </a:p>
          <a:p>
            <a:r>
              <a:rPr lang="en-CA" dirty="0"/>
              <a:t>TA</a:t>
            </a:r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E,  4</a:t>
            </a:r>
          </a:p>
          <a:p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ATH, 4</a:t>
            </a:r>
          </a:p>
          <a:p>
            <a:r>
              <a:rPr lang="en-CA" dirty="0"/>
              <a:t>CHEA</a:t>
            </a:r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, 5</a:t>
            </a:r>
          </a:p>
          <a:p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ATCH, 5</a:t>
            </a:r>
          </a:p>
          <a:p>
            <a:r>
              <a:rPr lang="en-CA" dirty="0"/>
              <a:t>A</a:t>
            </a:r>
            <a:r>
              <a:rPr lang="en-CA" dirty="0">
                <a:solidFill>
                  <a:srgbClr val="00B050"/>
                </a:solidFill>
              </a:rPr>
              <a:t>PP</a:t>
            </a:r>
            <a:r>
              <a:rPr lang="en-CA" dirty="0"/>
              <a:t>ETITE, 8</a:t>
            </a:r>
          </a:p>
          <a:p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ATHETIC, 15</a:t>
            </a:r>
          </a:p>
          <a:p>
            <a:r>
              <a:rPr lang="en-CA" dirty="0"/>
              <a:t>…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89AB87-3121-23F0-0463-F8C1A29D8FBE}"/>
              </a:ext>
            </a:extLst>
          </p:cNvPr>
          <p:cNvSpPr txBox="1"/>
          <p:nvPr/>
        </p:nvSpPr>
        <p:spPr>
          <a:xfrm>
            <a:off x="4718564" y="1688757"/>
            <a:ext cx="61366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def </a:t>
            </a:r>
            <a:r>
              <a:rPr lang="en-US" dirty="0" err="1">
                <a:latin typeface="Consolas" panose="020B0609020204030204" pitchFamily="49" charset="0"/>
              </a:rPr>
              <a:t>word_score</a:t>
            </a:r>
            <a:r>
              <a:rPr lang="en-US" dirty="0">
                <a:latin typeface="Consolas" panose="020B0609020204030204" pitchFamily="49" charset="0"/>
              </a:rPr>
              <a:t>(word, required, </a:t>
            </a:r>
            <a:r>
              <a:rPr lang="en-US" dirty="0" err="1">
                <a:latin typeface="Consolas" panose="020B0609020204030204" pitchFamily="49" charset="0"/>
              </a:rPr>
              <a:t>puzzle_letters</a:t>
            </a:r>
            <a:r>
              <a:rPr lang="en-US" dirty="0">
                <a:latin typeface="Consolas" panose="020B0609020204030204" pitchFamily="49" charset="0"/>
              </a:rPr>
              <a:t>):</a:t>
            </a:r>
          </a:p>
          <a:p>
            <a:r>
              <a:rPr lang="en-US" dirty="0">
                <a:latin typeface="Consolas" panose="020B0609020204030204" pitchFamily="49" charset="0"/>
              </a:rPr>
              <a:t>    # ...</a:t>
            </a:r>
            <a:endParaRPr lang="en-AU" dirty="0"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41D3AD-C0F4-2F7F-6180-2B2B74CA452B}"/>
              </a:ext>
            </a:extLst>
          </p:cNvPr>
          <p:cNvSpPr txBox="1"/>
          <p:nvPr/>
        </p:nvSpPr>
        <p:spPr>
          <a:xfrm>
            <a:off x="7959605" y="317810"/>
            <a:ext cx="1423294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The required letter: </a:t>
            </a:r>
            <a:r>
              <a:rPr lang="en-CA" b="1" dirty="0"/>
              <a:t>P</a:t>
            </a:r>
            <a:r>
              <a:rPr lang="en-CA" dirty="0"/>
              <a:t> 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A8D3CC5-8775-F526-D9D1-11CEB3718C0C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8301253" y="964141"/>
            <a:ext cx="369999" cy="7246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12C52C1-AEFB-1DC7-C14A-83EF7C6BBF02}"/>
              </a:ext>
            </a:extLst>
          </p:cNvPr>
          <p:cNvSpPr txBox="1"/>
          <p:nvPr/>
        </p:nvSpPr>
        <p:spPr>
          <a:xfrm>
            <a:off x="10097324" y="247788"/>
            <a:ext cx="1423294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All seven letters: </a:t>
            </a:r>
            <a:r>
              <a:rPr lang="en-CA" b="1" dirty="0"/>
              <a:t>CIHPETA</a:t>
            </a:r>
            <a:r>
              <a:rPr lang="en-CA" dirty="0"/>
              <a:t> 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3AFDCDF-EA77-D50B-5546-F2BF17791BAB}"/>
              </a:ext>
            </a:extLst>
          </p:cNvPr>
          <p:cNvCxnSpPr>
            <a:cxnSpLocks/>
          </p:cNvCxnSpPr>
          <p:nvPr/>
        </p:nvCxnSpPr>
        <p:spPr>
          <a:xfrm flipH="1">
            <a:off x="9646508" y="1171118"/>
            <a:ext cx="448039" cy="5176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0412E4F-1C6C-6540-B65A-E12DA0CBC160}"/>
              </a:ext>
            </a:extLst>
          </p:cNvPr>
          <p:cNvSpPr txBox="1"/>
          <p:nvPr/>
        </p:nvSpPr>
        <p:spPr>
          <a:xfrm>
            <a:off x="5031083" y="386287"/>
            <a:ext cx="1565991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The word we want to score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4A0783D-383D-064E-25B7-12E9207BFC1E}"/>
              </a:ext>
            </a:extLst>
          </p:cNvPr>
          <p:cNvCxnSpPr>
            <a:cxnSpLocks/>
          </p:cNvCxnSpPr>
          <p:nvPr/>
        </p:nvCxnSpPr>
        <p:spPr>
          <a:xfrm>
            <a:off x="6597074" y="1032618"/>
            <a:ext cx="283857" cy="7220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8A4F8B5B-04FD-8F26-8E30-3F5D6A46992C}"/>
              </a:ext>
            </a:extLst>
          </p:cNvPr>
          <p:cNvSpPr txBox="1"/>
          <p:nvPr/>
        </p:nvSpPr>
        <p:spPr>
          <a:xfrm>
            <a:off x="143641" y="119096"/>
            <a:ext cx="3932485" cy="286232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dirty="0"/>
              <a:t>3 or fewer letters: 0 points</a:t>
            </a:r>
          </a:p>
          <a:p>
            <a:r>
              <a:rPr lang="en-CA" dirty="0"/>
              <a:t>4 letters: 1 point</a:t>
            </a:r>
          </a:p>
          <a:p>
            <a:r>
              <a:rPr lang="en-CA" dirty="0"/>
              <a:t>5 or more letters: 1 point per letter</a:t>
            </a:r>
          </a:p>
          <a:p>
            <a:endParaRPr lang="en-CA" dirty="0"/>
          </a:p>
          <a:p>
            <a:r>
              <a:rPr lang="en-CA" b="1" dirty="0"/>
              <a:t>Pangram bonus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7 bonus points if all 7 different letters are used (plus you still get 1 point per letter)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Each puzzle is guaranteed to have at least one pangram</a:t>
            </a:r>
          </a:p>
        </p:txBody>
      </p:sp>
    </p:spTree>
    <p:extLst>
      <p:ext uri="{BB962C8B-B14F-4D97-AF65-F5344CB8AC3E}">
        <p14:creationId xmlns:p14="http://schemas.microsoft.com/office/powerpoint/2010/main" val="348572472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C3725-9294-2BA0-EDCF-898B49928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B7874A-2A81-94D6-EECC-9BCEF877E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78</a:t>
            </a:fld>
            <a:endParaRPr lang="en-AU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CE94B3-E5C9-8A44-51C4-CD2D5F0D71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4" y="3150700"/>
            <a:ext cx="2201093" cy="329777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BAB0E38-0978-3089-9D35-9931C0122FA5}"/>
              </a:ext>
            </a:extLst>
          </p:cNvPr>
          <p:cNvSpPr txBox="1"/>
          <p:nvPr/>
        </p:nvSpPr>
        <p:spPr>
          <a:xfrm>
            <a:off x="2387307" y="3455773"/>
            <a:ext cx="1688819" cy="230832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dirty="0"/>
              <a:t>Some words:</a:t>
            </a:r>
          </a:p>
          <a:p>
            <a:r>
              <a:rPr lang="en-CA" dirty="0"/>
              <a:t>TA</a:t>
            </a:r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E,  4</a:t>
            </a:r>
          </a:p>
          <a:p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ATH, 4</a:t>
            </a:r>
          </a:p>
          <a:p>
            <a:r>
              <a:rPr lang="en-CA" dirty="0"/>
              <a:t>CHEA</a:t>
            </a:r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, 5</a:t>
            </a:r>
          </a:p>
          <a:p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ATCH, 5</a:t>
            </a:r>
          </a:p>
          <a:p>
            <a:r>
              <a:rPr lang="en-CA" dirty="0"/>
              <a:t>A</a:t>
            </a:r>
            <a:r>
              <a:rPr lang="en-CA" dirty="0">
                <a:solidFill>
                  <a:srgbClr val="00B050"/>
                </a:solidFill>
              </a:rPr>
              <a:t>PP</a:t>
            </a:r>
            <a:r>
              <a:rPr lang="en-CA" dirty="0"/>
              <a:t>ETITE, 8</a:t>
            </a:r>
          </a:p>
          <a:p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ATHETIC, 15</a:t>
            </a:r>
          </a:p>
          <a:p>
            <a:r>
              <a:rPr lang="en-CA" dirty="0"/>
              <a:t>…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773B17-212E-B453-2887-9DA356577476}"/>
              </a:ext>
            </a:extLst>
          </p:cNvPr>
          <p:cNvSpPr txBox="1"/>
          <p:nvPr/>
        </p:nvSpPr>
        <p:spPr>
          <a:xfrm>
            <a:off x="4718564" y="1688757"/>
            <a:ext cx="7529625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def </a:t>
            </a:r>
            <a:r>
              <a:rPr lang="en-US" dirty="0" err="1">
                <a:latin typeface="Consolas" panose="020B0609020204030204" pitchFamily="49" charset="0"/>
              </a:rPr>
              <a:t>word_score</a:t>
            </a:r>
            <a:r>
              <a:rPr lang="en-US" dirty="0">
                <a:latin typeface="Consolas" panose="020B0609020204030204" pitchFamily="49" charset="0"/>
              </a:rPr>
              <a:t>(word, required, </a:t>
            </a:r>
            <a:r>
              <a:rPr lang="en-US" dirty="0" err="1">
                <a:latin typeface="Consolas" panose="020B0609020204030204" pitchFamily="49" charset="0"/>
              </a:rPr>
              <a:t>puzzle_letters</a:t>
            </a:r>
            <a:r>
              <a:rPr lang="en-US" dirty="0">
                <a:latin typeface="Consolas" panose="020B0609020204030204" pitchFamily="49" charset="0"/>
              </a:rPr>
              <a:t>):</a:t>
            </a:r>
          </a:p>
          <a:p>
            <a:r>
              <a:rPr lang="en-US" dirty="0">
                <a:latin typeface="Consolas" panose="020B0609020204030204" pitchFamily="49" charset="0"/>
              </a:rPr>
              <a:t>    if required not in word or </a:t>
            </a:r>
            <a:r>
              <a:rPr lang="en-US" dirty="0" err="1">
                <a:latin typeface="Consolas" panose="020B0609020204030204" pitchFamily="49" charset="0"/>
              </a:rPr>
              <a:t>len</a:t>
            </a:r>
            <a:r>
              <a:rPr lang="en-US" dirty="0">
                <a:latin typeface="Consolas" panose="020B0609020204030204" pitchFamily="49" charset="0"/>
              </a:rPr>
              <a:t>(word) &lt; 4:</a:t>
            </a:r>
          </a:p>
          <a:p>
            <a:r>
              <a:rPr lang="en-US" dirty="0">
                <a:latin typeface="Consolas" panose="020B0609020204030204" pitchFamily="49" charset="0"/>
              </a:rPr>
              <a:t>        return 0</a:t>
            </a:r>
          </a:p>
          <a:p>
            <a:r>
              <a:rPr lang="en-US" dirty="0">
                <a:latin typeface="Consolas" panose="020B0609020204030204" pitchFamily="49" charset="0"/>
              </a:rPr>
              <a:t>    </a:t>
            </a:r>
          </a:p>
          <a:p>
            <a:r>
              <a:rPr lang="en-US" dirty="0">
                <a:latin typeface="Consolas" panose="020B0609020204030204" pitchFamily="49" charset="0"/>
              </a:rPr>
              <a:t>    for c in word:</a:t>
            </a:r>
          </a:p>
          <a:p>
            <a:r>
              <a:rPr lang="en-US" dirty="0">
                <a:latin typeface="Consolas" panose="020B0609020204030204" pitchFamily="49" charset="0"/>
              </a:rPr>
              <a:t>        if c not in </a:t>
            </a:r>
            <a:r>
              <a:rPr lang="en-US" dirty="0" err="1">
                <a:latin typeface="Consolas" panose="020B0609020204030204" pitchFamily="49" charset="0"/>
              </a:rPr>
              <a:t>puzzle_letters</a:t>
            </a:r>
            <a:r>
              <a:rPr lang="en-US" dirty="0">
                <a:latin typeface="Consolas" panose="020B0609020204030204" pitchFamily="49" charset="0"/>
              </a:rPr>
              <a:t>:</a:t>
            </a:r>
          </a:p>
          <a:p>
            <a:r>
              <a:rPr lang="en-US" dirty="0">
                <a:latin typeface="Consolas" panose="020B0609020204030204" pitchFamily="49" charset="0"/>
              </a:rPr>
              <a:t>            return 0</a:t>
            </a:r>
          </a:p>
          <a:p>
            <a:r>
              <a:rPr lang="en-US" dirty="0">
                <a:latin typeface="Consolas" panose="020B0609020204030204" pitchFamily="49" charset="0"/>
              </a:rPr>
              <a:t>    </a:t>
            </a:r>
          </a:p>
          <a:p>
            <a:r>
              <a:rPr lang="en-US" dirty="0">
                <a:latin typeface="Consolas" panose="020B0609020204030204" pitchFamily="49" charset="0"/>
              </a:rPr>
              <a:t>    if </a:t>
            </a:r>
            <a:r>
              <a:rPr lang="en-US" dirty="0" err="1">
                <a:latin typeface="Consolas" panose="020B0609020204030204" pitchFamily="49" charset="0"/>
              </a:rPr>
              <a:t>len</a:t>
            </a:r>
            <a:r>
              <a:rPr lang="en-US" dirty="0">
                <a:latin typeface="Consolas" panose="020B0609020204030204" pitchFamily="49" charset="0"/>
              </a:rPr>
              <a:t>(word) == 4: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      return 1</a:t>
            </a:r>
          </a:p>
          <a:p>
            <a:r>
              <a:rPr lang="en-US" dirty="0">
                <a:latin typeface="Consolas" panose="020B0609020204030204" pitchFamily="49" charset="0"/>
              </a:rPr>
              <a:t>    return </a:t>
            </a:r>
            <a:r>
              <a:rPr lang="en-US" dirty="0" err="1">
                <a:latin typeface="Consolas" panose="020B0609020204030204" pitchFamily="49" charset="0"/>
              </a:rPr>
              <a:t>len</a:t>
            </a:r>
            <a:r>
              <a:rPr lang="en-US" dirty="0">
                <a:latin typeface="Consolas" panose="020B0609020204030204" pitchFamily="49" charset="0"/>
              </a:rPr>
              <a:t>(word) + </a:t>
            </a:r>
            <a:r>
              <a:rPr lang="en-US" dirty="0" err="1">
                <a:latin typeface="Consolas" panose="020B0609020204030204" pitchFamily="49" charset="0"/>
              </a:rPr>
              <a:t>pangram_bonus</a:t>
            </a:r>
            <a:r>
              <a:rPr lang="en-US" dirty="0">
                <a:latin typeface="Consolas" panose="020B0609020204030204" pitchFamily="49" charset="0"/>
              </a:rPr>
              <a:t>(word, </a:t>
            </a:r>
            <a:r>
              <a:rPr lang="en-US" dirty="0" err="1">
                <a:latin typeface="Consolas" panose="020B0609020204030204" pitchFamily="49" charset="0"/>
              </a:rPr>
              <a:t>puzzle_letters</a:t>
            </a:r>
            <a:r>
              <a:rPr lang="en-US" dirty="0">
                <a:latin typeface="Consolas" panose="020B0609020204030204" pitchFamily="49" charset="0"/>
              </a:rPr>
              <a:t>)</a:t>
            </a:r>
            <a:endParaRPr lang="en-AU" dirty="0"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787A68-59CA-93DD-DBFA-C9DF5771E6F2}"/>
              </a:ext>
            </a:extLst>
          </p:cNvPr>
          <p:cNvSpPr txBox="1"/>
          <p:nvPr/>
        </p:nvSpPr>
        <p:spPr>
          <a:xfrm>
            <a:off x="7959605" y="317810"/>
            <a:ext cx="1423294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The required letter: </a:t>
            </a:r>
            <a:r>
              <a:rPr lang="en-CA" b="1" dirty="0"/>
              <a:t>P</a:t>
            </a:r>
            <a:r>
              <a:rPr lang="en-CA" dirty="0"/>
              <a:t> 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9565012-8E01-FE4C-B2E2-F7DCDCDACE72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8301253" y="964141"/>
            <a:ext cx="369999" cy="7246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E5C70A3-2434-A125-39DF-79F65A2CBF71}"/>
              </a:ext>
            </a:extLst>
          </p:cNvPr>
          <p:cNvSpPr txBox="1"/>
          <p:nvPr/>
        </p:nvSpPr>
        <p:spPr>
          <a:xfrm>
            <a:off x="10097324" y="247788"/>
            <a:ext cx="1423294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All seven letters: </a:t>
            </a:r>
            <a:r>
              <a:rPr lang="en-CA" b="1" dirty="0"/>
              <a:t>CIHPETA</a:t>
            </a:r>
            <a:r>
              <a:rPr lang="en-CA" dirty="0"/>
              <a:t> 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A036FE6-2080-A618-788D-0DDFB927A9B9}"/>
              </a:ext>
            </a:extLst>
          </p:cNvPr>
          <p:cNvCxnSpPr>
            <a:cxnSpLocks/>
          </p:cNvCxnSpPr>
          <p:nvPr/>
        </p:nvCxnSpPr>
        <p:spPr>
          <a:xfrm flipH="1">
            <a:off x="9646508" y="1171118"/>
            <a:ext cx="448039" cy="5176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62045CE1-98D1-19B5-0120-2ED6E5EF3C55}"/>
              </a:ext>
            </a:extLst>
          </p:cNvPr>
          <p:cNvSpPr txBox="1"/>
          <p:nvPr/>
        </p:nvSpPr>
        <p:spPr>
          <a:xfrm>
            <a:off x="5031083" y="386287"/>
            <a:ext cx="1565991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The word we want to score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049F888-4E13-1A6E-5C6A-1DCF6FE9C14B}"/>
              </a:ext>
            </a:extLst>
          </p:cNvPr>
          <p:cNvCxnSpPr>
            <a:cxnSpLocks/>
          </p:cNvCxnSpPr>
          <p:nvPr/>
        </p:nvCxnSpPr>
        <p:spPr>
          <a:xfrm>
            <a:off x="6597074" y="1032618"/>
            <a:ext cx="283857" cy="7220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E9270EA4-1FD7-CF3E-6D21-A745D402CC3F}"/>
              </a:ext>
            </a:extLst>
          </p:cNvPr>
          <p:cNvSpPr txBox="1"/>
          <p:nvPr/>
        </p:nvSpPr>
        <p:spPr>
          <a:xfrm>
            <a:off x="143641" y="119096"/>
            <a:ext cx="3932485" cy="286232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dirty="0"/>
              <a:t>3 or fewer letters: 0 points</a:t>
            </a:r>
          </a:p>
          <a:p>
            <a:r>
              <a:rPr lang="en-CA" dirty="0"/>
              <a:t>4 letters: 1 point</a:t>
            </a:r>
          </a:p>
          <a:p>
            <a:r>
              <a:rPr lang="en-CA" dirty="0"/>
              <a:t>5 or more letters: 1 point per letter</a:t>
            </a:r>
          </a:p>
          <a:p>
            <a:endParaRPr lang="en-CA" dirty="0"/>
          </a:p>
          <a:p>
            <a:r>
              <a:rPr lang="en-CA" b="1" dirty="0"/>
              <a:t>Pangram bonus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7 bonus points if all 7 different letters are used (plus you still get 1 point per letter)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Each puzzle is guaranteed to have at least one pangram</a:t>
            </a:r>
          </a:p>
        </p:txBody>
      </p:sp>
    </p:spTree>
    <p:extLst>
      <p:ext uri="{BB962C8B-B14F-4D97-AF65-F5344CB8AC3E}">
        <p14:creationId xmlns:p14="http://schemas.microsoft.com/office/powerpoint/2010/main" val="41292133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81CFF-781E-EFEE-7AE5-B21BFD8B2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AC66A44-560B-8BFA-02DA-5682F9C14FCC}"/>
              </a:ext>
            </a:extLst>
          </p:cNvPr>
          <p:cNvSpPr txBox="1"/>
          <p:nvPr/>
        </p:nvSpPr>
        <p:spPr>
          <a:xfrm>
            <a:off x="4718564" y="1688757"/>
            <a:ext cx="7529625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def </a:t>
            </a:r>
            <a:r>
              <a:rPr lang="en-US" dirty="0" err="1">
                <a:latin typeface="Consolas" panose="020B0609020204030204" pitchFamily="49" charset="0"/>
              </a:rPr>
              <a:t>word_score</a:t>
            </a:r>
            <a:r>
              <a:rPr lang="en-US" dirty="0">
                <a:latin typeface="Consolas" panose="020B0609020204030204" pitchFamily="49" charset="0"/>
              </a:rPr>
              <a:t>(word, required, </a:t>
            </a:r>
            <a:r>
              <a:rPr lang="en-US" dirty="0" err="1">
                <a:latin typeface="Consolas" panose="020B0609020204030204" pitchFamily="49" charset="0"/>
              </a:rPr>
              <a:t>puzzle_letters</a:t>
            </a:r>
            <a:r>
              <a:rPr lang="en-US" dirty="0">
                <a:latin typeface="Consolas" panose="020B0609020204030204" pitchFamily="49" charset="0"/>
              </a:rPr>
              <a:t>):</a:t>
            </a:r>
          </a:p>
          <a:p>
            <a:r>
              <a:rPr lang="en-US" dirty="0">
                <a:latin typeface="Consolas" panose="020B0609020204030204" pitchFamily="49" charset="0"/>
              </a:rPr>
              <a:t>    if required not in word or </a:t>
            </a:r>
            <a:r>
              <a:rPr lang="en-US" dirty="0" err="1">
                <a:latin typeface="Consolas" panose="020B0609020204030204" pitchFamily="49" charset="0"/>
              </a:rPr>
              <a:t>len</a:t>
            </a:r>
            <a:r>
              <a:rPr lang="en-US" dirty="0">
                <a:latin typeface="Consolas" panose="020B0609020204030204" pitchFamily="49" charset="0"/>
              </a:rPr>
              <a:t>(word) &lt; 4:</a:t>
            </a:r>
          </a:p>
          <a:p>
            <a:r>
              <a:rPr lang="en-US" dirty="0">
                <a:latin typeface="Consolas" panose="020B0609020204030204" pitchFamily="49" charset="0"/>
              </a:rPr>
              <a:t>        return 0</a:t>
            </a:r>
          </a:p>
          <a:p>
            <a:r>
              <a:rPr lang="en-US" dirty="0">
                <a:latin typeface="Consolas" panose="020B0609020204030204" pitchFamily="49" charset="0"/>
              </a:rPr>
              <a:t>    </a:t>
            </a:r>
          </a:p>
          <a:p>
            <a:r>
              <a:rPr lang="en-US" dirty="0">
                <a:latin typeface="Consolas" panose="020B0609020204030204" pitchFamily="49" charset="0"/>
              </a:rPr>
              <a:t>    for c in word:</a:t>
            </a:r>
          </a:p>
          <a:p>
            <a:r>
              <a:rPr lang="en-US" dirty="0">
                <a:latin typeface="Consolas" panose="020B0609020204030204" pitchFamily="49" charset="0"/>
              </a:rPr>
              <a:t>        if c not in </a:t>
            </a:r>
            <a:r>
              <a:rPr lang="en-US" dirty="0" err="1">
                <a:latin typeface="Consolas" panose="020B0609020204030204" pitchFamily="49" charset="0"/>
              </a:rPr>
              <a:t>puzzle_letters</a:t>
            </a:r>
            <a:r>
              <a:rPr lang="en-US" dirty="0">
                <a:latin typeface="Consolas" panose="020B0609020204030204" pitchFamily="49" charset="0"/>
              </a:rPr>
              <a:t>:</a:t>
            </a:r>
          </a:p>
          <a:p>
            <a:r>
              <a:rPr lang="en-US" dirty="0">
                <a:latin typeface="Consolas" panose="020B0609020204030204" pitchFamily="49" charset="0"/>
              </a:rPr>
              <a:t>            return 0</a:t>
            </a:r>
          </a:p>
          <a:p>
            <a:r>
              <a:rPr lang="en-US" dirty="0">
                <a:latin typeface="Consolas" panose="020B0609020204030204" pitchFamily="49" charset="0"/>
              </a:rPr>
              <a:t>    </a:t>
            </a:r>
          </a:p>
          <a:p>
            <a:r>
              <a:rPr lang="en-US" dirty="0">
                <a:latin typeface="Consolas" panose="020B0609020204030204" pitchFamily="49" charset="0"/>
              </a:rPr>
              <a:t>    if </a:t>
            </a:r>
            <a:r>
              <a:rPr lang="en-US" dirty="0" err="1">
                <a:latin typeface="Consolas" panose="020B0609020204030204" pitchFamily="49" charset="0"/>
              </a:rPr>
              <a:t>len</a:t>
            </a:r>
            <a:r>
              <a:rPr lang="en-US" dirty="0">
                <a:latin typeface="Consolas" panose="020B0609020204030204" pitchFamily="49" charset="0"/>
              </a:rPr>
              <a:t>(word) == 4: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      return 1</a:t>
            </a:r>
          </a:p>
          <a:p>
            <a:r>
              <a:rPr lang="en-US" dirty="0">
                <a:latin typeface="Consolas" panose="020B0609020204030204" pitchFamily="49" charset="0"/>
              </a:rPr>
              <a:t>    return </a:t>
            </a:r>
            <a:r>
              <a:rPr lang="en-US" dirty="0" err="1">
                <a:latin typeface="Consolas" panose="020B0609020204030204" pitchFamily="49" charset="0"/>
              </a:rPr>
              <a:t>len</a:t>
            </a:r>
            <a:r>
              <a:rPr lang="en-US" dirty="0">
                <a:latin typeface="Consolas" panose="020B0609020204030204" pitchFamily="49" charset="0"/>
              </a:rPr>
              <a:t>(word) + </a:t>
            </a:r>
            <a:r>
              <a:rPr lang="en-US" dirty="0" err="1">
                <a:latin typeface="Consolas" panose="020B0609020204030204" pitchFamily="49" charset="0"/>
              </a:rPr>
              <a:t>pangram_bonus</a:t>
            </a:r>
            <a:r>
              <a:rPr lang="en-US" dirty="0">
                <a:latin typeface="Consolas" panose="020B0609020204030204" pitchFamily="49" charset="0"/>
              </a:rPr>
              <a:t>(word, </a:t>
            </a:r>
            <a:r>
              <a:rPr lang="en-US" dirty="0" err="1">
                <a:latin typeface="Consolas" panose="020B0609020204030204" pitchFamily="49" charset="0"/>
              </a:rPr>
              <a:t>puzzle_letters</a:t>
            </a:r>
            <a:r>
              <a:rPr lang="en-US" dirty="0">
                <a:latin typeface="Consolas" panose="020B0609020204030204" pitchFamily="49" charset="0"/>
              </a:rPr>
              <a:t>)</a:t>
            </a:r>
            <a:endParaRPr lang="en-AU" dirty="0">
              <a:latin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F80F20-F83B-3C5B-E283-4394EF4AD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79</a:t>
            </a:fld>
            <a:endParaRPr lang="en-AU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544BAB-5389-CD0A-CD81-F6D34C0695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4" y="3150700"/>
            <a:ext cx="2201093" cy="329777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5EFC904-0C5A-2E40-2C5E-3342051E25B3}"/>
              </a:ext>
            </a:extLst>
          </p:cNvPr>
          <p:cNvSpPr txBox="1"/>
          <p:nvPr/>
        </p:nvSpPr>
        <p:spPr>
          <a:xfrm>
            <a:off x="2387307" y="3455773"/>
            <a:ext cx="1688819" cy="230832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dirty="0"/>
              <a:t>Some words:</a:t>
            </a:r>
          </a:p>
          <a:p>
            <a:r>
              <a:rPr lang="en-CA" dirty="0"/>
              <a:t>TA</a:t>
            </a:r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E,  4</a:t>
            </a:r>
          </a:p>
          <a:p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ATH, 4</a:t>
            </a:r>
          </a:p>
          <a:p>
            <a:r>
              <a:rPr lang="en-CA" dirty="0"/>
              <a:t>CHEA</a:t>
            </a:r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, 5</a:t>
            </a:r>
          </a:p>
          <a:p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ATCH, 5</a:t>
            </a:r>
          </a:p>
          <a:p>
            <a:r>
              <a:rPr lang="en-CA" dirty="0"/>
              <a:t>A</a:t>
            </a:r>
            <a:r>
              <a:rPr lang="en-CA" dirty="0">
                <a:solidFill>
                  <a:srgbClr val="00B050"/>
                </a:solidFill>
              </a:rPr>
              <a:t>PP</a:t>
            </a:r>
            <a:r>
              <a:rPr lang="en-CA" dirty="0"/>
              <a:t>ETITE, 8</a:t>
            </a:r>
          </a:p>
          <a:p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ATHETIC, 15</a:t>
            </a:r>
          </a:p>
          <a:p>
            <a:r>
              <a:rPr lang="en-CA" dirty="0"/>
              <a:t>…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F98E940-4951-D9A2-84A7-78769ADB4710}"/>
              </a:ext>
            </a:extLst>
          </p:cNvPr>
          <p:cNvSpPr txBox="1"/>
          <p:nvPr/>
        </p:nvSpPr>
        <p:spPr>
          <a:xfrm>
            <a:off x="9272079" y="2581584"/>
            <a:ext cx="2449099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If the word is too short, or does not contain </a:t>
            </a:r>
            <a:r>
              <a:rPr lang="en-CA" b="1" dirty="0"/>
              <a:t>P</a:t>
            </a:r>
            <a:r>
              <a:rPr lang="en-CA" dirty="0"/>
              <a:t>, the score is 0.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F272470-CA87-89FE-B3B5-6B4118379D1C}"/>
              </a:ext>
            </a:extLst>
          </p:cNvPr>
          <p:cNvSpPr/>
          <p:nvPr/>
        </p:nvSpPr>
        <p:spPr>
          <a:xfrm>
            <a:off x="5298552" y="2019335"/>
            <a:ext cx="5198076" cy="5176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4E586D-12EB-413A-80A3-8CB44A6F0F3E}"/>
              </a:ext>
            </a:extLst>
          </p:cNvPr>
          <p:cNvSpPr txBox="1"/>
          <p:nvPr/>
        </p:nvSpPr>
        <p:spPr>
          <a:xfrm>
            <a:off x="7959605" y="317810"/>
            <a:ext cx="1423294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The required letter: </a:t>
            </a:r>
            <a:r>
              <a:rPr lang="en-CA" b="1" dirty="0"/>
              <a:t>P</a:t>
            </a:r>
            <a:r>
              <a:rPr lang="en-CA" dirty="0"/>
              <a:t> 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0A55F8F-98FB-C936-4C9C-BB21CA369EB0}"/>
              </a:ext>
            </a:extLst>
          </p:cNvPr>
          <p:cNvCxnSpPr>
            <a:cxnSpLocks/>
            <a:stCxn id="10" idx="2"/>
          </p:cNvCxnSpPr>
          <p:nvPr/>
        </p:nvCxnSpPr>
        <p:spPr>
          <a:xfrm flipH="1">
            <a:off x="8301253" y="964141"/>
            <a:ext cx="369999" cy="7246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00C96747-79A2-7849-1169-3000FE289C41}"/>
              </a:ext>
            </a:extLst>
          </p:cNvPr>
          <p:cNvSpPr txBox="1"/>
          <p:nvPr/>
        </p:nvSpPr>
        <p:spPr>
          <a:xfrm>
            <a:off x="10097324" y="247788"/>
            <a:ext cx="1423294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All seven letters: </a:t>
            </a:r>
            <a:r>
              <a:rPr lang="en-CA" b="1" dirty="0"/>
              <a:t>CIHPETA</a:t>
            </a:r>
            <a:r>
              <a:rPr lang="en-CA" dirty="0"/>
              <a:t> 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59CEFFF-BA04-71D5-29F1-C5CF480C7084}"/>
              </a:ext>
            </a:extLst>
          </p:cNvPr>
          <p:cNvCxnSpPr>
            <a:cxnSpLocks/>
          </p:cNvCxnSpPr>
          <p:nvPr/>
        </p:nvCxnSpPr>
        <p:spPr>
          <a:xfrm flipH="1">
            <a:off x="9646508" y="1171118"/>
            <a:ext cx="448039" cy="5176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1EBC4A0B-E1A3-2BA8-94CD-A78E294D68F3}"/>
              </a:ext>
            </a:extLst>
          </p:cNvPr>
          <p:cNvSpPr txBox="1"/>
          <p:nvPr/>
        </p:nvSpPr>
        <p:spPr>
          <a:xfrm>
            <a:off x="5031083" y="386287"/>
            <a:ext cx="1565991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The word we want to score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362BEB2-D4E5-5134-B259-D0FB53B7FDD3}"/>
              </a:ext>
            </a:extLst>
          </p:cNvPr>
          <p:cNvCxnSpPr>
            <a:cxnSpLocks/>
          </p:cNvCxnSpPr>
          <p:nvPr/>
        </p:nvCxnSpPr>
        <p:spPr>
          <a:xfrm>
            <a:off x="6597074" y="1032618"/>
            <a:ext cx="283857" cy="7220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D23ADFF-0DC1-14EF-E28D-7EC46295425D}"/>
              </a:ext>
            </a:extLst>
          </p:cNvPr>
          <p:cNvSpPr txBox="1"/>
          <p:nvPr/>
        </p:nvSpPr>
        <p:spPr>
          <a:xfrm>
            <a:off x="143641" y="119096"/>
            <a:ext cx="3932485" cy="286232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dirty="0"/>
              <a:t>3 or fewer letters: 0 points</a:t>
            </a:r>
          </a:p>
          <a:p>
            <a:r>
              <a:rPr lang="en-CA" dirty="0"/>
              <a:t>4 letters: 1 point</a:t>
            </a:r>
          </a:p>
          <a:p>
            <a:r>
              <a:rPr lang="en-CA" dirty="0"/>
              <a:t>5 or more letters: 1 point per letter</a:t>
            </a:r>
          </a:p>
          <a:p>
            <a:endParaRPr lang="en-CA" dirty="0"/>
          </a:p>
          <a:p>
            <a:r>
              <a:rPr lang="en-CA" b="1" dirty="0"/>
              <a:t>Pangram bonus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7 bonus points if all 7 different letters are used (plus you still get 1 point per letter)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Each puzzle is guaranteed to have at least one pangram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E8E11A3-D972-EDAB-1937-D22DBF20C249}"/>
                  </a:ext>
                </a:extLst>
              </p14:cNvPr>
              <p14:cNvContentPartPr/>
              <p14:nvPr/>
            </p14:nvContentPartPr>
            <p14:xfrm>
              <a:off x="5683320" y="2342880"/>
              <a:ext cx="4648320" cy="1216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E8E11A3-D972-EDAB-1937-D22DBF20C24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673960" y="2333520"/>
                <a:ext cx="4667040" cy="140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1775597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D992F-9296-3F98-F403-A5D07A2A8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1006462-9941-5204-4860-72F9C8680662}"/>
              </a:ext>
            </a:extLst>
          </p:cNvPr>
          <p:cNvSpPr txBox="1"/>
          <p:nvPr/>
        </p:nvSpPr>
        <p:spPr>
          <a:xfrm>
            <a:off x="4718564" y="1688757"/>
            <a:ext cx="7529625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def </a:t>
            </a:r>
            <a:r>
              <a:rPr lang="en-US" dirty="0" err="1">
                <a:latin typeface="Consolas" panose="020B0609020204030204" pitchFamily="49" charset="0"/>
              </a:rPr>
              <a:t>word_score</a:t>
            </a:r>
            <a:r>
              <a:rPr lang="en-US" dirty="0">
                <a:latin typeface="Consolas" panose="020B0609020204030204" pitchFamily="49" charset="0"/>
              </a:rPr>
              <a:t>(word, required, </a:t>
            </a:r>
            <a:r>
              <a:rPr lang="en-US" dirty="0" err="1">
                <a:latin typeface="Consolas" panose="020B0609020204030204" pitchFamily="49" charset="0"/>
              </a:rPr>
              <a:t>puzzle_letters</a:t>
            </a:r>
            <a:r>
              <a:rPr lang="en-US" dirty="0">
                <a:latin typeface="Consolas" panose="020B0609020204030204" pitchFamily="49" charset="0"/>
              </a:rPr>
              <a:t>):</a:t>
            </a:r>
          </a:p>
          <a:p>
            <a:r>
              <a:rPr lang="en-US" dirty="0">
                <a:latin typeface="Consolas" panose="020B0609020204030204" pitchFamily="49" charset="0"/>
              </a:rPr>
              <a:t>    if required not in word or </a:t>
            </a:r>
            <a:r>
              <a:rPr lang="en-US" dirty="0" err="1">
                <a:latin typeface="Consolas" panose="020B0609020204030204" pitchFamily="49" charset="0"/>
              </a:rPr>
              <a:t>len</a:t>
            </a:r>
            <a:r>
              <a:rPr lang="en-US" dirty="0">
                <a:latin typeface="Consolas" panose="020B0609020204030204" pitchFamily="49" charset="0"/>
              </a:rPr>
              <a:t>(word) &lt; 4:</a:t>
            </a:r>
          </a:p>
          <a:p>
            <a:r>
              <a:rPr lang="en-US" dirty="0">
                <a:latin typeface="Consolas" panose="020B0609020204030204" pitchFamily="49" charset="0"/>
              </a:rPr>
              <a:t>        return 0</a:t>
            </a:r>
          </a:p>
          <a:p>
            <a:r>
              <a:rPr lang="en-US" dirty="0">
                <a:latin typeface="Consolas" panose="020B0609020204030204" pitchFamily="49" charset="0"/>
              </a:rPr>
              <a:t>    </a:t>
            </a:r>
          </a:p>
          <a:p>
            <a:r>
              <a:rPr lang="en-US" dirty="0">
                <a:latin typeface="Consolas" panose="020B0609020204030204" pitchFamily="49" charset="0"/>
              </a:rPr>
              <a:t>    for c in word:</a:t>
            </a:r>
          </a:p>
          <a:p>
            <a:r>
              <a:rPr lang="en-US" dirty="0">
                <a:latin typeface="Consolas" panose="020B0609020204030204" pitchFamily="49" charset="0"/>
              </a:rPr>
              <a:t>        if c not in </a:t>
            </a:r>
            <a:r>
              <a:rPr lang="en-US" dirty="0" err="1">
                <a:latin typeface="Consolas" panose="020B0609020204030204" pitchFamily="49" charset="0"/>
              </a:rPr>
              <a:t>puzzle_letters</a:t>
            </a:r>
            <a:r>
              <a:rPr lang="en-US" dirty="0">
                <a:latin typeface="Consolas" panose="020B0609020204030204" pitchFamily="49" charset="0"/>
              </a:rPr>
              <a:t>:</a:t>
            </a:r>
          </a:p>
          <a:p>
            <a:r>
              <a:rPr lang="en-US" dirty="0">
                <a:latin typeface="Consolas" panose="020B0609020204030204" pitchFamily="49" charset="0"/>
              </a:rPr>
              <a:t>            return 0</a:t>
            </a:r>
          </a:p>
          <a:p>
            <a:r>
              <a:rPr lang="en-US" dirty="0">
                <a:latin typeface="Consolas" panose="020B0609020204030204" pitchFamily="49" charset="0"/>
              </a:rPr>
              <a:t>    </a:t>
            </a:r>
          </a:p>
          <a:p>
            <a:r>
              <a:rPr lang="en-US" dirty="0">
                <a:latin typeface="Consolas" panose="020B0609020204030204" pitchFamily="49" charset="0"/>
              </a:rPr>
              <a:t>    if </a:t>
            </a:r>
            <a:r>
              <a:rPr lang="en-US" dirty="0" err="1">
                <a:latin typeface="Consolas" panose="020B0609020204030204" pitchFamily="49" charset="0"/>
              </a:rPr>
              <a:t>len</a:t>
            </a:r>
            <a:r>
              <a:rPr lang="en-US" dirty="0">
                <a:latin typeface="Consolas" panose="020B0609020204030204" pitchFamily="49" charset="0"/>
              </a:rPr>
              <a:t>(word) == 4: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      return 1</a:t>
            </a:r>
          </a:p>
          <a:p>
            <a:r>
              <a:rPr lang="en-US" dirty="0">
                <a:latin typeface="Consolas" panose="020B0609020204030204" pitchFamily="49" charset="0"/>
              </a:rPr>
              <a:t>    return </a:t>
            </a:r>
            <a:r>
              <a:rPr lang="en-US" dirty="0" err="1">
                <a:latin typeface="Consolas" panose="020B0609020204030204" pitchFamily="49" charset="0"/>
              </a:rPr>
              <a:t>len</a:t>
            </a:r>
            <a:r>
              <a:rPr lang="en-US" dirty="0">
                <a:latin typeface="Consolas" panose="020B0609020204030204" pitchFamily="49" charset="0"/>
              </a:rPr>
              <a:t>(word) + </a:t>
            </a:r>
            <a:r>
              <a:rPr lang="en-US" dirty="0" err="1">
                <a:latin typeface="Consolas" panose="020B0609020204030204" pitchFamily="49" charset="0"/>
              </a:rPr>
              <a:t>pangram_bonus</a:t>
            </a:r>
            <a:r>
              <a:rPr lang="en-US" dirty="0">
                <a:latin typeface="Consolas" panose="020B0609020204030204" pitchFamily="49" charset="0"/>
              </a:rPr>
              <a:t>(word, </a:t>
            </a:r>
            <a:r>
              <a:rPr lang="en-US" dirty="0" err="1">
                <a:latin typeface="Consolas" panose="020B0609020204030204" pitchFamily="49" charset="0"/>
              </a:rPr>
              <a:t>puzzle_letters</a:t>
            </a:r>
            <a:r>
              <a:rPr lang="en-US" dirty="0">
                <a:latin typeface="Consolas" panose="020B0609020204030204" pitchFamily="49" charset="0"/>
              </a:rPr>
              <a:t>)</a:t>
            </a:r>
            <a:endParaRPr lang="en-AU" dirty="0">
              <a:latin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FFBC6D-5E6E-846D-5C64-8366DC1C5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80</a:t>
            </a:fld>
            <a:endParaRPr lang="en-AU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86EC55B-910F-1B08-1C8D-E4E8A02BE4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4" y="3150700"/>
            <a:ext cx="2201093" cy="329777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171D6ED-5B86-AA30-55D2-C50B8288CAF4}"/>
              </a:ext>
            </a:extLst>
          </p:cNvPr>
          <p:cNvSpPr txBox="1"/>
          <p:nvPr/>
        </p:nvSpPr>
        <p:spPr>
          <a:xfrm>
            <a:off x="2387307" y="3455773"/>
            <a:ext cx="1688819" cy="230832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dirty="0"/>
              <a:t>Some words:</a:t>
            </a:r>
          </a:p>
          <a:p>
            <a:r>
              <a:rPr lang="en-CA" dirty="0"/>
              <a:t>TA</a:t>
            </a:r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E,  4</a:t>
            </a:r>
          </a:p>
          <a:p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ATH, 4</a:t>
            </a:r>
          </a:p>
          <a:p>
            <a:r>
              <a:rPr lang="en-CA" dirty="0"/>
              <a:t>CHEA</a:t>
            </a:r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, 5</a:t>
            </a:r>
          </a:p>
          <a:p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ATCH, 5</a:t>
            </a:r>
          </a:p>
          <a:p>
            <a:r>
              <a:rPr lang="en-CA" dirty="0"/>
              <a:t>A</a:t>
            </a:r>
            <a:r>
              <a:rPr lang="en-CA" dirty="0">
                <a:solidFill>
                  <a:srgbClr val="00B050"/>
                </a:solidFill>
              </a:rPr>
              <a:t>PP</a:t>
            </a:r>
            <a:r>
              <a:rPr lang="en-CA" dirty="0"/>
              <a:t>ETITE, 8</a:t>
            </a:r>
          </a:p>
          <a:p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ATHETIC, 15</a:t>
            </a:r>
          </a:p>
          <a:p>
            <a:r>
              <a:rPr lang="en-CA" dirty="0"/>
              <a:t>…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B688F5-CBE0-8FBD-B6C7-6B21664493F1}"/>
              </a:ext>
            </a:extLst>
          </p:cNvPr>
          <p:cNvSpPr txBox="1"/>
          <p:nvPr/>
        </p:nvSpPr>
        <p:spPr>
          <a:xfrm>
            <a:off x="9752664" y="2537182"/>
            <a:ext cx="211261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If the word has letters not in the puzzle, it gets 0.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BBBC06-819D-D710-12A4-73A5BFFCF9E2}"/>
              </a:ext>
            </a:extLst>
          </p:cNvPr>
          <p:cNvSpPr/>
          <p:nvPr/>
        </p:nvSpPr>
        <p:spPr>
          <a:xfrm>
            <a:off x="5240077" y="2748265"/>
            <a:ext cx="4008700" cy="9233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4AAE55-5405-EFFC-E1B6-EEDE8DCD3E8D}"/>
              </a:ext>
            </a:extLst>
          </p:cNvPr>
          <p:cNvSpPr txBox="1"/>
          <p:nvPr/>
        </p:nvSpPr>
        <p:spPr>
          <a:xfrm>
            <a:off x="7959605" y="317810"/>
            <a:ext cx="1423294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The required letter: </a:t>
            </a:r>
            <a:r>
              <a:rPr lang="en-CA" b="1" dirty="0"/>
              <a:t>P</a:t>
            </a:r>
            <a:r>
              <a:rPr lang="en-CA" dirty="0"/>
              <a:t> 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B54C31D-C47A-5BE0-5F8D-77BD00EFEAAB}"/>
              </a:ext>
            </a:extLst>
          </p:cNvPr>
          <p:cNvCxnSpPr>
            <a:cxnSpLocks/>
            <a:stCxn id="10" idx="2"/>
          </p:cNvCxnSpPr>
          <p:nvPr/>
        </p:nvCxnSpPr>
        <p:spPr>
          <a:xfrm flipH="1">
            <a:off x="8301253" y="964141"/>
            <a:ext cx="369999" cy="7246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38FEFBE-E8F5-6212-3680-0C60E1086252}"/>
              </a:ext>
            </a:extLst>
          </p:cNvPr>
          <p:cNvSpPr txBox="1"/>
          <p:nvPr/>
        </p:nvSpPr>
        <p:spPr>
          <a:xfrm>
            <a:off x="10097324" y="247788"/>
            <a:ext cx="1423294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All seven letters: </a:t>
            </a:r>
            <a:r>
              <a:rPr lang="en-CA" b="1" dirty="0"/>
              <a:t>CIHPETA</a:t>
            </a:r>
            <a:r>
              <a:rPr lang="en-CA" dirty="0"/>
              <a:t> 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3345EA4-DE84-FF1F-2A55-5D3B139D7971}"/>
              </a:ext>
            </a:extLst>
          </p:cNvPr>
          <p:cNvCxnSpPr>
            <a:cxnSpLocks/>
          </p:cNvCxnSpPr>
          <p:nvPr/>
        </p:nvCxnSpPr>
        <p:spPr>
          <a:xfrm flipH="1">
            <a:off x="9646508" y="1171118"/>
            <a:ext cx="448039" cy="5176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F2B426C-4B5F-B6BE-0013-944ECFAEFB56}"/>
              </a:ext>
            </a:extLst>
          </p:cNvPr>
          <p:cNvSpPr txBox="1"/>
          <p:nvPr/>
        </p:nvSpPr>
        <p:spPr>
          <a:xfrm>
            <a:off x="5031083" y="386287"/>
            <a:ext cx="1565991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The word we want to score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09DA0BF-EC22-E636-78D5-24E7FF0A1B5F}"/>
              </a:ext>
            </a:extLst>
          </p:cNvPr>
          <p:cNvCxnSpPr>
            <a:cxnSpLocks/>
          </p:cNvCxnSpPr>
          <p:nvPr/>
        </p:nvCxnSpPr>
        <p:spPr>
          <a:xfrm>
            <a:off x="6597074" y="1032618"/>
            <a:ext cx="283857" cy="7220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C6CD40DC-4833-AE46-EB0D-7DA7D0343282}"/>
              </a:ext>
            </a:extLst>
          </p:cNvPr>
          <p:cNvSpPr txBox="1"/>
          <p:nvPr/>
        </p:nvSpPr>
        <p:spPr>
          <a:xfrm>
            <a:off x="143641" y="119096"/>
            <a:ext cx="3932485" cy="286232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dirty="0"/>
              <a:t>3 or fewer letters: 0 points</a:t>
            </a:r>
          </a:p>
          <a:p>
            <a:r>
              <a:rPr lang="en-CA" dirty="0"/>
              <a:t>4 letters: 1 point</a:t>
            </a:r>
          </a:p>
          <a:p>
            <a:r>
              <a:rPr lang="en-CA" dirty="0"/>
              <a:t>5 or more letters: 1 point per letter</a:t>
            </a:r>
          </a:p>
          <a:p>
            <a:endParaRPr lang="en-CA" dirty="0"/>
          </a:p>
          <a:p>
            <a:r>
              <a:rPr lang="en-CA" b="1" dirty="0"/>
              <a:t>Pangram bonus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7 bonus points if all 7 different letters are used (plus you still get 1 point per letter)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Each puzzle is guaranteed to have at least one pangram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78E8744-FF63-3BF2-AA9B-7AC4F599D650}"/>
                  </a:ext>
                </a:extLst>
              </p14:cNvPr>
              <p14:cNvContentPartPr/>
              <p14:nvPr/>
            </p14:nvContentPartPr>
            <p14:xfrm>
              <a:off x="4832280" y="2660760"/>
              <a:ext cx="4140720" cy="22924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78E8744-FF63-3BF2-AA9B-7AC4F599D65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822920" y="2651400"/>
                <a:ext cx="4159440" cy="2311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38805861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56D79-6529-FDAD-CB6F-15260D624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93F4B653-A754-C226-69EF-14B44F8FF672}"/>
              </a:ext>
            </a:extLst>
          </p:cNvPr>
          <p:cNvSpPr txBox="1"/>
          <p:nvPr/>
        </p:nvSpPr>
        <p:spPr>
          <a:xfrm>
            <a:off x="4718564" y="1688757"/>
            <a:ext cx="7529625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def </a:t>
            </a:r>
            <a:r>
              <a:rPr lang="en-US" dirty="0" err="1">
                <a:latin typeface="Consolas" panose="020B0609020204030204" pitchFamily="49" charset="0"/>
              </a:rPr>
              <a:t>word_score</a:t>
            </a:r>
            <a:r>
              <a:rPr lang="en-US" dirty="0">
                <a:latin typeface="Consolas" panose="020B0609020204030204" pitchFamily="49" charset="0"/>
              </a:rPr>
              <a:t>(word, required, </a:t>
            </a:r>
            <a:r>
              <a:rPr lang="en-US" dirty="0" err="1">
                <a:latin typeface="Consolas" panose="020B0609020204030204" pitchFamily="49" charset="0"/>
              </a:rPr>
              <a:t>puzzle_letters</a:t>
            </a:r>
            <a:r>
              <a:rPr lang="en-US" dirty="0">
                <a:latin typeface="Consolas" panose="020B0609020204030204" pitchFamily="49" charset="0"/>
              </a:rPr>
              <a:t>):</a:t>
            </a:r>
          </a:p>
          <a:p>
            <a:r>
              <a:rPr lang="en-US" dirty="0">
                <a:latin typeface="Consolas" panose="020B0609020204030204" pitchFamily="49" charset="0"/>
              </a:rPr>
              <a:t>    if required not in word or </a:t>
            </a:r>
            <a:r>
              <a:rPr lang="en-US" dirty="0" err="1">
                <a:latin typeface="Consolas" panose="020B0609020204030204" pitchFamily="49" charset="0"/>
              </a:rPr>
              <a:t>len</a:t>
            </a:r>
            <a:r>
              <a:rPr lang="en-US" dirty="0">
                <a:latin typeface="Consolas" panose="020B0609020204030204" pitchFamily="49" charset="0"/>
              </a:rPr>
              <a:t>(word) &lt; 4:</a:t>
            </a:r>
          </a:p>
          <a:p>
            <a:r>
              <a:rPr lang="en-US" dirty="0">
                <a:latin typeface="Consolas" panose="020B0609020204030204" pitchFamily="49" charset="0"/>
              </a:rPr>
              <a:t>        return 0</a:t>
            </a:r>
          </a:p>
          <a:p>
            <a:r>
              <a:rPr lang="en-US" dirty="0">
                <a:latin typeface="Consolas" panose="020B0609020204030204" pitchFamily="49" charset="0"/>
              </a:rPr>
              <a:t>    </a:t>
            </a:r>
          </a:p>
          <a:p>
            <a:r>
              <a:rPr lang="en-US" dirty="0">
                <a:latin typeface="Consolas" panose="020B0609020204030204" pitchFamily="49" charset="0"/>
              </a:rPr>
              <a:t>    for c in word:</a:t>
            </a:r>
          </a:p>
          <a:p>
            <a:r>
              <a:rPr lang="en-US" dirty="0">
                <a:latin typeface="Consolas" panose="020B0609020204030204" pitchFamily="49" charset="0"/>
              </a:rPr>
              <a:t>        if c not in </a:t>
            </a:r>
            <a:r>
              <a:rPr lang="en-US" dirty="0" err="1">
                <a:latin typeface="Consolas" panose="020B0609020204030204" pitchFamily="49" charset="0"/>
              </a:rPr>
              <a:t>puzzle_letters</a:t>
            </a:r>
            <a:r>
              <a:rPr lang="en-US" dirty="0">
                <a:latin typeface="Consolas" panose="020B0609020204030204" pitchFamily="49" charset="0"/>
              </a:rPr>
              <a:t>:</a:t>
            </a:r>
          </a:p>
          <a:p>
            <a:r>
              <a:rPr lang="en-US" dirty="0">
                <a:latin typeface="Consolas" panose="020B0609020204030204" pitchFamily="49" charset="0"/>
              </a:rPr>
              <a:t>            return 0</a:t>
            </a:r>
          </a:p>
          <a:p>
            <a:r>
              <a:rPr lang="en-US" dirty="0">
                <a:latin typeface="Consolas" panose="020B0609020204030204" pitchFamily="49" charset="0"/>
              </a:rPr>
              <a:t>    </a:t>
            </a:r>
          </a:p>
          <a:p>
            <a:r>
              <a:rPr lang="en-US" dirty="0">
                <a:latin typeface="Consolas" panose="020B0609020204030204" pitchFamily="49" charset="0"/>
              </a:rPr>
              <a:t>    if </a:t>
            </a:r>
            <a:r>
              <a:rPr lang="en-US" dirty="0" err="1">
                <a:latin typeface="Consolas" panose="020B0609020204030204" pitchFamily="49" charset="0"/>
              </a:rPr>
              <a:t>len</a:t>
            </a:r>
            <a:r>
              <a:rPr lang="en-US" dirty="0">
                <a:latin typeface="Consolas" panose="020B0609020204030204" pitchFamily="49" charset="0"/>
              </a:rPr>
              <a:t>(word) == 4: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      return 1</a:t>
            </a:r>
          </a:p>
          <a:p>
            <a:r>
              <a:rPr lang="en-US" dirty="0">
                <a:latin typeface="Consolas" panose="020B0609020204030204" pitchFamily="49" charset="0"/>
              </a:rPr>
              <a:t>    return </a:t>
            </a:r>
            <a:r>
              <a:rPr lang="en-US" dirty="0" err="1">
                <a:latin typeface="Consolas" panose="020B0609020204030204" pitchFamily="49" charset="0"/>
              </a:rPr>
              <a:t>len</a:t>
            </a:r>
            <a:r>
              <a:rPr lang="en-US" dirty="0">
                <a:latin typeface="Consolas" panose="020B0609020204030204" pitchFamily="49" charset="0"/>
              </a:rPr>
              <a:t>(word) + </a:t>
            </a:r>
            <a:r>
              <a:rPr lang="en-US" dirty="0" err="1">
                <a:latin typeface="Consolas" panose="020B0609020204030204" pitchFamily="49" charset="0"/>
              </a:rPr>
              <a:t>pangram_bonus</a:t>
            </a:r>
            <a:r>
              <a:rPr lang="en-US" dirty="0">
                <a:latin typeface="Consolas" panose="020B0609020204030204" pitchFamily="49" charset="0"/>
              </a:rPr>
              <a:t>(word, </a:t>
            </a:r>
            <a:r>
              <a:rPr lang="en-US" dirty="0" err="1">
                <a:latin typeface="Consolas" panose="020B0609020204030204" pitchFamily="49" charset="0"/>
              </a:rPr>
              <a:t>puzzle_letters</a:t>
            </a:r>
            <a:r>
              <a:rPr lang="en-US" dirty="0">
                <a:latin typeface="Consolas" panose="020B0609020204030204" pitchFamily="49" charset="0"/>
              </a:rPr>
              <a:t>)</a:t>
            </a:r>
            <a:endParaRPr lang="en-AU" dirty="0">
              <a:latin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4A84F9-3F1F-203B-38AF-A06D63E96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81</a:t>
            </a:fld>
            <a:endParaRPr lang="en-AU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223068E-7150-258B-A077-E819ECB84F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4" y="3150700"/>
            <a:ext cx="2201093" cy="329777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386945A-0C24-BC56-D418-E2C0A501C7CB}"/>
              </a:ext>
            </a:extLst>
          </p:cNvPr>
          <p:cNvSpPr txBox="1"/>
          <p:nvPr/>
        </p:nvSpPr>
        <p:spPr>
          <a:xfrm>
            <a:off x="2387307" y="3455773"/>
            <a:ext cx="1688819" cy="230832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dirty="0"/>
              <a:t>Some words:</a:t>
            </a:r>
          </a:p>
          <a:p>
            <a:r>
              <a:rPr lang="en-CA" dirty="0"/>
              <a:t>TA</a:t>
            </a:r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E,  4</a:t>
            </a:r>
          </a:p>
          <a:p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ATH, 4</a:t>
            </a:r>
          </a:p>
          <a:p>
            <a:r>
              <a:rPr lang="en-CA" dirty="0"/>
              <a:t>CHEA</a:t>
            </a:r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, 5</a:t>
            </a:r>
          </a:p>
          <a:p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ATCH, 5</a:t>
            </a:r>
          </a:p>
          <a:p>
            <a:r>
              <a:rPr lang="en-CA" dirty="0"/>
              <a:t>A</a:t>
            </a:r>
            <a:r>
              <a:rPr lang="en-CA" dirty="0">
                <a:solidFill>
                  <a:srgbClr val="00B050"/>
                </a:solidFill>
              </a:rPr>
              <a:t>PP</a:t>
            </a:r>
            <a:r>
              <a:rPr lang="en-CA" dirty="0"/>
              <a:t>ETITE, 8</a:t>
            </a:r>
          </a:p>
          <a:p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ATHETIC, 15</a:t>
            </a:r>
          </a:p>
          <a:p>
            <a:r>
              <a:rPr lang="en-CA" dirty="0"/>
              <a:t>…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8AD8FBE-0821-ADF3-3C3E-D20D83F36C86}"/>
              </a:ext>
            </a:extLst>
          </p:cNvPr>
          <p:cNvSpPr txBox="1"/>
          <p:nvPr/>
        </p:nvSpPr>
        <p:spPr>
          <a:xfrm>
            <a:off x="6719177" y="4902052"/>
            <a:ext cx="3528397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If the code gets to this point, the score is the number of letters plus the pangram bonus …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E2F2F70-61F3-6D30-823C-4300AB1FE4D1}"/>
              </a:ext>
            </a:extLst>
          </p:cNvPr>
          <p:cNvSpPr/>
          <p:nvPr/>
        </p:nvSpPr>
        <p:spPr>
          <a:xfrm>
            <a:off x="5231839" y="3868389"/>
            <a:ext cx="6886019" cy="95968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789CFE-BEA0-18AF-8E67-657595B572D8}"/>
              </a:ext>
            </a:extLst>
          </p:cNvPr>
          <p:cNvSpPr txBox="1"/>
          <p:nvPr/>
        </p:nvSpPr>
        <p:spPr>
          <a:xfrm>
            <a:off x="7959605" y="317810"/>
            <a:ext cx="1423294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The required letter: </a:t>
            </a:r>
            <a:r>
              <a:rPr lang="en-CA" b="1" dirty="0"/>
              <a:t>P</a:t>
            </a:r>
            <a:r>
              <a:rPr lang="en-CA" dirty="0"/>
              <a:t> 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C74FDA1-CE14-CD61-AC2D-B3266E283D80}"/>
              </a:ext>
            </a:extLst>
          </p:cNvPr>
          <p:cNvCxnSpPr>
            <a:cxnSpLocks/>
            <a:stCxn id="10" idx="2"/>
          </p:cNvCxnSpPr>
          <p:nvPr/>
        </p:nvCxnSpPr>
        <p:spPr>
          <a:xfrm flipH="1">
            <a:off x="8301253" y="964141"/>
            <a:ext cx="369999" cy="7246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04DB4B91-4213-FFD8-A270-45DBFE17565C}"/>
              </a:ext>
            </a:extLst>
          </p:cNvPr>
          <p:cNvSpPr txBox="1"/>
          <p:nvPr/>
        </p:nvSpPr>
        <p:spPr>
          <a:xfrm>
            <a:off x="10097324" y="247788"/>
            <a:ext cx="1423294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All seven letters: </a:t>
            </a:r>
            <a:r>
              <a:rPr lang="en-CA" b="1" dirty="0"/>
              <a:t>CIHPETA</a:t>
            </a:r>
            <a:r>
              <a:rPr lang="en-CA" dirty="0"/>
              <a:t> 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5304F35-F512-8548-58C8-EEBBC4457707}"/>
              </a:ext>
            </a:extLst>
          </p:cNvPr>
          <p:cNvCxnSpPr>
            <a:cxnSpLocks/>
          </p:cNvCxnSpPr>
          <p:nvPr/>
        </p:nvCxnSpPr>
        <p:spPr>
          <a:xfrm flipH="1">
            <a:off x="9646508" y="1171118"/>
            <a:ext cx="448039" cy="5176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A09B79E-4F53-9E36-9F37-E71ABF8E9E1D}"/>
              </a:ext>
            </a:extLst>
          </p:cNvPr>
          <p:cNvSpPr txBox="1"/>
          <p:nvPr/>
        </p:nvSpPr>
        <p:spPr>
          <a:xfrm>
            <a:off x="5031083" y="386287"/>
            <a:ext cx="1565991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The word we want to score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358D74C-BED5-53CF-6051-CC97DDED459B}"/>
              </a:ext>
            </a:extLst>
          </p:cNvPr>
          <p:cNvCxnSpPr>
            <a:cxnSpLocks/>
          </p:cNvCxnSpPr>
          <p:nvPr/>
        </p:nvCxnSpPr>
        <p:spPr>
          <a:xfrm>
            <a:off x="6597074" y="1032618"/>
            <a:ext cx="283857" cy="7220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17D8174-328E-9171-0EF9-41B449F86FB5}"/>
              </a:ext>
            </a:extLst>
          </p:cNvPr>
          <p:cNvSpPr txBox="1"/>
          <p:nvPr/>
        </p:nvSpPr>
        <p:spPr>
          <a:xfrm>
            <a:off x="143641" y="119096"/>
            <a:ext cx="3932485" cy="286232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dirty="0"/>
              <a:t>3 or fewer letters: 0 points</a:t>
            </a:r>
          </a:p>
          <a:p>
            <a:r>
              <a:rPr lang="en-CA" dirty="0"/>
              <a:t>4 letters: 1 point</a:t>
            </a:r>
          </a:p>
          <a:p>
            <a:r>
              <a:rPr lang="en-CA" dirty="0"/>
              <a:t>5 or more letters: 1 point per letter</a:t>
            </a:r>
          </a:p>
          <a:p>
            <a:endParaRPr lang="en-CA" dirty="0"/>
          </a:p>
          <a:p>
            <a:r>
              <a:rPr lang="en-CA" b="1" dirty="0"/>
              <a:t>Pangram bonus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7 bonus points if all 7 different letters are used (plus you still get 1 point per letter)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Each puzzle is guaranteed to have at least one pangram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84F51CB-7C8E-94B9-F86D-563AF2A0F92F}"/>
                  </a:ext>
                </a:extLst>
              </p14:cNvPr>
              <p14:cNvContentPartPr/>
              <p14:nvPr/>
            </p14:nvContentPartPr>
            <p14:xfrm>
              <a:off x="6242040" y="4743360"/>
              <a:ext cx="5423400" cy="1976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84F51CB-7C8E-94B9-F86D-563AF2A0F92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232680" y="4734000"/>
                <a:ext cx="5442120" cy="216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8471990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65B75-91D5-ECAC-003D-8F1A33B9D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2E7B6826-0853-7587-6564-CFAF19DAA755}"/>
              </a:ext>
            </a:extLst>
          </p:cNvPr>
          <p:cNvSpPr txBox="1"/>
          <p:nvPr/>
        </p:nvSpPr>
        <p:spPr>
          <a:xfrm>
            <a:off x="4718564" y="1688757"/>
            <a:ext cx="7529625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def </a:t>
            </a:r>
            <a:r>
              <a:rPr lang="en-US" dirty="0" err="1">
                <a:latin typeface="Consolas" panose="020B0609020204030204" pitchFamily="49" charset="0"/>
              </a:rPr>
              <a:t>word_score</a:t>
            </a:r>
            <a:r>
              <a:rPr lang="en-US" dirty="0">
                <a:latin typeface="Consolas" panose="020B0609020204030204" pitchFamily="49" charset="0"/>
              </a:rPr>
              <a:t>(word, required, </a:t>
            </a:r>
            <a:r>
              <a:rPr lang="en-US" dirty="0" err="1">
                <a:latin typeface="Consolas" panose="020B0609020204030204" pitchFamily="49" charset="0"/>
              </a:rPr>
              <a:t>puzzle_letters</a:t>
            </a:r>
            <a:r>
              <a:rPr lang="en-US" dirty="0">
                <a:latin typeface="Consolas" panose="020B0609020204030204" pitchFamily="49" charset="0"/>
              </a:rPr>
              <a:t>):</a:t>
            </a:r>
          </a:p>
          <a:p>
            <a:r>
              <a:rPr lang="en-US" dirty="0">
                <a:latin typeface="Consolas" panose="020B0609020204030204" pitchFamily="49" charset="0"/>
              </a:rPr>
              <a:t>    if required not in word or </a:t>
            </a:r>
            <a:r>
              <a:rPr lang="en-US" dirty="0" err="1">
                <a:latin typeface="Consolas" panose="020B0609020204030204" pitchFamily="49" charset="0"/>
              </a:rPr>
              <a:t>len</a:t>
            </a:r>
            <a:r>
              <a:rPr lang="en-US" dirty="0">
                <a:latin typeface="Consolas" panose="020B0609020204030204" pitchFamily="49" charset="0"/>
              </a:rPr>
              <a:t>(word) &lt; 4:</a:t>
            </a:r>
          </a:p>
          <a:p>
            <a:r>
              <a:rPr lang="en-US" dirty="0">
                <a:latin typeface="Consolas" panose="020B0609020204030204" pitchFamily="49" charset="0"/>
              </a:rPr>
              <a:t>        return 0</a:t>
            </a:r>
          </a:p>
          <a:p>
            <a:r>
              <a:rPr lang="en-US" dirty="0">
                <a:latin typeface="Consolas" panose="020B0609020204030204" pitchFamily="49" charset="0"/>
              </a:rPr>
              <a:t>    </a:t>
            </a:r>
          </a:p>
          <a:p>
            <a:r>
              <a:rPr lang="en-US" dirty="0">
                <a:latin typeface="Consolas" panose="020B0609020204030204" pitchFamily="49" charset="0"/>
              </a:rPr>
              <a:t>    for c in word:</a:t>
            </a:r>
          </a:p>
          <a:p>
            <a:r>
              <a:rPr lang="en-US" dirty="0">
                <a:latin typeface="Consolas" panose="020B0609020204030204" pitchFamily="49" charset="0"/>
              </a:rPr>
              <a:t>        if c not in </a:t>
            </a:r>
            <a:r>
              <a:rPr lang="en-US" dirty="0" err="1">
                <a:latin typeface="Consolas" panose="020B0609020204030204" pitchFamily="49" charset="0"/>
              </a:rPr>
              <a:t>puzzle_letters</a:t>
            </a:r>
            <a:r>
              <a:rPr lang="en-US" dirty="0">
                <a:latin typeface="Consolas" panose="020B0609020204030204" pitchFamily="49" charset="0"/>
              </a:rPr>
              <a:t>:</a:t>
            </a:r>
          </a:p>
          <a:p>
            <a:r>
              <a:rPr lang="en-US" dirty="0">
                <a:latin typeface="Consolas" panose="020B0609020204030204" pitchFamily="49" charset="0"/>
              </a:rPr>
              <a:t>            return 0</a:t>
            </a:r>
          </a:p>
          <a:p>
            <a:r>
              <a:rPr lang="en-US" dirty="0">
                <a:latin typeface="Consolas" panose="020B0609020204030204" pitchFamily="49" charset="0"/>
              </a:rPr>
              <a:t>    </a:t>
            </a:r>
          </a:p>
          <a:p>
            <a:r>
              <a:rPr lang="en-US" dirty="0">
                <a:latin typeface="Consolas" panose="020B0609020204030204" pitchFamily="49" charset="0"/>
              </a:rPr>
              <a:t>    if </a:t>
            </a:r>
            <a:r>
              <a:rPr lang="en-US" dirty="0" err="1">
                <a:latin typeface="Consolas" panose="020B0609020204030204" pitchFamily="49" charset="0"/>
              </a:rPr>
              <a:t>len</a:t>
            </a:r>
            <a:r>
              <a:rPr lang="en-US" dirty="0">
                <a:latin typeface="Consolas" panose="020B0609020204030204" pitchFamily="49" charset="0"/>
              </a:rPr>
              <a:t>(word) == 4: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      return 1</a:t>
            </a:r>
          </a:p>
          <a:p>
            <a:r>
              <a:rPr lang="en-US" dirty="0">
                <a:latin typeface="Consolas" panose="020B0609020204030204" pitchFamily="49" charset="0"/>
              </a:rPr>
              <a:t>    return </a:t>
            </a:r>
            <a:r>
              <a:rPr lang="en-US" dirty="0" err="1">
                <a:latin typeface="Consolas" panose="020B0609020204030204" pitchFamily="49" charset="0"/>
              </a:rPr>
              <a:t>len</a:t>
            </a:r>
            <a:r>
              <a:rPr lang="en-US" dirty="0">
                <a:latin typeface="Consolas" panose="020B0609020204030204" pitchFamily="49" charset="0"/>
              </a:rPr>
              <a:t>(word) +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pangram_bonus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(word,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puzzle_letters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)</a:t>
            </a:r>
            <a:endParaRPr lang="en-AU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endParaRPr lang="en-AU" dirty="0">
              <a:latin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BBE611-13AC-253A-2167-44FB4C747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82</a:t>
            </a:fld>
            <a:endParaRPr lang="en-A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B5B573-6575-B53B-5505-BABD27DD40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4" y="3150700"/>
            <a:ext cx="2201093" cy="329777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DC977BE-A9AC-271D-ED5B-98BB4E407FB7}"/>
              </a:ext>
            </a:extLst>
          </p:cNvPr>
          <p:cNvSpPr txBox="1"/>
          <p:nvPr/>
        </p:nvSpPr>
        <p:spPr>
          <a:xfrm>
            <a:off x="2387307" y="3455773"/>
            <a:ext cx="1688819" cy="230832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dirty="0"/>
              <a:t>Some words:</a:t>
            </a:r>
          </a:p>
          <a:p>
            <a:r>
              <a:rPr lang="en-CA" dirty="0"/>
              <a:t>TA</a:t>
            </a:r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E,  4</a:t>
            </a:r>
          </a:p>
          <a:p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ATH, 4</a:t>
            </a:r>
          </a:p>
          <a:p>
            <a:r>
              <a:rPr lang="en-CA" dirty="0"/>
              <a:t>CHEA</a:t>
            </a:r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, 5</a:t>
            </a:r>
          </a:p>
          <a:p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ATCH, 5</a:t>
            </a:r>
          </a:p>
          <a:p>
            <a:r>
              <a:rPr lang="en-CA" dirty="0"/>
              <a:t>A</a:t>
            </a:r>
            <a:r>
              <a:rPr lang="en-CA" dirty="0">
                <a:solidFill>
                  <a:srgbClr val="00B050"/>
                </a:solidFill>
              </a:rPr>
              <a:t>PP</a:t>
            </a:r>
            <a:r>
              <a:rPr lang="en-CA" dirty="0"/>
              <a:t>ETITE, 8</a:t>
            </a:r>
          </a:p>
          <a:p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ATHETIC, 15</a:t>
            </a:r>
          </a:p>
          <a:p>
            <a:r>
              <a:rPr lang="en-CA" dirty="0"/>
              <a:t>…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138AB1-5DEA-264C-5302-9F5B1EC9D93B}"/>
              </a:ext>
            </a:extLst>
          </p:cNvPr>
          <p:cNvSpPr txBox="1"/>
          <p:nvPr/>
        </p:nvSpPr>
        <p:spPr>
          <a:xfrm>
            <a:off x="7959605" y="317810"/>
            <a:ext cx="1423294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The required letter: </a:t>
            </a:r>
            <a:r>
              <a:rPr lang="en-CA" b="1" dirty="0"/>
              <a:t>P</a:t>
            </a:r>
            <a:r>
              <a:rPr lang="en-CA" dirty="0"/>
              <a:t> 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3841280-C96C-862D-C412-7732DD54195D}"/>
              </a:ext>
            </a:extLst>
          </p:cNvPr>
          <p:cNvCxnSpPr>
            <a:cxnSpLocks/>
            <a:stCxn id="10" idx="2"/>
          </p:cNvCxnSpPr>
          <p:nvPr/>
        </p:nvCxnSpPr>
        <p:spPr>
          <a:xfrm flipH="1">
            <a:off x="8301253" y="964141"/>
            <a:ext cx="369999" cy="7246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3AF6012-3D35-32D8-A561-A631544857A1}"/>
              </a:ext>
            </a:extLst>
          </p:cNvPr>
          <p:cNvSpPr txBox="1"/>
          <p:nvPr/>
        </p:nvSpPr>
        <p:spPr>
          <a:xfrm>
            <a:off x="10097324" y="247788"/>
            <a:ext cx="1423294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All seven letters: </a:t>
            </a:r>
            <a:r>
              <a:rPr lang="en-CA" b="1" dirty="0"/>
              <a:t>CIHPETA</a:t>
            </a:r>
            <a:r>
              <a:rPr lang="en-CA" dirty="0"/>
              <a:t> 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69FE185-3249-E92B-9E41-A340F4CFE674}"/>
              </a:ext>
            </a:extLst>
          </p:cNvPr>
          <p:cNvCxnSpPr>
            <a:cxnSpLocks/>
          </p:cNvCxnSpPr>
          <p:nvPr/>
        </p:nvCxnSpPr>
        <p:spPr>
          <a:xfrm flipH="1">
            <a:off x="9646508" y="1171118"/>
            <a:ext cx="448039" cy="5176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A482EFD5-34E4-62C4-9632-22A8EE725429}"/>
              </a:ext>
            </a:extLst>
          </p:cNvPr>
          <p:cNvSpPr txBox="1"/>
          <p:nvPr/>
        </p:nvSpPr>
        <p:spPr>
          <a:xfrm>
            <a:off x="5031083" y="386287"/>
            <a:ext cx="1565991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The word we want to score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F52F50B-71E9-0080-0FF2-99FD269F3EAE}"/>
              </a:ext>
            </a:extLst>
          </p:cNvPr>
          <p:cNvCxnSpPr>
            <a:cxnSpLocks/>
          </p:cNvCxnSpPr>
          <p:nvPr/>
        </p:nvCxnSpPr>
        <p:spPr>
          <a:xfrm>
            <a:off x="6597074" y="1032618"/>
            <a:ext cx="283857" cy="7220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746548D-4ABA-E7FA-38EE-76DEC52242C3}"/>
              </a:ext>
            </a:extLst>
          </p:cNvPr>
          <p:cNvSpPr txBox="1"/>
          <p:nvPr/>
        </p:nvSpPr>
        <p:spPr>
          <a:xfrm>
            <a:off x="4718564" y="5169243"/>
            <a:ext cx="525015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def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pangram_bonus</a:t>
            </a:r>
            <a:r>
              <a:rPr lang="en-US" dirty="0">
                <a:latin typeface="Consolas" panose="020B0609020204030204" pitchFamily="49" charset="0"/>
              </a:rPr>
              <a:t>(word, </a:t>
            </a:r>
            <a:r>
              <a:rPr lang="en-US" dirty="0" err="1">
                <a:latin typeface="Consolas" panose="020B0609020204030204" pitchFamily="49" charset="0"/>
              </a:rPr>
              <a:t>puzzle_letters</a:t>
            </a:r>
            <a:r>
              <a:rPr lang="en-US" dirty="0">
                <a:latin typeface="Consolas" panose="020B0609020204030204" pitchFamily="49" charset="0"/>
              </a:rPr>
              <a:t>):</a:t>
            </a:r>
          </a:p>
          <a:p>
            <a:r>
              <a:rPr lang="en-US" dirty="0">
                <a:latin typeface="Consolas" panose="020B0609020204030204" pitchFamily="49" charset="0"/>
              </a:rPr>
              <a:t>    for c in </a:t>
            </a:r>
            <a:r>
              <a:rPr lang="en-US" dirty="0" err="1">
                <a:latin typeface="Consolas" panose="020B0609020204030204" pitchFamily="49" charset="0"/>
              </a:rPr>
              <a:t>puzzle_letters</a:t>
            </a:r>
            <a:r>
              <a:rPr lang="en-US" dirty="0">
                <a:latin typeface="Consolas" panose="020B0609020204030204" pitchFamily="49" charset="0"/>
              </a:rPr>
              <a:t>:</a:t>
            </a:r>
          </a:p>
          <a:p>
            <a:r>
              <a:rPr lang="en-US" dirty="0">
                <a:latin typeface="Consolas" panose="020B0609020204030204" pitchFamily="49" charset="0"/>
              </a:rPr>
              <a:t>        if c not in word:</a:t>
            </a:r>
          </a:p>
          <a:p>
            <a:r>
              <a:rPr lang="en-US" dirty="0">
                <a:latin typeface="Consolas" panose="020B0609020204030204" pitchFamily="49" charset="0"/>
              </a:rPr>
              <a:t>            return 0</a:t>
            </a:r>
          </a:p>
          <a:p>
            <a:r>
              <a:rPr lang="en-US" dirty="0">
                <a:latin typeface="Consolas" panose="020B0609020204030204" pitchFamily="49" charset="0"/>
              </a:rPr>
              <a:t>    return 7</a:t>
            </a:r>
            <a:endParaRPr lang="en-AU" dirty="0"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B0C36F-EF08-2EE5-EBF5-266FE4C8DF4E}"/>
              </a:ext>
            </a:extLst>
          </p:cNvPr>
          <p:cNvSpPr txBox="1"/>
          <p:nvPr/>
        </p:nvSpPr>
        <p:spPr>
          <a:xfrm>
            <a:off x="143641" y="119096"/>
            <a:ext cx="3932485" cy="286232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dirty="0"/>
              <a:t>3 or fewer letters: 0 points</a:t>
            </a:r>
          </a:p>
          <a:p>
            <a:r>
              <a:rPr lang="en-CA" dirty="0"/>
              <a:t>4 letters: 1 point</a:t>
            </a:r>
          </a:p>
          <a:p>
            <a:r>
              <a:rPr lang="en-CA" dirty="0"/>
              <a:t>5 or more letters: 1 point per letter</a:t>
            </a:r>
          </a:p>
          <a:p>
            <a:endParaRPr lang="en-CA" dirty="0"/>
          </a:p>
          <a:p>
            <a:r>
              <a:rPr lang="en-CA" b="1" dirty="0"/>
              <a:t>Pangram bonus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7 bonus points if all 7 different letters are used (plus you still get 1 point per letter)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Each puzzle is guaranteed to have at least one pangram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0BFF4D1-EA94-60EE-8A06-696FAEA6F8CF}"/>
                  </a:ext>
                </a:extLst>
              </p14:cNvPr>
              <p14:cNvContentPartPr/>
              <p14:nvPr/>
            </p14:nvContentPartPr>
            <p14:xfrm>
              <a:off x="5651640" y="4774680"/>
              <a:ext cx="4121280" cy="11628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0BFF4D1-EA94-60EE-8A06-696FAEA6F8C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642280" y="4765320"/>
                <a:ext cx="4140000" cy="1181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4907900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ED214-52ED-EE26-2180-3B5F53EC0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D4EBD9-3980-291E-A0C4-084B15298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83</a:t>
            </a:fld>
            <a:endParaRPr lang="en-A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1E546A-7957-3A35-4DBA-8B0CD16166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4" y="3150700"/>
            <a:ext cx="2201093" cy="329777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29858A1-7327-13CC-9023-7C3C615F6C1D}"/>
              </a:ext>
            </a:extLst>
          </p:cNvPr>
          <p:cNvSpPr txBox="1"/>
          <p:nvPr/>
        </p:nvSpPr>
        <p:spPr>
          <a:xfrm>
            <a:off x="2387307" y="3455773"/>
            <a:ext cx="1688819" cy="230832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dirty="0"/>
              <a:t>Some words:</a:t>
            </a:r>
          </a:p>
          <a:p>
            <a:r>
              <a:rPr lang="en-CA" dirty="0"/>
              <a:t>TA</a:t>
            </a:r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E,  4</a:t>
            </a:r>
          </a:p>
          <a:p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ATH, 4</a:t>
            </a:r>
          </a:p>
          <a:p>
            <a:r>
              <a:rPr lang="en-CA" dirty="0"/>
              <a:t>CHEA</a:t>
            </a:r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, 5</a:t>
            </a:r>
          </a:p>
          <a:p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ATCH, 5</a:t>
            </a:r>
          </a:p>
          <a:p>
            <a:r>
              <a:rPr lang="en-CA" dirty="0"/>
              <a:t>A</a:t>
            </a:r>
            <a:r>
              <a:rPr lang="en-CA" dirty="0">
                <a:solidFill>
                  <a:srgbClr val="00B050"/>
                </a:solidFill>
              </a:rPr>
              <a:t>PP</a:t>
            </a:r>
            <a:r>
              <a:rPr lang="en-CA" dirty="0"/>
              <a:t>ETITE, 8</a:t>
            </a:r>
          </a:p>
          <a:p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ATHETIC, 15</a:t>
            </a:r>
          </a:p>
          <a:p>
            <a:r>
              <a:rPr lang="en-CA" dirty="0"/>
              <a:t>…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332F2AD-5609-7C67-8159-11510EC2111D}"/>
              </a:ext>
            </a:extLst>
          </p:cNvPr>
          <p:cNvSpPr txBox="1"/>
          <p:nvPr/>
        </p:nvSpPr>
        <p:spPr>
          <a:xfrm>
            <a:off x="4857612" y="2484149"/>
            <a:ext cx="6643165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latin typeface="Consolas" panose="020B0609020204030204" pitchFamily="49" charset="0"/>
              </a:rPr>
              <a:t>print(</a:t>
            </a:r>
            <a:r>
              <a:rPr lang="en-AU" dirty="0" err="1">
                <a:latin typeface="Consolas" panose="020B0609020204030204" pitchFamily="49" charset="0"/>
              </a:rPr>
              <a:t>word_score</a:t>
            </a:r>
            <a:r>
              <a:rPr lang="en-AU" dirty="0">
                <a:latin typeface="Consolas" panose="020B0609020204030204" pitchFamily="49" charset="0"/>
              </a:rPr>
              <a:t>('TAPE', 'P', 'CIHPETA'))      # 1</a:t>
            </a:r>
          </a:p>
          <a:p>
            <a:r>
              <a:rPr lang="en-AU" dirty="0">
                <a:latin typeface="Consolas" panose="020B0609020204030204" pitchFamily="49" charset="0"/>
              </a:rPr>
              <a:t>print(</a:t>
            </a:r>
            <a:r>
              <a:rPr lang="en-AU" dirty="0" err="1">
                <a:latin typeface="Consolas" panose="020B0609020204030204" pitchFamily="49" charset="0"/>
              </a:rPr>
              <a:t>word_score</a:t>
            </a:r>
            <a:r>
              <a:rPr lang="en-AU" dirty="0">
                <a:latin typeface="Consolas" panose="020B0609020204030204" pitchFamily="49" charset="0"/>
              </a:rPr>
              <a:t>('PATH', 'P', 'CIHPETA'))      # 1</a:t>
            </a:r>
          </a:p>
          <a:p>
            <a:r>
              <a:rPr lang="en-AU" dirty="0">
                <a:latin typeface="Consolas" panose="020B0609020204030204" pitchFamily="49" charset="0"/>
              </a:rPr>
              <a:t>print(</a:t>
            </a:r>
            <a:r>
              <a:rPr lang="en-AU" dirty="0" err="1">
                <a:latin typeface="Consolas" panose="020B0609020204030204" pitchFamily="49" charset="0"/>
              </a:rPr>
              <a:t>word_score</a:t>
            </a:r>
            <a:r>
              <a:rPr lang="en-AU" dirty="0">
                <a:latin typeface="Consolas" panose="020B0609020204030204" pitchFamily="49" charset="0"/>
              </a:rPr>
              <a:t>('CHEAP', 'P', 'CIHPETA'))     # 5</a:t>
            </a:r>
          </a:p>
          <a:p>
            <a:r>
              <a:rPr lang="en-AU" dirty="0">
                <a:latin typeface="Consolas" panose="020B0609020204030204" pitchFamily="49" charset="0"/>
              </a:rPr>
              <a:t>print(</a:t>
            </a:r>
            <a:r>
              <a:rPr lang="en-AU" dirty="0" err="1">
                <a:latin typeface="Consolas" panose="020B0609020204030204" pitchFamily="49" charset="0"/>
              </a:rPr>
              <a:t>word_score</a:t>
            </a:r>
            <a:r>
              <a:rPr lang="en-AU" dirty="0">
                <a:latin typeface="Consolas" panose="020B0609020204030204" pitchFamily="49" charset="0"/>
              </a:rPr>
              <a:t>('PATCH', 'P', 'CIHPETA'))     # 5</a:t>
            </a:r>
          </a:p>
          <a:p>
            <a:r>
              <a:rPr lang="en-AU" dirty="0">
                <a:latin typeface="Consolas" panose="020B0609020204030204" pitchFamily="49" charset="0"/>
              </a:rPr>
              <a:t>print(</a:t>
            </a:r>
            <a:r>
              <a:rPr lang="en-AU" dirty="0" err="1">
                <a:latin typeface="Consolas" panose="020B0609020204030204" pitchFamily="49" charset="0"/>
              </a:rPr>
              <a:t>word_score</a:t>
            </a:r>
            <a:r>
              <a:rPr lang="en-AU" dirty="0">
                <a:latin typeface="Consolas" panose="020B0609020204030204" pitchFamily="49" charset="0"/>
              </a:rPr>
              <a:t>('APPETITE', 'P', 'CIHPETA'))  # 8</a:t>
            </a:r>
          </a:p>
          <a:p>
            <a:r>
              <a:rPr lang="en-AU" dirty="0">
                <a:latin typeface="Consolas" panose="020B0609020204030204" pitchFamily="49" charset="0"/>
              </a:rPr>
              <a:t>print(</a:t>
            </a:r>
            <a:r>
              <a:rPr lang="en-AU" dirty="0" err="1">
                <a:latin typeface="Consolas" panose="020B0609020204030204" pitchFamily="49" charset="0"/>
              </a:rPr>
              <a:t>word_score</a:t>
            </a:r>
            <a:r>
              <a:rPr lang="en-AU" dirty="0">
                <a:latin typeface="Consolas" panose="020B0609020204030204" pitchFamily="49" charset="0"/>
              </a:rPr>
              <a:t>('PATHETIC', 'P', 'CIHPETA'))  # 15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1ED180E-7A76-103A-A5EF-F6B6E677EE64}"/>
              </a:ext>
            </a:extLst>
          </p:cNvPr>
          <p:cNvSpPr txBox="1"/>
          <p:nvPr/>
        </p:nvSpPr>
        <p:spPr>
          <a:xfrm>
            <a:off x="143641" y="119096"/>
            <a:ext cx="3932485" cy="286232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dirty="0"/>
              <a:t>3 or fewer letters: 0 points</a:t>
            </a:r>
          </a:p>
          <a:p>
            <a:r>
              <a:rPr lang="en-CA" dirty="0"/>
              <a:t>4 letters: 1 point</a:t>
            </a:r>
          </a:p>
          <a:p>
            <a:r>
              <a:rPr lang="en-CA" dirty="0"/>
              <a:t>5 or more letters: 1 point per letter</a:t>
            </a:r>
          </a:p>
          <a:p>
            <a:endParaRPr lang="en-CA" dirty="0"/>
          </a:p>
          <a:p>
            <a:r>
              <a:rPr lang="en-CA" b="1" dirty="0"/>
              <a:t>Pangram bonus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7 bonus points if all 7 different letters are used (plus you still get 1 point per letter)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Each puzzle is guaranteed to have at least one pangram</a:t>
            </a:r>
          </a:p>
        </p:txBody>
      </p:sp>
    </p:spTree>
    <p:extLst>
      <p:ext uri="{BB962C8B-B14F-4D97-AF65-F5344CB8AC3E}">
        <p14:creationId xmlns:p14="http://schemas.microsoft.com/office/powerpoint/2010/main" val="412651432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3DD00C-3D17-5583-4950-4230272F0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C00E6D-5091-1E38-E4A4-7EA5CDDA9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84</a:t>
            </a:fld>
            <a:endParaRPr lang="en-A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D9D6D9-161A-A041-CCD8-DF98CC164F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4" y="3150700"/>
            <a:ext cx="2201093" cy="329777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6D8F761-8EEA-FBDD-80F4-E8AD9E5C339C}"/>
              </a:ext>
            </a:extLst>
          </p:cNvPr>
          <p:cNvSpPr txBox="1"/>
          <p:nvPr/>
        </p:nvSpPr>
        <p:spPr>
          <a:xfrm>
            <a:off x="2387307" y="3455773"/>
            <a:ext cx="1688819" cy="230832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dirty="0"/>
              <a:t>Some words:</a:t>
            </a:r>
          </a:p>
          <a:p>
            <a:r>
              <a:rPr lang="en-CA" dirty="0"/>
              <a:t>TA</a:t>
            </a:r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E,  4</a:t>
            </a:r>
          </a:p>
          <a:p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ATH, 4</a:t>
            </a:r>
          </a:p>
          <a:p>
            <a:r>
              <a:rPr lang="en-CA" dirty="0"/>
              <a:t>CHEA</a:t>
            </a:r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, 5</a:t>
            </a:r>
          </a:p>
          <a:p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ATCH, 5</a:t>
            </a:r>
          </a:p>
          <a:p>
            <a:r>
              <a:rPr lang="en-CA" dirty="0"/>
              <a:t>A</a:t>
            </a:r>
            <a:r>
              <a:rPr lang="en-CA" dirty="0">
                <a:solidFill>
                  <a:srgbClr val="00B050"/>
                </a:solidFill>
              </a:rPr>
              <a:t>PP</a:t>
            </a:r>
            <a:r>
              <a:rPr lang="en-CA" dirty="0"/>
              <a:t>ETITE, 8</a:t>
            </a:r>
          </a:p>
          <a:p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ATHETIC, 15</a:t>
            </a:r>
          </a:p>
          <a:p>
            <a:r>
              <a:rPr lang="en-CA" dirty="0"/>
              <a:t>…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A7E02D-F94E-03EF-BB37-95D82E705B72}"/>
              </a:ext>
            </a:extLst>
          </p:cNvPr>
          <p:cNvSpPr txBox="1"/>
          <p:nvPr/>
        </p:nvSpPr>
        <p:spPr>
          <a:xfrm>
            <a:off x="6246734" y="518984"/>
            <a:ext cx="336682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How can use the </a:t>
            </a:r>
            <a:r>
              <a:rPr lang="en-CA" dirty="0" err="1">
                <a:latin typeface="Consolas" panose="020B0609020204030204" pitchFamily="49" charset="0"/>
              </a:rPr>
              <a:t>word_score</a:t>
            </a:r>
            <a:r>
              <a:rPr lang="en-CA" dirty="0">
                <a:latin typeface="Consolas" panose="020B0609020204030204" pitchFamily="49" charset="0"/>
              </a:rPr>
              <a:t> </a:t>
            </a:r>
            <a:r>
              <a:rPr lang="en-CA" dirty="0"/>
              <a:t>function to find </a:t>
            </a:r>
            <a:r>
              <a:rPr lang="en-CA" b="1" dirty="0"/>
              <a:t>all</a:t>
            </a:r>
            <a:r>
              <a:rPr lang="en-CA" dirty="0"/>
              <a:t> the valid words in a Spelling Bee puzzle?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D0445C-C0B9-DD9B-A990-057013B90790}"/>
              </a:ext>
            </a:extLst>
          </p:cNvPr>
          <p:cNvSpPr txBox="1"/>
          <p:nvPr/>
        </p:nvSpPr>
        <p:spPr>
          <a:xfrm>
            <a:off x="143641" y="119096"/>
            <a:ext cx="3932485" cy="286232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dirty="0"/>
              <a:t>3 or fewer letters: 0 points</a:t>
            </a:r>
          </a:p>
          <a:p>
            <a:r>
              <a:rPr lang="en-CA" dirty="0"/>
              <a:t>4 letters: 1 point</a:t>
            </a:r>
          </a:p>
          <a:p>
            <a:r>
              <a:rPr lang="en-CA" dirty="0"/>
              <a:t>5 or more letters: 1 point per letter</a:t>
            </a:r>
          </a:p>
          <a:p>
            <a:endParaRPr lang="en-CA" dirty="0"/>
          </a:p>
          <a:p>
            <a:r>
              <a:rPr lang="en-CA" b="1" dirty="0"/>
              <a:t>Pangram bonus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7 bonus points if all 7 different letters are used (plus you still get 1 point per letter)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Each puzzle is guaranteed to have at least one pangram</a:t>
            </a:r>
          </a:p>
        </p:txBody>
      </p:sp>
    </p:spTree>
    <p:extLst>
      <p:ext uri="{BB962C8B-B14F-4D97-AF65-F5344CB8AC3E}">
        <p14:creationId xmlns:p14="http://schemas.microsoft.com/office/powerpoint/2010/main" val="129344847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EB987-8E8A-9945-0810-26C3E0859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62A123-8F8E-214E-7062-508054CB2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85</a:t>
            </a:fld>
            <a:endParaRPr lang="en-A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13C0BE-8559-3EB1-7785-FAF6DC5497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4" y="3150700"/>
            <a:ext cx="2201093" cy="329777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AA658DB-51D0-037D-1028-BFEFC2EA4C55}"/>
              </a:ext>
            </a:extLst>
          </p:cNvPr>
          <p:cNvSpPr txBox="1"/>
          <p:nvPr/>
        </p:nvSpPr>
        <p:spPr>
          <a:xfrm>
            <a:off x="2387307" y="3455773"/>
            <a:ext cx="1688819" cy="230832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dirty="0"/>
              <a:t>Some words:</a:t>
            </a:r>
          </a:p>
          <a:p>
            <a:r>
              <a:rPr lang="en-CA" dirty="0"/>
              <a:t>TA</a:t>
            </a:r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E,  4</a:t>
            </a:r>
          </a:p>
          <a:p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ATH, 4</a:t>
            </a:r>
          </a:p>
          <a:p>
            <a:r>
              <a:rPr lang="en-CA" dirty="0"/>
              <a:t>CHEA</a:t>
            </a:r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, 5</a:t>
            </a:r>
          </a:p>
          <a:p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ATCH, 5</a:t>
            </a:r>
          </a:p>
          <a:p>
            <a:r>
              <a:rPr lang="en-CA" dirty="0"/>
              <a:t>A</a:t>
            </a:r>
            <a:r>
              <a:rPr lang="en-CA" dirty="0">
                <a:solidFill>
                  <a:srgbClr val="00B050"/>
                </a:solidFill>
              </a:rPr>
              <a:t>PP</a:t>
            </a:r>
            <a:r>
              <a:rPr lang="en-CA" dirty="0"/>
              <a:t>ETITE, 8</a:t>
            </a:r>
          </a:p>
          <a:p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ATHETIC, 15</a:t>
            </a:r>
          </a:p>
          <a:p>
            <a:r>
              <a:rPr lang="en-CA" dirty="0"/>
              <a:t>…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6AC7D00-8FA8-8E6A-F822-4F5436216ACD}"/>
              </a:ext>
            </a:extLst>
          </p:cNvPr>
          <p:cNvSpPr txBox="1"/>
          <p:nvPr/>
        </p:nvSpPr>
        <p:spPr>
          <a:xfrm>
            <a:off x="6246734" y="518984"/>
            <a:ext cx="336682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How can use the </a:t>
            </a:r>
            <a:r>
              <a:rPr lang="en-CA" dirty="0" err="1">
                <a:latin typeface="Consolas" panose="020B0609020204030204" pitchFamily="49" charset="0"/>
              </a:rPr>
              <a:t>word_score</a:t>
            </a:r>
            <a:r>
              <a:rPr lang="en-CA" dirty="0">
                <a:latin typeface="Consolas" panose="020B0609020204030204" pitchFamily="49" charset="0"/>
              </a:rPr>
              <a:t> </a:t>
            </a:r>
            <a:r>
              <a:rPr lang="en-CA" dirty="0"/>
              <a:t>function to find </a:t>
            </a:r>
            <a:r>
              <a:rPr lang="en-CA" b="1" dirty="0"/>
              <a:t>all</a:t>
            </a:r>
            <a:r>
              <a:rPr lang="en-CA" dirty="0"/>
              <a:t> the valid words in a Spelling Bee puzzle?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FCCC38-741F-1EFA-71D0-132B48B6DB66}"/>
              </a:ext>
            </a:extLst>
          </p:cNvPr>
          <p:cNvSpPr txBox="1"/>
          <p:nvPr/>
        </p:nvSpPr>
        <p:spPr>
          <a:xfrm>
            <a:off x="6096000" y="1886465"/>
            <a:ext cx="5672066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For each </a:t>
            </a:r>
            <a:r>
              <a:rPr lang="en-CA" b="1" dirty="0"/>
              <a:t>word</a:t>
            </a:r>
            <a:r>
              <a:rPr lang="en-CA" dirty="0"/>
              <a:t> in </a:t>
            </a:r>
            <a:r>
              <a:rPr lang="en-CA" b="1" dirty="0"/>
              <a:t>words.txt </a:t>
            </a:r>
            <a:r>
              <a:rPr lang="en-CA" dirty="0"/>
              <a:t>do the following: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If the Spelling Bee score of </a:t>
            </a:r>
            <a:r>
              <a:rPr lang="en-CA" b="1" dirty="0"/>
              <a:t>word</a:t>
            </a:r>
            <a:r>
              <a:rPr lang="en-CA" dirty="0"/>
              <a:t> is non-zero,</a:t>
            </a:r>
            <a:br>
              <a:rPr lang="en-CA" dirty="0"/>
            </a:br>
            <a:r>
              <a:rPr lang="en-CA" dirty="0"/>
              <a:t>print it.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dirty="0"/>
          </a:p>
          <a:p>
            <a:r>
              <a:rPr lang="en-CA" dirty="0"/>
              <a:t>When done, print a count of many words were found,</a:t>
            </a:r>
          </a:p>
          <a:p>
            <a:r>
              <a:rPr lang="en-CA" dirty="0"/>
              <a:t>and the sum of all scores (which is the highest possible </a:t>
            </a:r>
          </a:p>
          <a:p>
            <a:r>
              <a:rPr lang="en-CA" dirty="0"/>
              <a:t>score for the puzzle).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AECEDE-0163-7D72-1A0D-A9624FDA574C}"/>
              </a:ext>
            </a:extLst>
          </p:cNvPr>
          <p:cNvSpPr txBox="1"/>
          <p:nvPr/>
        </p:nvSpPr>
        <p:spPr>
          <a:xfrm>
            <a:off x="7930145" y="4361941"/>
            <a:ext cx="3544966" cy="175432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Note</a:t>
            </a:r>
            <a:r>
              <a:rPr lang="en-CA" dirty="0"/>
              <a:t>: The official Spelling Bee puzzle has its own personal list of allowable words, which is not the same as </a:t>
            </a:r>
            <a:r>
              <a:rPr lang="en-CA" b="1" dirty="0" err="1"/>
              <a:t>words.txt</a:t>
            </a:r>
            <a:r>
              <a:rPr lang="en-CA" dirty="0"/>
              <a:t>. So we might miss some words, or claim some words the official puzzle rejects.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317DB9-B17B-48F0-5368-E5AC938DFEFD}"/>
              </a:ext>
            </a:extLst>
          </p:cNvPr>
          <p:cNvSpPr txBox="1"/>
          <p:nvPr/>
        </p:nvSpPr>
        <p:spPr>
          <a:xfrm>
            <a:off x="143641" y="119096"/>
            <a:ext cx="3932485" cy="286232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dirty="0"/>
              <a:t>3 or fewer letters: 0 points</a:t>
            </a:r>
          </a:p>
          <a:p>
            <a:r>
              <a:rPr lang="en-CA" dirty="0"/>
              <a:t>4 letters: 1 point</a:t>
            </a:r>
          </a:p>
          <a:p>
            <a:r>
              <a:rPr lang="en-CA" dirty="0"/>
              <a:t>5 or more letters: 1 point per letter</a:t>
            </a:r>
          </a:p>
          <a:p>
            <a:endParaRPr lang="en-CA" dirty="0"/>
          </a:p>
          <a:p>
            <a:r>
              <a:rPr lang="en-CA" b="1" dirty="0"/>
              <a:t>Pangram bonus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7 bonus points if all 7 different letters are used (plus you still get 1 point per letter)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Each puzzle is guaranteed to have at least one pangram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7AF99103-CC09-66BF-A9FF-68C5B385DC80}"/>
                  </a:ext>
                </a:extLst>
              </p14:cNvPr>
              <p14:cNvContentPartPr/>
              <p14:nvPr/>
            </p14:nvContentPartPr>
            <p14:xfrm>
              <a:off x="5879880" y="1860480"/>
              <a:ext cx="146880" cy="23691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7AF99103-CC09-66BF-A9FF-68C5B385DC8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870520" y="1851120"/>
                <a:ext cx="165600" cy="2387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1622308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CD4AB-ED99-0AB7-A82B-5E4D559FA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22201F-FAA4-C9E5-896F-49B7FCC3B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86</a:t>
            </a:fld>
            <a:endParaRPr lang="en-A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75A0BEA-9C66-D235-B5F1-313684E7A7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4" y="3150700"/>
            <a:ext cx="2201093" cy="329777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3159D6F-F38F-B5C3-FD13-A1BCA4F33725}"/>
              </a:ext>
            </a:extLst>
          </p:cNvPr>
          <p:cNvSpPr txBox="1"/>
          <p:nvPr/>
        </p:nvSpPr>
        <p:spPr>
          <a:xfrm>
            <a:off x="2387307" y="3455773"/>
            <a:ext cx="1688819" cy="230832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dirty="0"/>
              <a:t>Some words:</a:t>
            </a:r>
          </a:p>
          <a:p>
            <a:r>
              <a:rPr lang="en-CA" dirty="0"/>
              <a:t>TA</a:t>
            </a:r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E,  4</a:t>
            </a:r>
          </a:p>
          <a:p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ATH, 4</a:t>
            </a:r>
          </a:p>
          <a:p>
            <a:r>
              <a:rPr lang="en-CA" dirty="0"/>
              <a:t>CHEA</a:t>
            </a:r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, 5</a:t>
            </a:r>
          </a:p>
          <a:p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ATCH, 5</a:t>
            </a:r>
          </a:p>
          <a:p>
            <a:r>
              <a:rPr lang="en-CA" dirty="0"/>
              <a:t>A</a:t>
            </a:r>
            <a:r>
              <a:rPr lang="en-CA" dirty="0">
                <a:solidFill>
                  <a:srgbClr val="00B050"/>
                </a:solidFill>
              </a:rPr>
              <a:t>PP</a:t>
            </a:r>
            <a:r>
              <a:rPr lang="en-CA" dirty="0"/>
              <a:t>ETITE, 8</a:t>
            </a:r>
          </a:p>
          <a:p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ATHETIC, 15</a:t>
            </a:r>
          </a:p>
          <a:p>
            <a:r>
              <a:rPr lang="en-CA" dirty="0"/>
              <a:t>…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02DE20-4740-E599-D8A9-90E09B216072}"/>
              </a:ext>
            </a:extLst>
          </p:cNvPr>
          <p:cNvSpPr txBox="1"/>
          <p:nvPr/>
        </p:nvSpPr>
        <p:spPr>
          <a:xfrm>
            <a:off x="6246734" y="518984"/>
            <a:ext cx="336682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How can use the </a:t>
            </a:r>
            <a:r>
              <a:rPr lang="en-CA" dirty="0" err="1">
                <a:latin typeface="Consolas" panose="020B0609020204030204" pitchFamily="49" charset="0"/>
              </a:rPr>
              <a:t>word_score</a:t>
            </a:r>
            <a:r>
              <a:rPr lang="en-CA" dirty="0">
                <a:latin typeface="Consolas" panose="020B0609020204030204" pitchFamily="49" charset="0"/>
              </a:rPr>
              <a:t> </a:t>
            </a:r>
            <a:r>
              <a:rPr lang="en-CA" dirty="0"/>
              <a:t>function to find </a:t>
            </a:r>
            <a:r>
              <a:rPr lang="en-CA" b="1" dirty="0"/>
              <a:t>all</a:t>
            </a:r>
            <a:r>
              <a:rPr lang="en-CA" dirty="0"/>
              <a:t> the valid words in Spelling Bee puzzle?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500349-6A04-0D1E-FD63-9FD1660106DF}"/>
              </a:ext>
            </a:extLst>
          </p:cNvPr>
          <p:cNvSpPr txBox="1"/>
          <p:nvPr/>
        </p:nvSpPr>
        <p:spPr>
          <a:xfrm>
            <a:off x="4794423" y="1567686"/>
            <a:ext cx="7974468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 err="1">
                <a:latin typeface="Consolas" panose="020B0609020204030204" pitchFamily="49" charset="0"/>
              </a:rPr>
              <a:t>puzzle_letters</a:t>
            </a:r>
            <a:r>
              <a:rPr lang="en-CA" dirty="0">
                <a:latin typeface="Consolas" panose="020B0609020204030204" pitchFamily="49" charset="0"/>
              </a:rPr>
              <a:t> = 'CIHPETA'</a:t>
            </a:r>
          </a:p>
          <a:p>
            <a:r>
              <a:rPr lang="en-CA" dirty="0" err="1">
                <a:latin typeface="Consolas" panose="020B0609020204030204" pitchFamily="49" charset="0"/>
              </a:rPr>
              <a:t>required_letter</a:t>
            </a:r>
            <a:r>
              <a:rPr lang="en-CA" dirty="0">
                <a:latin typeface="Consolas" panose="020B0609020204030204" pitchFamily="49" charset="0"/>
              </a:rPr>
              <a:t> = 'P'</a:t>
            </a:r>
          </a:p>
          <a:p>
            <a:endParaRPr lang="en-CA" dirty="0">
              <a:latin typeface="Consolas" panose="020B0609020204030204" pitchFamily="49" charset="0"/>
            </a:endParaRPr>
          </a:p>
          <a:p>
            <a:r>
              <a:rPr lang="en-CA" dirty="0" err="1">
                <a:latin typeface="Consolas" panose="020B0609020204030204" pitchFamily="49" charset="0"/>
              </a:rPr>
              <a:t>total_score</a:t>
            </a:r>
            <a:r>
              <a:rPr lang="en-CA" dirty="0">
                <a:latin typeface="Consolas" panose="020B0609020204030204" pitchFamily="49" charset="0"/>
              </a:rPr>
              <a:t> = 0</a:t>
            </a:r>
            <a:br>
              <a:rPr lang="en-CA" dirty="0">
                <a:latin typeface="Consolas" panose="020B0609020204030204" pitchFamily="49" charset="0"/>
              </a:rPr>
            </a:br>
            <a:r>
              <a:rPr lang="en-CA" dirty="0" err="1">
                <a:latin typeface="Consolas" panose="020B0609020204030204" pitchFamily="49" charset="0"/>
              </a:rPr>
              <a:t>scoring_words</a:t>
            </a:r>
            <a:r>
              <a:rPr lang="en-CA" dirty="0">
                <a:latin typeface="Consolas" panose="020B0609020204030204" pitchFamily="49" charset="0"/>
              </a:rPr>
              <a:t> = 0</a:t>
            </a:r>
          </a:p>
          <a:p>
            <a:r>
              <a:rPr lang="en-CA" dirty="0" err="1">
                <a:latin typeface="Consolas" panose="020B0609020204030204" pitchFamily="49" charset="0"/>
              </a:rPr>
              <a:t>file_object</a:t>
            </a:r>
            <a:r>
              <a:rPr lang="en-CA" dirty="0">
                <a:latin typeface="Consolas" panose="020B0609020204030204" pitchFamily="49" charset="0"/>
              </a:rPr>
              <a:t> = open('words.txt')</a:t>
            </a:r>
          </a:p>
          <a:p>
            <a:r>
              <a:rPr lang="en-CA" dirty="0">
                <a:latin typeface="Consolas" panose="020B0609020204030204" pitchFamily="49" charset="0"/>
              </a:rPr>
              <a:t>for w in </a:t>
            </a:r>
            <a:r>
              <a:rPr lang="en-CA" dirty="0" err="1">
                <a:latin typeface="Consolas" panose="020B0609020204030204" pitchFamily="49" charset="0"/>
              </a:rPr>
              <a:t>file_object</a:t>
            </a:r>
            <a:r>
              <a:rPr lang="en-CA" dirty="0">
                <a:latin typeface="Consolas" panose="020B0609020204030204" pitchFamily="49" charset="0"/>
              </a:rPr>
              <a:t>:</a:t>
            </a:r>
          </a:p>
          <a:p>
            <a:r>
              <a:rPr lang="en-CA" dirty="0">
                <a:latin typeface="Consolas" panose="020B0609020204030204" pitchFamily="49" charset="0"/>
              </a:rPr>
              <a:t>    w = </a:t>
            </a:r>
            <a:r>
              <a:rPr lang="en-CA" dirty="0" err="1">
                <a:latin typeface="Consolas" panose="020B0609020204030204" pitchFamily="49" charset="0"/>
              </a:rPr>
              <a:t>w.strip</a:t>
            </a:r>
            <a:r>
              <a:rPr lang="en-CA" dirty="0">
                <a:latin typeface="Consolas" panose="020B0609020204030204" pitchFamily="49" charset="0"/>
              </a:rPr>
              <a:t>().upper()</a:t>
            </a:r>
          </a:p>
          <a:p>
            <a:r>
              <a:rPr lang="en-CA" dirty="0">
                <a:latin typeface="Consolas" panose="020B0609020204030204" pitchFamily="49" charset="0"/>
              </a:rPr>
              <a:t>    </a:t>
            </a:r>
          </a:p>
          <a:p>
            <a:r>
              <a:rPr lang="en-CA" dirty="0">
                <a:latin typeface="Consolas" panose="020B0609020204030204" pitchFamily="49" charset="0"/>
              </a:rPr>
              <a:t>    score = </a:t>
            </a:r>
            <a:r>
              <a:rPr lang="en-CA" dirty="0" err="1">
                <a:latin typeface="Consolas" panose="020B0609020204030204" pitchFamily="49" charset="0"/>
              </a:rPr>
              <a:t>word_score</a:t>
            </a:r>
            <a:r>
              <a:rPr lang="en-CA" dirty="0">
                <a:latin typeface="Consolas" panose="020B0609020204030204" pitchFamily="49" charset="0"/>
              </a:rPr>
              <a:t>(w, </a:t>
            </a:r>
            <a:r>
              <a:rPr lang="en-CA" dirty="0" err="1">
                <a:latin typeface="Consolas" panose="020B0609020204030204" pitchFamily="49" charset="0"/>
              </a:rPr>
              <a:t>required_letter</a:t>
            </a:r>
            <a:r>
              <a:rPr lang="en-CA" dirty="0">
                <a:latin typeface="Consolas" panose="020B0609020204030204" pitchFamily="49" charset="0"/>
              </a:rPr>
              <a:t>, </a:t>
            </a:r>
            <a:r>
              <a:rPr lang="en-CA" dirty="0" err="1">
                <a:latin typeface="Consolas" panose="020B0609020204030204" pitchFamily="49" charset="0"/>
              </a:rPr>
              <a:t>puzzle_letters</a:t>
            </a:r>
            <a:r>
              <a:rPr lang="en-CA" dirty="0">
                <a:latin typeface="Consolas" panose="020B0609020204030204" pitchFamily="49" charset="0"/>
              </a:rPr>
              <a:t>)</a:t>
            </a:r>
          </a:p>
          <a:p>
            <a:r>
              <a:rPr lang="en-CA" dirty="0">
                <a:latin typeface="Consolas" panose="020B0609020204030204" pitchFamily="49" charset="0"/>
              </a:rPr>
              <a:t>    if score &gt; 0:</a:t>
            </a:r>
            <a:br>
              <a:rPr lang="en-CA" dirty="0">
                <a:latin typeface="Consolas" panose="020B0609020204030204" pitchFamily="49" charset="0"/>
              </a:rPr>
            </a:br>
            <a:r>
              <a:rPr lang="en-CA" dirty="0">
                <a:latin typeface="Consolas" panose="020B0609020204030204" pitchFamily="49" charset="0"/>
              </a:rPr>
              <a:t>        </a:t>
            </a:r>
            <a:r>
              <a:rPr lang="en-CA" dirty="0" err="1">
                <a:latin typeface="Consolas" panose="020B0609020204030204" pitchFamily="49" charset="0"/>
              </a:rPr>
              <a:t>total_score</a:t>
            </a:r>
            <a:r>
              <a:rPr lang="en-CA" dirty="0">
                <a:latin typeface="Consolas" panose="020B0609020204030204" pitchFamily="49" charset="0"/>
              </a:rPr>
              <a:t> += score</a:t>
            </a:r>
          </a:p>
          <a:p>
            <a:r>
              <a:rPr lang="en-CA" dirty="0">
                <a:latin typeface="Consolas" panose="020B0609020204030204" pitchFamily="49" charset="0"/>
              </a:rPr>
              <a:t>        </a:t>
            </a:r>
            <a:r>
              <a:rPr lang="en-CA" dirty="0" err="1">
                <a:latin typeface="Consolas" panose="020B0609020204030204" pitchFamily="49" charset="0"/>
              </a:rPr>
              <a:t>scoring_words</a:t>
            </a:r>
            <a:r>
              <a:rPr lang="en-CA" dirty="0">
                <a:latin typeface="Consolas" panose="020B0609020204030204" pitchFamily="49" charset="0"/>
              </a:rPr>
              <a:t> += 1</a:t>
            </a:r>
          </a:p>
          <a:p>
            <a:r>
              <a:rPr lang="en-CA" dirty="0">
                <a:latin typeface="Consolas" panose="020B0609020204030204" pitchFamily="49" charset="0"/>
              </a:rPr>
              <a:t>        print(f'{w}, {score} points')</a:t>
            </a:r>
          </a:p>
          <a:p>
            <a:endParaRPr lang="en-CA" dirty="0">
              <a:latin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</a:rPr>
              <a:t>print()</a:t>
            </a:r>
          </a:p>
          <a:p>
            <a:r>
              <a:rPr lang="en-CA" dirty="0">
                <a:latin typeface="Consolas" panose="020B0609020204030204" pitchFamily="49" charset="0"/>
              </a:rPr>
              <a:t>print(</a:t>
            </a:r>
            <a:r>
              <a:rPr lang="en-CA" dirty="0" err="1">
                <a:latin typeface="Consolas" panose="020B0609020204030204" pitchFamily="49" charset="0"/>
              </a:rPr>
              <a:t>f'Total</a:t>
            </a:r>
            <a:r>
              <a:rPr lang="en-CA" dirty="0">
                <a:latin typeface="Consolas" panose="020B0609020204030204" pitchFamily="49" charset="0"/>
              </a:rPr>
              <a:t> score: {</a:t>
            </a:r>
            <a:r>
              <a:rPr lang="en-CA" dirty="0" err="1">
                <a:latin typeface="Consolas" panose="020B0609020204030204" pitchFamily="49" charset="0"/>
              </a:rPr>
              <a:t>total_score</a:t>
            </a:r>
            <a:r>
              <a:rPr lang="en-CA" dirty="0">
                <a:latin typeface="Consolas" panose="020B0609020204030204" pitchFamily="49" charset="0"/>
              </a:rPr>
              <a:t>}')</a:t>
            </a:r>
          </a:p>
          <a:p>
            <a:r>
              <a:rPr lang="en-CA" dirty="0">
                <a:latin typeface="Consolas" panose="020B0609020204030204" pitchFamily="49" charset="0"/>
              </a:rPr>
              <a:t>print(</a:t>
            </a:r>
            <a:r>
              <a:rPr lang="en-CA" dirty="0" err="1">
                <a:latin typeface="Consolas" panose="020B0609020204030204" pitchFamily="49" charset="0"/>
              </a:rPr>
              <a:t>f'Total</a:t>
            </a:r>
            <a:r>
              <a:rPr lang="en-CA" dirty="0">
                <a:latin typeface="Consolas" panose="020B0609020204030204" pitchFamily="49" charset="0"/>
              </a:rPr>
              <a:t> scoring words: {</a:t>
            </a:r>
            <a:r>
              <a:rPr lang="en-CA" dirty="0" err="1">
                <a:latin typeface="Consolas" panose="020B0609020204030204" pitchFamily="49" charset="0"/>
              </a:rPr>
              <a:t>scoring_words</a:t>
            </a:r>
            <a:r>
              <a:rPr lang="en-CA" dirty="0">
                <a:latin typeface="Consolas" panose="020B0609020204030204" pitchFamily="49" charset="0"/>
              </a:rPr>
              <a:t>}')</a:t>
            </a:r>
            <a:endParaRPr lang="en-AU" dirty="0"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24FC2C-71BC-E179-2C3C-54F23083FFAF}"/>
              </a:ext>
            </a:extLst>
          </p:cNvPr>
          <p:cNvSpPr txBox="1"/>
          <p:nvPr/>
        </p:nvSpPr>
        <p:spPr>
          <a:xfrm>
            <a:off x="143641" y="119096"/>
            <a:ext cx="3932485" cy="286232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dirty="0"/>
              <a:t>3 or fewer letters: 0 points</a:t>
            </a:r>
          </a:p>
          <a:p>
            <a:r>
              <a:rPr lang="en-CA" dirty="0"/>
              <a:t>4 letters: 1 point</a:t>
            </a:r>
          </a:p>
          <a:p>
            <a:r>
              <a:rPr lang="en-CA" dirty="0"/>
              <a:t>5 or more letters: 1 point per letter</a:t>
            </a:r>
          </a:p>
          <a:p>
            <a:endParaRPr lang="en-CA" dirty="0"/>
          </a:p>
          <a:p>
            <a:r>
              <a:rPr lang="en-CA" b="1" dirty="0"/>
              <a:t>Pangram bonus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7 bonus points if all 7 different letters are used (plus you still get 1 point per letter)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Each puzzle is guaranteed to have at least one pangram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20191589-4DBF-AE41-8ED3-A08A51B0EF28}"/>
                  </a:ext>
                </a:extLst>
              </p14:cNvPr>
              <p14:cNvContentPartPr/>
              <p14:nvPr/>
            </p14:nvContentPartPr>
            <p14:xfrm>
              <a:off x="4927680" y="1917720"/>
              <a:ext cx="5448600" cy="46872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20191589-4DBF-AE41-8ED3-A08A51B0EF2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918320" y="1908360"/>
                <a:ext cx="5467320" cy="4705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53056197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3D9A2E-EF78-6CDD-95EC-1A8166AFB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B130C4-5906-7724-CFF0-B54001908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87</a:t>
            </a:fld>
            <a:endParaRPr lang="en-A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370FFB2-C0CD-A903-C69F-0D0C8FE438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4" y="3150700"/>
            <a:ext cx="2201093" cy="329777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0D865B0-76AB-E215-49BB-67091B9EB008}"/>
              </a:ext>
            </a:extLst>
          </p:cNvPr>
          <p:cNvSpPr txBox="1"/>
          <p:nvPr/>
        </p:nvSpPr>
        <p:spPr>
          <a:xfrm>
            <a:off x="2387307" y="3455773"/>
            <a:ext cx="1688819" cy="230832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dirty="0"/>
              <a:t>Some words:</a:t>
            </a:r>
          </a:p>
          <a:p>
            <a:r>
              <a:rPr lang="en-CA" dirty="0"/>
              <a:t>TA</a:t>
            </a:r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E,  4</a:t>
            </a:r>
          </a:p>
          <a:p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ATH, 4</a:t>
            </a:r>
          </a:p>
          <a:p>
            <a:r>
              <a:rPr lang="en-CA" dirty="0"/>
              <a:t>CHEA</a:t>
            </a:r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, 5</a:t>
            </a:r>
          </a:p>
          <a:p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ATCH, 5</a:t>
            </a:r>
          </a:p>
          <a:p>
            <a:r>
              <a:rPr lang="en-CA" dirty="0"/>
              <a:t>A</a:t>
            </a:r>
            <a:r>
              <a:rPr lang="en-CA" dirty="0">
                <a:solidFill>
                  <a:srgbClr val="00B050"/>
                </a:solidFill>
              </a:rPr>
              <a:t>PP</a:t>
            </a:r>
            <a:r>
              <a:rPr lang="en-CA" dirty="0"/>
              <a:t>ETITE, 8</a:t>
            </a:r>
          </a:p>
          <a:p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ATHETIC, 15</a:t>
            </a:r>
          </a:p>
          <a:p>
            <a:r>
              <a:rPr lang="en-CA" dirty="0"/>
              <a:t>…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0C2437-B506-EEDF-8039-3D041AFBF699}"/>
              </a:ext>
            </a:extLst>
          </p:cNvPr>
          <p:cNvSpPr txBox="1"/>
          <p:nvPr/>
        </p:nvSpPr>
        <p:spPr>
          <a:xfrm>
            <a:off x="6246734" y="518984"/>
            <a:ext cx="336682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How can use the </a:t>
            </a:r>
            <a:r>
              <a:rPr lang="en-CA" dirty="0" err="1">
                <a:latin typeface="Consolas" panose="020B0609020204030204" pitchFamily="49" charset="0"/>
              </a:rPr>
              <a:t>word_score</a:t>
            </a:r>
            <a:r>
              <a:rPr lang="en-CA" dirty="0">
                <a:latin typeface="Consolas" panose="020B0609020204030204" pitchFamily="49" charset="0"/>
              </a:rPr>
              <a:t> </a:t>
            </a:r>
            <a:r>
              <a:rPr lang="en-CA" dirty="0"/>
              <a:t>function to find </a:t>
            </a:r>
            <a:r>
              <a:rPr lang="en-CA" b="1" dirty="0"/>
              <a:t>all</a:t>
            </a:r>
            <a:r>
              <a:rPr lang="en-CA" dirty="0"/>
              <a:t> the valid words in Spelling Bee puzzle?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3E71ED-3E6E-4891-EC34-E9120BA46C87}"/>
              </a:ext>
            </a:extLst>
          </p:cNvPr>
          <p:cNvSpPr txBox="1"/>
          <p:nvPr/>
        </p:nvSpPr>
        <p:spPr>
          <a:xfrm>
            <a:off x="4794423" y="1567686"/>
            <a:ext cx="797446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Consolas" panose="020B0609020204030204" pitchFamily="49" charset="0"/>
              </a:rPr>
              <a:t>ACCEPT, 6 points</a:t>
            </a:r>
          </a:p>
          <a:p>
            <a:r>
              <a:rPr lang="fr-FR" dirty="0">
                <a:latin typeface="Consolas" panose="020B0609020204030204" pitchFamily="49" charset="0"/>
              </a:rPr>
              <a:t>ACCEPTEE, 8 points</a:t>
            </a:r>
          </a:p>
          <a:p>
            <a:r>
              <a:rPr lang="fr-FR" dirty="0">
                <a:latin typeface="Consolas" panose="020B0609020204030204" pitchFamily="49" charset="0"/>
              </a:rPr>
              <a:t>APACE, 5 points</a:t>
            </a:r>
          </a:p>
          <a:p>
            <a:r>
              <a:rPr lang="fr-FR" dirty="0">
                <a:latin typeface="Consolas" panose="020B0609020204030204" pitchFamily="49" charset="0"/>
              </a:rPr>
              <a:t>APACHE, 6 points</a:t>
            </a:r>
          </a:p>
          <a:p>
            <a:r>
              <a:rPr lang="fr-FR" dirty="0">
                <a:latin typeface="Consolas" panose="020B0609020204030204" pitchFamily="49" charset="0"/>
              </a:rPr>
              <a:t>...</a:t>
            </a:r>
          </a:p>
          <a:p>
            <a:r>
              <a:rPr lang="en-US" dirty="0">
                <a:latin typeface="Consolas" panose="020B0609020204030204" pitchFamily="49" charset="0"/>
              </a:rPr>
              <a:t>TIPCAT, 6 points</a:t>
            </a:r>
          </a:p>
          <a:p>
            <a:r>
              <a:rPr lang="en-US" dirty="0">
                <a:latin typeface="Consolas" panose="020B0609020204030204" pitchFamily="49" charset="0"/>
              </a:rPr>
              <a:t>TIPI, 1 points</a:t>
            </a:r>
          </a:p>
          <a:p>
            <a:r>
              <a:rPr lang="en-US" dirty="0">
                <a:latin typeface="Consolas" panose="020B0609020204030204" pitchFamily="49" charset="0"/>
              </a:rPr>
              <a:t>TIPPET, 6 points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Total score: 566</a:t>
            </a:r>
          </a:p>
          <a:p>
            <a:r>
              <a:rPr lang="en-US" dirty="0">
                <a:latin typeface="Consolas" panose="020B0609020204030204" pitchFamily="49" charset="0"/>
              </a:rPr>
              <a:t>Total scoring words: 92</a:t>
            </a:r>
            <a:endParaRPr lang="en-AU" dirty="0"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BE6071-8F04-B4E8-794B-DBCC72027577}"/>
              </a:ext>
            </a:extLst>
          </p:cNvPr>
          <p:cNvSpPr txBox="1"/>
          <p:nvPr/>
        </p:nvSpPr>
        <p:spPr>
          <a:xfrm>
            <a:off x="8781657" y="2768491"/>
            <a:ext cx="2315978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This runs in less than a tenth of a second on my computer!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31F9C5-CB5A-4AE2-3811-DF8AA0BB9594}"/>
              </a:ext>
            </a:extLst>
          </p:cNvPr>
          <p:cNvSpPr txBox="1"/>
          <p:nvPr/>
        </p:nvSpPr>
        <p:spPr>
          <a:xfrm>
            <a:off x="143641" y="119096"/>
            <a:ext cx="3932485" cy="286232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dirty="0"/>
              <a:t>3 or fewer letters: 0 points</a:t>
            </a:r>
          </a:p>
          <a:p>
            <a:r>
              <a:rPr lang="en-CA" dirty="0"/>
              <a:t>4 letters: 1 point</a:t>
            </a:r>
          </a:p>
          <a:p>
            <a:r>
              <a:rPr lang="en-CA" dirty="0"/>
              <a:t>5 or more letters: 1 point per letter</a:t>
            </a:r>
          </a:p>
          <a:p>
            <a:endParaRPr lang="en-CA" dirty="0"/>
          </a:p>
          <a:p>
            <a:r>
              <a:rPr lang="en-CA" b="1" dirty="0"/>
              <a:t>Pangram bonus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7 bonus points if all 7 different letters are used (plus you still get 1 point per letter)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Each puzzle is guaranteed to have at least one pangram</a:t>
            </a:r>
          </a:p>
        </p:txBody>
      </p:sp>
    </p:spTree>
    <p:extLst>
      <p:ext uri="{BB962C8B-B14F-4D97-AF65-F5344CB8AC3E}">
        <p14:creationId xmlns:p14="http://schemas.microsoft.com/office/powerpoint/2010/main" val="231730313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6425FE-2AC5-37D5-E5D9-2F9EE6C4A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B483A4-DCDD-53EC-DC52-04F4DAF38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88</a:t>
            </a:fld>
            <a:endParaRPr lang="en-A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E70738-5593-1BE6-6224-D8B9DAF27D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4" y="3150700"/>
            <a:ext cx="2201093" cy="329777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D4E7215-9D6D-E4EC-A459-038194FE416E}"/>
              </a:ext>
            </a:extLst>
          </p:cNvPr>
          <p:cNvSpPr txBox="1"/>
          <p:nvPr/>
        </p:nvSpPr>
        <p:spPr>
          <a:xfrm>
            <a:off x="2387307" y="3455773"/>
            <a:ext cx="1688819" cy="230832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dirty="0"/>
              <a:t>Some words:</a:t>
            </a:r>
          </a:p>
          <a:p>
            <a:r>
              <a:rPr lang="en-CA" dirty="0"/>
              <a:t>TA</a:t>
            </a:r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E,  4</a:t>
            </a:r>
          </a:p>
          <a:p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ATH, 4</a:t>
            </a:r>
          </a:p>
          <a:p>
            <a:r>
              <a:rPr lang="en-CA" dirty="0"/>
              <a:t>CHEA</a:t>
            </a:r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, 5</a:t>
            </a:r>
          </a:p>
          <a:p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ATCH, 5</a:t>
            </a:r>
          </a:p>
          <a:p>
            <a:r>
              <a:rPr lang="en-CA" dirty="0"/>
              <a:t>A</a:t>
            </a:r>
            <a:r>
              <a:rPr lang="en-CA" dirty="0">
                <a:solidFill>
                  <a:srgbClr val="00B050"/>
                </a:solidFill>
              </a:rPr>
              <a:t>PP</a:t>
            </a:r>
            <a:r>
              <a:rPr lang="en-CA" dirty="0"/>
              <a:t>ETITE, 8</a:t>
            </a:r>
          </a:p>
          <a:p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ATHETIC, 15</a:t>
            </a:r>
          </a:p>
          <a:p>
            <a:r>
              <a:rPr lang="en-CA" dirty="0"/>
              <a:t>…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D006AC6-C208-FA92-7F61-FEDC4D4C3D7A}"/>
              </a:ext>
            </a:extLst>
          </p:cNvPr>
          <p:cNvSpPr txBox="1"/>
          <p:nvPr/>
        </p:nvSpPr>
        <p:spPr>
          <a:xfrm>
            <a:off x="6246734" y="518984"/>
            <a:ext cx="336682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How can use the </a:t>
            </a:r>
            <a:r>
              <a:rPr lang="en-CA" dirty="0" err="1">
                <a:latin typeface="Consolas" panose="020B0609020204030204" pitchFamily="49" charset="0"/>
              </a:rPr>
              <a:t>word_score</a:t>
            </a:r>
            <a:r>
              <a:rPr lang="en-CA" dirty="0">
                <a:latin typeface="Consolas" panose="020B0609020204030204" pitchFamily="49" charset="0"/>
              </a:rPr>
              <a:t> </a:t>
            </a:r>
            <a:r>
              <a:rPr lang="en-CA" dirty="0"/>
              <a:t>function to find </a:t>
            </a:r>
            <a:r>
              <a:rPr lang="en-CA" b="1" dirty="0"/>
              <a:t>all</a:t>
            </a:r>
            <a:r>
              <a:rPr lang="en-CA" dirty="0"/>
              <a:t> the valid words in Spelling Bee puzzle?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4C86CB-11A0-D5A4-B9F6-1961C208F04E}"/>
              </a:ext>
            </a:extLst>
          </p:cNvPr>
          <p:cNvSpPr txBox="1"/>
          <p:nvPr/>
        </p:nvSpPr>
        <p:spPr>
          <a:xfrm>
            <a:off x="4794423" y="1567686"/>
            <a:ext cx="797446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Consolas" panose="020B0609020204030204" pitchFamily="49" charset="0"/>
              </a:rPr>
              <a:t>ACCEPT, 6 points</a:t>
            </a:r>
          </a:p>
          <a:p>
            <a:r>
              <a:rPr lang="fr-FR" dirty="0">
                <a:latin typeface="Consolas" panose="020B0609020204030204" pitchFamily="49" charset="0"/>
              </a:rPr>
              <a:t>ACCEPTEE, 8 points</a:t>
            </a:r>
          </a:p>
          <a:p>
            <a:r>
              <a:rPr lang="fr-FR" dirty="0">
                <a:latin typeface="Consolas" panose="020B0609020204030204" pitchFamily="49" charset="0"/>
              </a:rPr>
              <a:t>APACE, 5 points</a:t>
            </a:r>
          </a:p>
          <a:p>
            <a:r>
              <a:rPr lang="fr-FR" dirty="0">
                <a:latin typeface="Consolas" panose="020B0609020204030204" pitchFamily="49" charset="0"/>
              </a:rPr>
              <a:t>APACHE, 6 points</a:t>
            </a:r>
          </a:p>
          <a:p>
            <a:r>
              <a:rPr lang="fr-FR" dirty="0">
                <a:latin typeface="Consolas" panose="020B0609020204030204" pitchFamily="49" charset="0"/>
              </a:rPr>
              <a:t>...</a:t>
            </a:r>
          </a:p>
          <a:p>
            <a:r>
              <a:rPr lang="en-US" dirty="0">
                <a:latin typeface="Consolas" panose="020B0609020204030204" pitchFamily="49" charset="0"/>
              </a:rPr>
              <a:t>TIPCAT, 6 points</a:t>
            </a:r>
          </a:p>
          <a:p>
            <a:r>
              <a:rPr lang="en-US" dirty="0">
                <a:latin typeface="Consolas" panose="020B0609020204030204" pitchFamily="49" charset="0"/>
              </a:rPr>
              <a:t>TIPI, 4 points</a:t>
            </a:r>
          </a:p>
          <a:p>
            <a:r>
              <a:rPr lang="en-US" dirty="0">
                <a:latin typeface="Consolas" panose="020B0609020204030204" pitchFamily="49" charset="0"/>
              </a:rPr>
              <a:t>TIPPET, 6 points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Total score: 566</a:t>
            </a:r>
          </a:p>
          <a:p>
            <a:r>
              <a:rPr lang="en-US" dirty="0">
                <a:latin typeface="Consolas" panose="020B0609020204030204" pitchFamily="49" charset="0"/>
              </a:rPr>
              <a:t>Total scoring words: 92</a:t>
            </a:r>
            <a:endParaRPr lang="en-AU" dirty="0"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F1FD90-ED7D-9210-FE80-023045036278}"/>
              </a:ext>
            </a:extLst>
          </p:cNvPr>
          <p:cNvSpPr txBox="1"/>
          <p:nvPr/>
        </p:nvSpPr>
        <p:spPr>
          <a:xfrm>
            <a:off x="8781657" y="2768491"/>
            <a:ext cx="2315978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This runs in less than a tenth of a second on my computer!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16990B-4AF3-DD0B-9C3A-C6E4BF6C45FA}"/>
              </a:ext>
            </a:extLst>
          </p:cNvPr>
          <p:cNvSpPr txBox="1"/>
          <p:nvPr/>
        </p:nvSpPr>
        <p:spPr>
          <a:xfrm>
            <a:off x="8674851" y="4198938"/>
            <a:ext cx="2529589" cy="175432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This is not how humans would solve this puzzle!</a:t>
            </a:r>
          </a:p>
          <a:p>
            <a:pPr algn="ctr"/>
            <a:r>
              <a:rPr lang="en-CA"/>
              <a:t>But </a:t>
            </a:r>
            <a:r>
              <a:rPr lang="en-CA" dirty="0"/>
              <a:t>computers are so fast that checking all possible words is a reasonable method.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1DFB6F-E89F-DB36-0EC8-E26B3D6227BF}"/>
              </a:ext>
            </a:extLst>
          </p:cNvPr>
          <p:cNvSpPr txBox="1"/>
          <p:nvPr/>
        </p:nvSpPr>
        <p:spPr>
          <a:xfrm>
            <a:off x="143641" y="119096"/>
            <a:ext cx="3932485" cy="286232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dirty="0"/>
              <a:t>3 or fewer letters: 0 points</a:t>
            </a:r>
          </a:p>
          <a:p>
            <a:r>
              <a:rPr lang="en-CA" dirty="0"/>
              <a:t>4 letters: 1 point</a:t>
            </a:r>
          </a:p>
          <a:p>
            <a:r>
              <a:rPr lang="en-CA" dirty="0"/>
              <a:t>5 or more letters: 1 point per letter</a:t>
            </a:r>
          </a:p>
          <a:p>
            <a:endParaRPr lang="en-CA" dirty="0"/>
          </a:p>
          <a:p>
            <a:r>
              <a:rPr lang="en-CA" b="1" dirty="0"/>
              <a:t>Pangram bonus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7 bonus points if all 7 different letters are used (plus you still get 1 point per letter)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Each puzzle is guaranteed to have at least one pangram</a:t>
            </a:r>
          </a:p>
        </p:txBody>
      </p:sp>
    </p:spTree>
    <p:extLst>
      <p:ext uri="{BB962C8B-B14F-4D97-AF65-F5344CB8AC3E}">
        <p14:creationId xmlns:p14="http://schemas.microsoft.com/office/powerpoint/2010/main" val="1183669396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DC079E-5FED-F774-DDE5-AAADBD58E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89</a:t>
            </a:fld>
            <a:endParaRPr lang="en-AU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4C057D-16DC-C4C8-9D61-EC4BC2B9A9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3381" y="513194"/>
            <a:ext cx="5175828" cy="5581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7023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418</TotalTime>
  <Words>8147</Words>
  <Application>Microsoft Macintosh PowerPoint</Application>
  <PresentationFormat>Widescreen</PresentationFormat>
  <Paragraphs>1406</Paragraphs>
  <Slides>89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89</vt:i4>
      </vt:variant>
    </vt:vector>
  </HeadingPairs>
  <TitlesOfParts>
    <vt:vector size="94" baseType="lpstr">
      <vt:lpstr>Aptos</vt:lpstr>
      <vt:lpstr>Aptos Display</vt:lpstr>
      <vt:lpstr>Arial</vt:lpstr>
      <vt:lpstr>Consolas</vt:lpstr>
      <vt:lpstr>Office Theme</vt:lpstr>
      <vt:lpstr>Chapter 7: More Loops, and Reading Files</vt:lpstr>
      <vt:lpstr>Topics</vt:lpstr>
      <vt:lpstr>While-loops</vt:lpstr>
      <vt:lpstr>While-loops</vt:lpstr>
      <vt:lpstr>While-loops</vt:lpstr>
      <vt:lpstr>While-loops</vt:lpstr>
      <vt:lpstr>Example</vt:lpstr>
      <vt:lpstr>While-loops</vt:lpstr>
      <vt:lpstr>While-loops</vt:lpstr>
      <vt:lpstr>While-loops</vt:lpstr>
      <vt:lpstr>While-loops</vt:lpstr>
      <vt:lpstr>While-loops</vt:lpstr>
      <vt:lpstr>While-loops</vt:lpstr>
      <vt:lpstr>While-loops</vt:lpstr>
      <vt:lpstr>While-loops</vt:lpstr>
      <vt:lpstr>Example</vt:lpstr>
      <vt:lpstr>While-loops</vt:lpstr>
      <vt:lpstr>While-loops</vt:lpstr>
      <vt:lpstr>While-loops</vt:lpstr>
      <vt:lpstr>While-loops</vt:lpstr>
      <vt:lpstr>While-loops</vt:lpstr>
      <vt:lpstr>While-loops</vt:lpstr>
      <vt:lpstr>Example</vt:lpstr>
      <vt:lpstr>Looping Over Strings</vt:lpstr>
      <vt:lpstr>Looping Over Strings</vt:lpstr>
      <vt:lpstr>Looping Over Strings</vt:lpstr>
      <vt:lpstr>Looping Over Strings</vt:lpstr>
      <vt:lpstr>Looping Over Strings</vt:lpstr>
      <vt:lpstr>Looping Over Strings</vt:lpstr>
      <vt:lpstr>Looping Over Strings</vt:lpstr>
      <vt:lpstr>Looping Over Strings</vt:lpstr>
      <vt:lpstr>Looping Over Strings</vt:lpstr>
      <vt:lpstr>Looping Over Strings</vt:lpstr>
      <vt:lpstr>Looping Over Strings</vt:lpstr>
      <vt:lpstr>Looping Over Strings</vt:lpstr>
      <vt:lpstr>Looping Over Strings</vt:lpstr>
      <vt:lpstr>Looping Over Strings</vt:lpstr>
      <vt:lpstr>Looping Over Strings</vt:lpstr>
      <vt:lpstr>Looping Over Strings</vt:lpstr>
      <vt:lpstr>Looping Over Strings</vt:lpstr>
      <vt:lpstr>Looping Over Strings</vt:lpstr>
      <vt:lpstr>Looping Over Strings</vt:lpstr>
      <vt:lpstr>Looping Over Strings</vt:lpstr>
      <vt:lpstr>Looping Over Strings</vt:lpstr>
      <vt:lpstr>Looping Over Strings</vt:lpstr>
      <vt:lpstr>Looping Over Strings</vt:lpstr>
      <vt:lpstr>Looping Over Strings</vt:lpstr>
      <vt:lpstr>Looping Over Strings</vt:lpstr>
      <vt:lpstr>Looping Over Strings</vt:lpstr>
      <vt:lpstr>Reading Text Files</vt:lpstr>
      <vt:lpstr>Reading Text Files</vt:lpstr>
      <vt:lpstr>Reading Text Files</vt:lpstr>
      <vt:lpstr>Reading Text Files</vt:lpstr>
      <vt:lpstr>Reading Text Files</vt:lpstr>
      <vt:lpstr>Reading Text Files</vt:lpstr>
      <vt:lpstr>Reading Text Files</vt:lpstr>
      <vt:lpstr>Reading Text Files</vt:lpstr>
      <vt:lpstr>Reading Text Files</vt:lpstr>
      <vt:lpstr>Reading Text Files</vt:lpstr>
      <vt:lpstr>Reading Text Files</vt:lpstr>
      <vt:lpstr>Reading Text Files</vt:lpstr>
      <vt:lpstr>Reading Text Files</vt:lpstr>
      <vt:lpstr>Reading a word list</vt:lpstr>
      <vt:lpstr>Reading a word list</vt:lpstr>
      <vt:lpstr>Reading a word list</vt:lpstr>
      <vt:lpstr>Reading a word list</vt:lpstr>
      <vt:lpstr>Reading a word list</vt:lpstr>
      <vt:lpstr>Reading a word list</vt:lpstr>
      <vt:lpstr>Reading a word list</vt:lpstr>
      <vt:lpstr>Reading a word list</vt:lpstr>
      <vt:lpstr>Reading a word list</vt:lpstr>
      <vt:lpstr>Reading a word list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Toby Donaldson</dc:creator>
  <cp:lastModifiedBy>Toby Donaldson</cp:lastModifiedBy>
  <cp:revision>2</cp:revision>
  <cp:lastPrinted>2024-10-16T20:08:28Z</cp:lastPrinted>
  <dcterms:created xsi:type="dcterms:W3CDTF">2024-09-15T21:36:40Z</dcterms:created>
  <dcterms:modified xsi:type="dcterms:W3CDTF">2026-02-27T18:04:22Z</dcterms:modified>
</cp:coreProperties>
</file>