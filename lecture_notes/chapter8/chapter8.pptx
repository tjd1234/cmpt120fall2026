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.xml" ContentType="application/inkml+xml"/>
  <Override PartName="/ppt/notesSlides/notesSlide9.xml" ContentType="application/vnd.openxmlformats-officedocument.presentationml.notesSlide+xml"/>
  <Override PartName="/ppt/ink/ink4.xml" ContentType="application/inkml+xml"/>
  <Override PartName="/ppt/notesSlides/notesSlide10.xml" ContentType="application/vnd.openxmlformats-officedocument.presentationml.notesSlide+xml"/>
  <Override PartName="/ppt/ink/ink5.xml" ContentType="application/inkml+xml"/>
  <Override PartName="/ppt/notesSlides/notesSlide11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1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5.xml" ContentType="application/vnd.openxmlformats-officedocument.presentationml.notesSlide+xml"/>
  <Override PartName="/ppt/ink/ink12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7.xml" ContentType="application/inkml+xml"/>
  <Override PartName="/ppt/notesSlides/notesSlide22.xml" ContentType="application/vnd.openxmlformats-officedocument.presentationml.notesSlide+xml"/>
  <Override PartName="/ppt/ink/ink18.xml" ContentType="application/inkml+xml"/>
  <Override PartName="/ppt/notesSlides/notesSlide23.xml" ContentType="application/vnd.openxmlformats-officedocument.presentationml.notesSlide+xml"/>
  <Override PartName="/ppt/ink/ink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6" r:id="rId4"/>
    <p:sldId id="258" r:id="rId5"/>
    <p:sldId id="277" r:id="rId6"/>
    <p:sldId id="27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F8AC8-632D-AA41-A58B-5F24C449E77A}" v="8" dt="2026-03-09T16:44:50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27"/>
  </p:normalViewPr>
  <p:slideViewPr>
    <p:cSldViewPr snapToGrid="0" snapToObjects="1">
      <p:cViewPr varScale="1">
        <p:scale>
          <a:sx n="164" d="100"/>
          <a:sy n="164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3-09T16:44:50.063" v="18"/>
      <pc:docMkLst>
        <pc:docMk/>
      </pc:docMkLst>
      <pc:sldChg chg="addSp">
        <pc:chgData name="Toby Donaldson" userId="2e6e5431-bb17-4c41-9985-d39c50d83c73" providerId="ADAL" clId="{F31BC264-820E-54C4-A6D1-F92AF9CC222E}" dt="2026-03-06T17:34:51.621" v="11"/>
        <pc:sldMkLst>
          <pc:docMk/>
          <pc:sldMk cId="0" sldId="257"/>
        </pc:sldMkLst>
        <pc:inkChg chg="add">
          <ac:chgData name="Toby Donaldson" userId="2e6e5431-bb17-4c41-9985-d39c50d83c73" providerId="ADAL" clId="{F31BC264-820E-54C4-A6D1-F92AF9CC222E}" dt="2026-03-06T17:34:51.621" v="11"/>
          <ac:inkMkLst>
            <pc:docMk/>
            <pc:sldMk cId="0" sldId="257"/>
            <ac:inkMk id="18" creationId="{477646FD-41FD-BD55-9326-80395A386417}"/>
          </ac:inkMkLst>
        </pc:inkChg>
      </pc:sldChg>
      <pc:sldChg chg="delSp modSp add del mod">
        <pc:chgData name="Toby Donaldson" userId="2e6e5431-bb17-4c41-9985-d39c50d83c73" providerId="ADAL" clId="{F31BC264-820E-54C4-A6D1-F92AF9CC222E}" dt="2026-03-06T17:15:34.232" v="9" actId="21"/>
        <pc:sldMkLst>
          <pc:docMk/>
          <pc:sldMk cId="0" sldId="258"/>
        </pc:sldMkLst>
        <pc:spChg chg="mod">
          <ac:chgData name="Toby Donaldson" userId="2e6e5431-bb17-4c41-9985-d39c50d83c73" providerId="ADAL" clId="{F31BC264-820E-54C4-A6D1-F92AF9CC222E}" dt="2026-03-06T17:15:12.478" v="6" actId="20577"/>
          <ac:spMkLst>
            <pc:docMk/>
            <pc:sldMk cId="0" sldId="258"/>
            <ac:spMk id="9" creationId="{00000000-0000-0000-0000-000000000000}"/>
          </ac:spMkLst>
        </pc:spChg>
      </pc:sldChg>
      <pc:sldChg chg="addSp">
        <pc:chgData name="Toby Donaldson" userId="2e6e5431-bb17-4c41-9985-d39c50d83c73" providerId="ADAL" clId="{F31BC264-820E-54C4-A6D1-F92AF9CC222E}" dt="2026-03-06T17:40:31.598" v="12"/>
        <pc:sldMkLst>
          <pc:docMk/>
          <pc:sldMk cId="0" sldId="260"/>
        </pc:sldMkLst>
        <pc:inkChg chg="add">
          <ac:chgData name="Toby Donaldson" userId="2e6e5431-bb17-4c41-9985-d39c50d83c73" providerId="ADAL" clId="{F31BC264-820E-54C4-A6D1-F92AF9CC222E}" dt="2026-03-06T17:40:31.598" v="12"/>
          <ac:inkMkLst>
            <pc:docMk/>
            <pc:sldMk cId="0" sldId="260"/>
            <ac:inkMk id="43" creationId="{3DF83723-0335-1A46-C4EB-C22877E605B1}"/>
          </ac:inkMkLst>
        </pc:inkChg>
      </pc:sldChg>
      <pc:sldChg chg="addSp">
        <pc:chgData name="Toby Donaldson" userId="2e6e5431-bb17-4c41-9985-d39c50d83c73" providerId="ADAL" clId="{F31BC264-820E-54C4-A6D1-F92AF9CC222E}" dt="2026-03-06T17:40:31.598" v="12"/>
        <pc:sldMkLst>
          <pc:docMk/>
          <pc:sldMk cId="0" sldId="261"/>
        </pc:sldMkLst>
        <pc:inkChg chg="add">
          <ac:chgData name="Toby Donaldson" userId="2e6e5431-bb17-4c41-9985-d39c50d83c73" providerId="ADAL" clId="{F31BC264-820E-54C4-A6D1-F92AF9CC222E}" dt="2026-03-06T17:40:31.598" v="12"/>
          <ac:inkMkLst>
            <pc:docMk/>
            <pc:sldMk cId="0" sldId="261"/>
            <ac:inkMk id="8" creationId="{21DDF7E9-806B-4C65-57BF-9CD3C051E651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62"/>
        </pc:sldMkLst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62"/>
            <ac:inkMk id="9" creationId="{AC7BE911-08F2-CEA2-B469-FE13315A8543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63"/>
        </pc:sldMkLst>
        <pc:inkChg chg="add">
          <ac:chgData name="Toby Donaldson" userId="2e6e5431-bb17-4c41-9985-d39c50d83c73" providerId="ADAL" clId="{F31BC264-820E-54C4-A6D1-F92AF9CC222E}" dt="2026-03-06T17:45:52.077" v="13"/>
          <ac:inkMkLst>
            <pc:docMk/>
            <pc:sldMk cId="0" sldId="263"/>
            <ac:inkMk id="18" creationId="{BE036126-603B-026E-01A3-1C98FE5AC763}"/>
          </ac:inkMkLst>
        </pc:inkChg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63"/>
            <ac:inkMk id="19" creationId="{5129E02F-C7EA-487F-74BE-96C2F5D0AE19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64"/>
        </pc:sldMkLst>
        <pc:inkChg chg="add">
          <ac:chgData name="Toby Donaldson" userId="2e6e5431-bb17-4c41-9985-d39c50d83c73" providerId="ADAL" clId="{F31BC264-820E-54C4-A6D1-F92AF9CC222E}" dt="2026-03-06T17:45:52.077" v="13"/>
          <ac:inkMkLst>
            <pc:docMk/>
            <pc:sldMk cId="0" sldId="264"/>
            <ac:inkMk id="9" creationId="{D5222684-69EA-7639-B1E5-F509D280C7AB}"/>
          </ac:inkMkLst>
        </pc:inkChg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64"/>
            <ac:inkMk id="13" creationId="{EAAA24B4-E491-4956-13E3-5E7AE1EEF807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66"/>
        </pc:sldMkLst>
        <pc:inkChg chg="add">
          <ac:chgData name="Toby Donaldson" userId="2e6e5431-bb17-4c41-9985-d39c50d83c73" providerId="ADAL" clId="{F31BC264-820E-54C4-A6D1-F92AF9CC222E}" dt="2026-03-06T17:48:59.027" v="14"/>
          <ac:inkMkLst>
            <pc:docMk/>
            <pc:sldMk cId="0" sldId="266"/>
            <ac:inkMk id="10" creationId="{CB145FEE-1C36-D6AB-389A-70208BB4FD29}"/>
          </ac:inkMkLst>
        </pc:inkChg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66"/>
            <ac:inkMk id="14" creationId="{7AD861A7-21C7-3349-981F-691177BFFE29}"/>
          </ac:inkMkLst>
        </pc:inkChg>
      </pc:sldChg>
      <pc:sldChg chg="addSp">
        <pc:chgData name="Toby Donaldson" userId="2e6e5431-bb17-4c41-9985-d39c50d83c73" providerId="ADAL" clId="{F31BC264-820E-54C4-A6D1-F92AF9CC222E}" dt="2026-03-06T17:56:24.827" v="15"/>
        <pc:sldMkLst>
          <pc:docMk/>
          <pc:sldMk cId="0" sldId="267"/>
        </pc:sldMkLst>
        <pc:inkChg chg="add">
          <ac:chgData name="Toby Donaldson" userId="2e6e5431-bb17-4c41-9985-d39c50d83c73" providerId="ADAL" clId="{F31BC264-820E-54C4-A6D1-F92AF9CC222E}" dt="2026-03-06T17:56:24.827" v="15"/>
          <ac:inkMkLst>
            <pc:docMk/>
            <pc:sldMk cId="0" sldId="267"/>
            <ac:inkMk id="23" creationId="{9F7CF781-12D4-5BC9-ABA6-F110952801B1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69"/>
        </pc:sldMkLst>
        <pc:inkChg chg="add">
          <ac:chgData name="Toby Donaldson" userId="2e6e5431-bb17-4c41-9985-d39c50d83c73" providerId="ADAL" clId="{F31BC264-820E-54C4-A6D1-F92AF9CC222E}" dt="2026-03-06T18:15:26.306" v="16"/>
          <ac:inkMkLst>
            <pc:docMk/>
            <pc:sldMk cId="0" sldId="269"/>
            <ac:inkMk id="15" creationId="{8BDE4D2D-8155-74DB-17B7-F8B36B74F4CE}"/>
          </ac:inkMkLst>
        </pc:inkChg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69"/>
            <ac:inkMk id="19" creationId="{E3572BDD-5ABF-438D-2C34-EF49AA69075D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71"/>
        </pc:sldMkLst>
        <pc:inkChg chg="add">
          <ac:chgData name="Toby Donaldson" userId="2e6e5431-bb17-4c41-9985-d39c50d83c73" providerId="ADAL" clId="{F31BC264-820E-54C4-A6D1-F92AF9CC222E}" dt="2026-03-06T18:19:33.177" v="17"/>
          <ac:inkMkLst>
            <pc:docMk/>
            <pc:sldMk cId="0" sldId="271"/>
            <ac:inkMk id="56" creationId="{13098AC2-512A-0948-C1B4-A508ECACA6AA}"/>
          </ac:inkMkLst>
        </pc:inkChg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71"/>
            <ac:inkMk id="57" creationId="{9A8F4B0D-A76E-756F-5475-DEA03395924A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73"/>
        </pc:sldMkLst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73"/>
            <ac:inkMk id="24" creationId="{E904D170-2237-656C-548A-35219327E92A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74"/>
        </pc:sldMkLst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74"/>
            <ac:inkMk id="9" creationId="{1224DAB0-4ED3-A392-16FF-892C26240B54}"/>
          </ac:inkMkLst>
        </pc:inkChg>
      </pc:sldChg>
      <pc:sldChg chg="addSp">
        <pc:chgData name="Toby Donaldson" userId="2e6e5431-bb17-4c41-9985-d39c50d83c73" providerId="ADAL" clId="{F31BC264-820E-54C4-A6D1-F92AF9CC222E}" dt="2026-03-09T16:44:50.063" v="18"/>
        <pc:sldMkLst>
          <pc:docMk/>
          <pc:sldMk cId="0" sldId="275"/>
        </pc:sldMkLst>
        <pc:inkChg chg="add">
          <ac:chgData name="Toby Donaldson" userId="2e6e5431-bb17-4c41-9985-d39c50d83c73" providerId="ADAL" clId="{F31BC264-820E-54C4-A6D1-F92AF9CC222E}" dt="2026-03-09T16:44:50.063" v="18"/>
          <ac:inkMkLst>
            <pc:docMk/>
            <pc:sldMk cId="0" sldId="275"/>
            <ac:inkMk id="5" creationId="{7A369A67-4C74-B2D0-B0B4-512D2C96AB8D}"/>
          </ac:inkMkLst>
        </pc:inkChg>
      </pc:sldChg>
      <pc:sldChg chg="addSp delSp modSp add mod ord">
        <pc:chgData name="Toby Donaldson" userId="2e6e5431-bb17-4c41-9985-d39c50d83c73" providerId="ADAL" clId="{F31BC264-820E-54C4-A6D1-F92AF9CC222E}" dt="2026-03-06T17:34:51.621" v="11"/>
        <pc:sldMkLst>
          <pc:docMk/>
          <pc:sldMk cId="3014672128" sldId="276"/>
        </pc:sldMkLst>
        <pc:spChg chg="mod">
          <ac:chgData name="Toby Donaldson" userId="2e6e5431-bb17-4c41-9985-d39c50d83c73" providerId="ADAL" clId="{F31BC264-820E-54C4-A6D1-F92AF9CC222E}" dt="2026-03-06T17:14:53.180" v="1" actId="20577"/>
          <ac:spMkLst>
            <pc:docMk/>
            <pc:sldMk cId="3014672128" sldId="276"/>
            <ac:spMk id="9" creationId="{075091F9-7E6A-90AE-C1A1-D01D477FF50A}"/>
          </ac:spMkLst>
        </pc:spChg>
        <pc:inkChg chg="add">
          <ac:chgData name="Toby Donaldson" userId="2e6e5431-bb17-4c41-9985-d39c50d83c73" providerId="ADAL" clId="{F31BC264-820E-54C4-A6D1-F92AF9CC222E}" dt="2026-03-06T17:34:51.621" v="11"/>
          <ac:inkMkLst>
            <pc:docMk/>
            <pc:sldMk cId="3014672128" sldId="276"/>
            <ac:inkMk id="11" creationId="{45C60C3E-4092-EE76-0672-E1015CA207A3}"/>
          </ac:inkMkLst>
        </pc:inkChg>
      </pc:sldChg>
      <pc:sldChg chg="modSp add mod">
        <pc:chgData name="Toby Donaldson" userId="2e6e5431-bb17-4c41-9985-d39c50d83c73" providerId="ADAL" clId="{F31BC264-820E-54C4-A6D1-F92AF9CC222E}" dt="2026-03-06T17:15:23.752" v="8" actId="20577"/>
        <pc:sldMkLst>
          <pc:docMk/>
          <pc:sldMk cId="1420104244" sldId="277"/>
        </pc:sldMkLst>
        <pc:spChg chg="mod">
          <ac:chgData name="Toby Donaldson" userId="2e6e5431-bb17-4c41-9985-d39c50d83c73" providerId="ADAL" clId="{F31BC264-820E-54C4-A6D1-F92AF9CC222E}" dt="2026-03-06T17:15:23.752" v="8" actId="20577"/>
          <ac:spMkLst>
            <pc:docMk/>
            <pc:sldMk cId="1420104244" sldId="277"/>
            <ac:spMk id="9" creationId="{52D6390E-ABD9-DE87-7DA8-124E40978363}"/>
          </ac:spMkLst>
        </pc:spChg>
      </pc:sldChg>
      <pc:sldChg chg="add">
        <pc:chgData name="Toby Donaldson" userId="2e6e5431-bb17-4c41-9985-d39c50d83c73" providerId="ADAL" clId="{F31BC264-820E-54C4-A6D1-F92AF9CC222E}" dt="2026-03-06T17:15:16.893" v="7" actId="2890"/>
        <pc:sldMkLst>
          <pc:docMk/>
          <pc:sldMk cId="2412900591" sldId="278"/>
        </pc:sldMkLst>
      </pc:sldChg>
    </pc:docChg>
  </pc:docChgLst>
  <pc:docChgLst>
    <pc:chgData name="Toby Donaldson" userId="2e6e5431-bb17-4c41-9985-d39c50d83c73" providerId="ADAL" clId="{7F9681A8-EEE2-56F4-9B39-ECCBEE0471AC}"/>
    <pc:docChg chg="undo custSel modSld">
      <pc:chgData name="Toby Donaldson" userId="2e6e5431-bb17-4c41-9985-d39c50d83c73" providerId="ADAL" clId="{7F9681A8-EEE2-56F4-9B39-ECCBEE0471AC}" dt="2026-03-05T04:41:39.055" v="769" actId="114"/>
      <pc:docMkLst>
        <pc:docMk/>
      </pc:docMkLst>
      <pc:sldChg chg="modSp mod">
        <pc:chgData name="Toby Donaldson" userId="2e6e5431-bb17-4c41-9985-d39c50d83c73" providerId="ADAL" clId="{7F9681A8-EEE2-56F4-9B39-ECCBEE0471AC}" dt="2026-03-05T04:33:39.577" v="374" actId="20577"/>
        <pc:sldMkLst>
          <pc:docMk/>
          <pc:sldMk cId="0" sldId="257"/>
        </pc:sldMkLst>
        <pc:spChg chg="mod">
          <ac:chgData name="Toby Donaldson" userId="2e6e5431-bb17-4c41-9985-d39c50d83c73" providerId="ADAL" clId="{7F9681A8-EEE2-56F4-9B39-ECCBEE0471AC}" dt="2026-03-05T04:30:19.614" v="204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18:44.110" v="4" actId="113"/>
          <ac:spMkLst>
            <pc:docMk/>
            <pc:sldMk cId="0" sldId="257"/>
            <ac:spMk id="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5T04:33:39.577" v="374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2T03:18:39.019" v="3" actId="113"/>
        <pc:sldMkLst>
          <pc:docMk/>
          <pc:sldMk cId="0" sldId="258"/>
        </pc:sldMkLst>
        <pc:spChg chg="mod">
          <ac:chgData name="Toby Donaldson" userId="2e6e5431-bb17-4c41-9985-d39c50d83c73" providerId="ADAL" clId="{7F9681A8-EEE2-56F4-9B39-ECCBEE0471AC}" dt="2026-03-02T03:18:39.019" v="3" actId="113"/>
          <ac:spMkLst>
            <pc:docMk/>
            <pc:sldMk cId="0" sldId="258"/>
            <ac:spMk id="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18:34.642" v="2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2T03:19:30.401" v="11" actId="20577"/>
        <pc:sldMkLst>
          <pc:docMk/>
          <pc:sldMk cId="0" sldId="259"/>
        </pc:sldMkLst>
        <pc:spChg chg="mod">
          <ac:chgData name="Toby Donaldson" userId="2e6e5431-bb17-4c41-9985-d39c50d83c73" providerId="ADAL" clId="{7F9681A8-EEE2-56F4-9B39-ECCBEE0471AC}" dt="2026-03-02T03:19:30.401" v="11" actId="20577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3T21:47:47.388" v="201" actId="1076"/>
        <pc:sldMkLst>
          <pc:docMk/>
          <pc:sldMk cId="0" sldId="260"/>
        </pc:sldMkLst>
        <pc:spChg chg="mod">
          <ac:chgData name="Toby Donaldson" userId="2e6e5431-bb17-4c41-9985-d39c50d83c73" providerId="ADAL" clId="{7F9681A8-EEE2-56F4-9B39-ECCBEE0471AC}" dt="2026-03-03T21:47:47.388" v="201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35:09.148" v="41" actId="20577"/>
          <ac:spMkLst>
            <pc:docMk/>
            <pc:sldMk cId="0" sldId="260"/>
            <ac:spMk id="42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5T04:34:43.941" v="378" actId="255"/>
        <pc:sldMkLst>
          <pc:docMk/>
          <pc:sldMk cId="0" sldId="261"/>
        </pc:sldMkLst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9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13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17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21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25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2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5T04:34:43.941" v="378" actId="255"/>
          <ac:spMkLst>
            <pc:docMk/>
            <pc:sldMk cId="0" sldId="261"/>
            <ac:spMk id="37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5T04:35:50.729" v="379" actId="20577"/>
        <pc:sldMkLst>
          <pc:docMk/>
          <pc:sldMk cId="0" sldId="264"/>
        </pc:sldMkLst>
        <pc:spChg chg="mod">
          <ac:chgData name="Toby Donaldson" userId="2e6e5431-bb17-4c41-9985-d39c50d83c73" providerId="ADAL" clId="{7F9681A8-EEE2-56F4-9B39-ECCBEE0471AC}" dt="2026-03-05T04:35:50.729" v="379" actId="20577"/>
          <ac:spMkLst>
            <pc:docMk/>
            <pc:sldMk cId="0" sldId="264"/>
            <ac:spMk id="45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48" creationId="{4ADAD0D0-C1DE-B195-7EBD-21A460E5EB69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49" creationId="{B689CC05-1D7C-8E8C-F1AD-ADB7660E02AA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0" creationId="{5A930928-6FC3-79A4-71AE-0E1CA4F5FB4D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1" creationId="{E4FFE9EE-B1AE-3D24-8CE1-BD1E7009386C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2" creationId="{BAEC3219-6D0C-684F-B9C4-00CECD866D3F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3" creationId="{FD350AFF-9216-0B49-1DA8-D02D71E5F1A8}"/>
          </ac:spMkLst>
        </pc:spChg>
      </pc:sldChg>
      <pc:sldChg chg="addSp delSp modSp mod">
        <pc:chgData name="Toby Donaldson" userId="2e6e5431-bb17-4c41-9985-d39c50d83c73" providerId="ADAL" clId="{7F9681A8-EEE2-56F4-9B39-ECCBEE0471AC}" dt="2026-03-02T03:40:03.409" v="85" actId="14100"/>
        <pc:sldMkLst>
          <pc:docMk/>
          <pc:sldMk cId="0" sldId="266"/>
        </pc:sldMkLst>
        <pc:spChg chg="mod">
          <ac:chgData name="Toby Donaldson" userId="2e6e5431-bb17-4c41-9985-d39c50d83c73" providerId="ADAL" clId="{7F9681A8-EEE2-56F4-9B39-ECCBEE0471AC}" dt="2026-03-02T03:38:10.234" v="69" actId="1076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6" creationId="{A4D8637E-1B85-E8B1-D42E-17E97FE01936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7" creationId="{AEA88900-268B-E2DF-41E2-25B236D3D180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8" creationId="{2CDFDA64-82D7-5DE7-F6C2-8B781CBE1B14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9" creationId="{75B94D7C-32A2-3C4B-E941-2D02A6190EFB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50" creationId="{4E152C42-CE15-536B-C3B1-3791ECF384CF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51" creationId="{A1C8863D-2794-96C3-C50C-9E9674D75026}"/>
          </ac:spMkLst>
        </pc:spChg>
        <pc:spChg chg="add mod">
          <ac:chgData name="Toby Donaldson" userId="2e6e5431-bb17-4c41-9985-d39c50d83c73" providerId="ADAL" clId="{7F9681A8-EEE2-56F4-9B39-ECCBEE0471AC}" dt="2026-03-02T03:40:03.409" v="85" actId="14100"/>
          <ac:spMkLst>
            <pc:docMk/>
            <pc:sldMk cId="0" sldId="266"/>
            <ac:spMk id="52" creationId="{D45689E5-718B-5D06-772B-B76734115BED}"/>
          </ac:spMkLst>
        </pc:spChg>
      </pc:sldChg>
      <pc:sldChg chg="addSp modSp mod">
        <pc:chgData name="Toby Donaldson" userId="2e6e5431-bb17-4c41-9985-d39c50d83c73" providerId="ADAL" clId="{7F9681A8-EEE2-56F4-9B39-ECCBEE0471AC}" dt="2026-03-03T21:50:40.215" v="202" actId="207"/>
        <pc:sldMkLst>
          <pc:docMk/>
          <pc:sldMk cId="0" sldId="267"/>
        </pc:sldMkLst>
        <pc:spChg chg="mod">
          <ac:chgData name="Toby Donaldson" userId="2e6e5431-bb17-4c41-9985-d39c50d83c73" providerId="ADAL" clId="{7F9681A8-EEE2-56F4-9B39-ECCBEE0471AC}" dt="2026-03-02T03:41:03.092" v="119" actId="14100"/>
          <ac:spMkLst>
            <pc:docMk/>
            <pc:sldMk cId="0" sldId="267"/>
            <ac:spMk id="5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3T21:50:40.215" v="202" actId="207"/>
          <ac:spMkLst>
            <pc:docMk/>
            <pc:sldMk cId="0" sldId="267"/>
            <ac:spMk id="22" creationId="{C88E8E42-C1E9-7138-6E39-2D311F136CC9}"/>
          </ac:spMkLst>
        </pc:spChg>
      </pc:sldChg>
      <pc:sldChg chg="addSp modSp mod">
        <pc:chgData name="Toby Donaldson" userId="2e6e5431-bb17-4c41-9985-d39c50d83c73" providerId="ADAL" clId="{7F9681A8-EEE2-56F4-9B39-ECCBEE0471AC}" dt="2026-03-05T04:36:55.427" v="385" actId="1076"/>
        <pc:sldMkLst>
          <pc:docMk/>
          <pc:sldMk cId="0" sldId="269"/>
        </pc:sldMkLst>
        <pc:spChg chg="mod">
          <ac:chgData name="Toby Donaldson" userId="2e6e5431-bb17-4c41-9985-d39c50d83c73" providerId="ADAL" clId="{7F9681A8-EEE2-56F4-9B39-ECCBEE0471AC}" dt="2026-03-05T04:36:43.975" v="384" actId="14100"/>
          <ac:spMkLst>
            <pc:docMk/>
            <pc:sldMk cId="0" sldId="269"/>
            <ac:spMk id="14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5T04:36:55.427" v="385" actId="1076"/>
          <ac:spMkLst>
            <pc:docMk/>
            <pc:sldMk cId="0" sldId="269"/>
            <ac:spMk id="16" creationId="{630D2BAB-B63E-416E-289A-CA5C5300D2E5}"/>
          </ac:spMkLst>
        </pc:spChg>
        <pc:spChg chg="add mod">
          <ac:chgData name="Toby Donaldson" userId="2e6e5431-bb17-4c41-9985-d39c50d83c73" providerId="ADAL" clId="{7F9681A8-EEE2-56F4-9B39-ECCBEE0471AC}" dt="2026-03-05T04:36:55.427" v="385" actId="1076"/>
          <ac:spMkLst>
            <pc:docMk/>
            <pc:sldMk cId="0" sldId="269"/>
            <ac:spMk id="17" creationId="{8AF5FBA3-4AAE-6AA2-7148-98698B552FC5}"/>
          </ac:spMkLst>
        </pc:spChg>
        <pc:spChg chg="add mod">
          <ac:chgData name="Toby Donaldson" userId="2e6e5431-bb17-4c41-9985-d39c50d83c73" providerId="ADAL" clId="{7F9681A8-EEE2-56F4-9B39-ECCBEE0471AC}" dt="2026-03-05T04:36:55.427" v="385" actId="1076"/>
          <ac:spMkLst>
            <pc:docMk/>
            <pc:sldMk cId="0" sldId="269"/>
            <ac:spMk id="18" creationId="{F33D44CD-57F2-7E61-3489-F1FA77E98B2E}"/>
          </ac:spMkLst>
        </pc:spChg>
        <pc:cxnChg chg="add mod">
          <ac:chgData name="Toby Donaldson" userId="2e6e5431-bb17-4c41-9985-d39c50d83c73" providerId="ADAL" clId="{7F9681A8-EEE2-56F4-9B39-ECCBEE0471AC}" dt="2026-03-05T04:36:55.427" v="385" actId="1076"/>
          <ac:cxnSpMkLst>
            <pc:docMk/>
            <pc:sldMk cId="0" sldId="269"/>
            <ac:cxnSpMk id="20" creationId="{2DE342E0-72B4-12F6-E71B-097CADDF55D4}"/>
          </ac:cxnSpMkLst>
        </pc:cxnChg>
        <pc:cxnChg chg="add mod">
          <ac:chgData name="Toby Donaldson" userId="2e6e5431-bb17-4c41-9985-d39c50d83c73" providerId="ADAL" clId="{7F9681A8-EEE2-56F4-9B39-ECCBEE0471AC}" dt="2026-03-05T04:36:55.427" v="385" actId="1076"/>
          <ac:cxnSpMkLst>
            <pc:docMk/>
            <pc:sldMk cId="0" sldId="269"/>
            <ac:cxnSpMk id="21" creationId="{B13CCFE8-6F7F-CAF4-216C-EA8901E107D9}"/>
          </ac:cxnSpMkLst>
        </pc:cxnChg>
      </pc:sldChg>
      <pc:sldChg chg="modSp mod">
        <pc:chgData name="Toby Donaldson" userId="2e6e5431-bb17-4c41-9985-d39c50d83c73" providerId="ADAL" clId="{7F9681A8-EEE2-56F4-9B39-ECCBEE0471AC}" dt="2026-03-05T04:37:12.795" v="387" actId="122"/>
        <pc:sldMkLst>
          <pc:docMk/>
          <pc:sldMk cId="0" sldId="271"/>
        </pc:sldMkLst>
        <pc:spChg chg="mod">
          <ac:chgData name="Toby Donaldson" userId="2e6e5431-bb17-4c41-9985-d39c50d83c73" providerId="ADAL" clId="{7F9681A8-EEE2-56F4-9B39-ECCBEE0471AC}" dt="2026-03-05T04:37:12.795" v="387" actId="122"/>
          <ac:spMkLst>
            <pc:docMk/>
            <pc:sldMk cId="0" sldId="271"/>
            <ac:spMk id="14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23:48.853" v="26" actId="1076"/>
          <ac:spMkLst>
            <pc:docMk/>
            <pc:sldMk cId="0" sldId="271"/>
            <ac:spMk id="54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23:48.853" v="26" actId="1076"/>
          <ac:spMkLst>
            <pc:docMk/>
            <pc:sldMk cId="0" sldId="271"/>
            <ac:spMk id="55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2T03:24:05.967" v="27" actId="1076"/>
        <pc:sldMkLst>
          <pc:docMk/>
          <pc:sldMk cId="0" sldId="272"/>
        </pc:sldMkLst>
        <pc:spChg chg="mod">
          <ac:chgData name="Toby Donaldson" userId="2e6e5431-bb17-4c41-9985-d39c50d83c73" providerId="ADAL" clId="{7F9681A8-EEE2-56F4-9B39-ECCBEE0471AC}" dt="2026-03-02T03:24:05.967" v="27" actId="1076"/>
          <ac:spMkLst>
            <pc:docMk/>
            <pc:sldMk cId="0" sldId="272"/>
            <ac:spMk id="5" creationId="{00000000-0000-0000-0000-000000000000}"/>
          </ac:spMkLst>
        </pc:spChg>
      </pc:sldChg>
      <pc:sldChg chg="addSp modSp mod">
        <pc:chgData name="Toby Donaldson" userId="2e6e5431-bb17-4c41-9985-d39c50d83c73" providerId="ADAL" clId="{7F9681A8-EEE2-56F4-9B39-ECCBEE0471AC}" dt="2026-03-05T04:41:39.055" v="769" actId="114"/>
        <pc:sldMkLst>
          <pc:docMk/>
          <pc:sldMk cId="0" sldId="273"/>
        </pc:sldMkLst>
        <pc:spChg chg="add mod">
          <ac:chgData name="Toby Donaldson" userId="2e6e5431-bb17-4c41-9985-d39c50d83c73" providerId="ADAL" clId="{7F9681A8-EEE2-56F4-9B39-ECCBEE0471AC}" dt="2026-03-05T04:41:39.055" v="769" actId="114"/>
          <ac:spMkLst>
            <pc:docMk/>
            <pc:sldMk cId="0" sldId="273"/>
            <ac:spMk id="23" creationId="{22B2F2A7-C05A-C38A-D39B-FB42CB89FD3A}"/>
          </ac:spMkLst>
        </pc:spChg>
      </pc:sldChg>
      <pc:sldChg chg="addSp delSp modSp mod">
        <pc:chgData name="Toby Donaldson" userId="2e6e5431-bb17-4c41-9985-d39c50d83c73" providerId="ADAL" clId="{7F9681A8-EEE2-56F4-9B39-ECCBEE0471AC}" dt="2026-03-02T03:44:42.635" v="199" actId="20577"/>
        <pc:sldMkLst>
          <pc:docMk/>
          <pc:sldMk cId="0" sldId="275"/>
        </pc:sldMkLst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23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2T03:44:22.348" v="156" actId="1076"/>
          <ac:spMkLst>
            <pc:docMk/>
            <pc:sldMk cId="0" sldId="275"/>
            <ac:spMk id="25" creationId="{2CDC6BB0-4608-6A41-4DE3-039D238509DE}"/>
          </ac:spMkLst>
        </pc:spChg>
        <pc:spChg chg="add mod">
          <ac:chgData name="Toby Donaldson" userId="2e6e5431-bb17-4c41-9985-d39c50d83c73" providerId="ADAL" clId="{7F9681A8-EEE2-56F4-9B39-ECCBEE0471AC}" dt="2026-03-02T03:44:24.519" v="158" actId="20577"/>
          <ac:spMkLst>
            <pc:docMk/>
            <pc:sldMk cId="0" sldId="275"/>
            <ac:spMk id="26" creationId="{49A9B6A8-EB97-7967-8510-C443F55C6CB7}"/>
          </ac:spMkLst>
        </pc:spChg>
        <pc:spChg chg="add mod">
          <ac:chgData name="Toby Donaldson" userId="2e6e5431-bb17-4c41-9985-d39c50d83c73" providerId="ADAL" clId="{7F9681A8-EEE2-56F4-9B39-ECCBEE0471AC}" dt="2026-03-02T03:44:42.635" v="199" actId="20577"/>
          <ac:spMkLst>
            <pc:docMk/>
            <pc:sldMk cId="0" sldId="275"/>
            <ac:spMk id="27" creationId="{3A942602-E258-D78B-487A-6CC3DB0AF3E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32:12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5450 12237 24575,'27'0'0,"-5"0"0,0 0 0,9 0 0,-1 0 0,2 0 0,4 0 0,-13 0 0,0 0 0,2 0 0,0 0 0,6 0 0,-7 0 0,2 0 0,-7 0 0,1 0 0,12 0 0,1 0 0,-7 0 0,0 0 0,3 0 0,-1 0 0,-8 0 0,-2 0 0,10 0 0,4 0 0,1 0 0,-5 0 0,-8 0 0,4 0 0,-21 0 0,26 0 0,-13 0 0,8 0 0,2 0 0,5 0 0,0 0 0,0 0 0,0 0 0,-1 0 0,1 0 0,-6 0 0,-1 0 0,0 0 0,0 0 0,1 0 0,0 0 0,-1 0 0,-2 0 0,15 0 0,-6 0 0,-1 0 0,1 0 0,-1 0 0,2 0 0,-8 0 0,1 0 0,4 0 0,2 0 0,2 0 0,-2 0 0,-9-1 0,-1 2 0,10 7 0,0 2 0,6-6 0,-9 11 0,1-1 0,-8-11 0,-1-3 0,6 5 0,0 2 0,-6 2 0,1 0 0,8-8 0,-1 2 0,-10 12 0,1 0 0,12-13 0,-1-1 0,1 10 0,-1-10 0,2-2 0,-2 1 0,0 0 0,-4 0 0,2 0 0,-1 0 0,1 0 0,-1 0 0,-1 0 0,5 0 0,-2 0 0,3 0 0,-2 0 0,-6 0 0,1 0 0,7 0 0,2 0 0,-4 0 0,0 0 0,-3 0 0,-1 0 0,-6 0 0,0 0 0,12 0 0,-2 0 0,2 0 0,-10 0 0,3 0 0,6 0 0,5 0 0,-3 0 0,-4 0 0,0 0 0,1 1 0,2-1 0,1-1 0,-3-2 0,1-1 0,0 0 0,5-2 0,1-1 0,-1-1 0,-2-1 0,0-1 0,-1 1 0,-2 1 0,-1 2 0,-1-1 0,5 0 0,-2 3 0,-8 3 0,1 2 0,6-1 0,-1 0 0,-5 0 0,-1 0 0,5 0 0,2 0 0,1 0 0,1 0 0,-3 0 0,0 0 0,-5 0 0,-1 0 0,8 0 0,-12 0 0,1 0 0,16 0 0,-5 0 0,2 0 0,-4 1 0,0-2 0,-5-4 0,1-2 0,0 1 0,6 4 0,-1 0 0,-6-8 0,-2 2 0,2 7 0,-3 2 0,-5-1 0,15 0 0,0 0 0,-4 0 0,-7 0 0,-9 0 0,-12 0 0,0 0 0</inkml:trace>
  <inkml:trace contextRef="#ctx0" brushRef="#br0" timeOffset="8782">14671 13123 24575,'27'0'0,"-6"0"0,2 0 0,6 0 0,2 0 0,-5 0 0,1 0 0,1 0-356,4 0 0,2 0 0,-2 0 356,-5 0 0,-2 0 0,0 0 0,11 0 0,-2 0 174,-4 0 1,-2 0-175,8 0 89,-13 0 0,-2 0-89,12 0 0,-14 0 0,1 0 0,2 0 0,-2 0 541,8 0-541,1 0 0,-26 0 0,26 0 0,-13-11 0,8 10 0,2-1 0,-5-13 0,1 0 0,10 12 0,1 2 0,-3-8 0,0 0 0,4 9 0,-2 0 0,-7-6 0,-1 0 0,7 6 0,-1-3 0,-5-11 0,-1-1 0,5 12 0,2 2 0,2-8 0,-1 0 0,-7 8 0,-2 2 0,0-1 0,0 0 0,3 0 0,-2 0 0,7 0 0,-9-6 0,0 0 0,10 3 0,-16-8 0,2 22 0,-18-8 0,0 9 0,0-12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33:09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4154 5477 24575,'32'0'0,"-4"0"0,-9 0 0,0 0 0,1 0 0,0 0 0,6 0 0,1 0 0,3 0 0,0 0 0,-5 0 0,-1 0 0,8 0 0,-2 0 0,0 0 0,-4 0 0,-2 0 0,4 0 0,-3 1 0,0-2 0,6-11 0,-6 11 0,0-1 0,3-10 0,-4 11 0,2 2 0,-2-1 0,1 0 0,-1 0 0,0 0 0,8 0 0,-8 0 0,-21 12 0,9-9 0,-12 9 0,17-12 0,-1 0 0,5 0 0,3 0 0,-4 0 0,8 0 0,-7 0 0,-10 0 0,-11 0 0,0 0 0</inkml:trace>
  <inkml:trace contextRef="#ctx0" brushRef="#br0" timeOffset="5539">1389 6575 24575,'0'0'0</inkml:trace>
  <inkml:trace contextRef="#ctx0" brushRef="#br0" timeOffset="7350">4749 6615 24575,'22'0'0,"-4"0"0,-18 0 0,12 0 0,-9 0 0,8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36:45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1230 5794 24575,'22'0'0,"0"0"0,9 0 0,-1 0 0,2 0 0,-2 0 0,0 0-300,-4 0 0,2 0 0,-1 0 300,0 0 0,0 0 0,0 0 0,0 0 0,-1 0 0,-1 0 147,0 0 1,-2 0-148,3 0 0,-2 0 150,4 0-150,5 0 0,-19 0 0,-2 0 113,-12 0 1,0 0 0,0 0 0</inkml:trace>
  <inkml:trace contextRef="#ctx0" brushRef="#br0" timeOffset="1517">1191 6959 24575,'33'0'0,"-3"0"0,2 0 0,-6 0 0,0 0 0,-1 0 0,1 0 0,1 0 0,7 0 0,-2 0 0,-8 0 0,0 0 0,7 0 0,0 0 0,-10 0 0,1 0 0,10 0 0,0 0 0,-7 0 0,-1 0 0,0 0 0,-3 0 0,0 0 0,-9 0 0</inkml:trace>
  <inkml:trace contextRef="#ctx0" brushRef="#br0" timeOffset="54654">1191 5636 24575,'33'0'0,"-13"0"0,-1 0 0,9 0 0,-4 0 0,2 0 0,4 0 0,-7 0 0,-1 0 0,-8 0 0,16 0 0,-26 0 0,14 0 0,-18 0 0,0 0 0</inkml:trace>
  <inkml:trace contextRef="#ctx0" brushRef="#br0" timeOffset="59493">1257 7964 24575,'34'0'0,"-2"0"0,0 0 0,-16 0 0,14 0 0,2 0 0,-8 0 0,1 0 0,-2 0 0,2 0 0,12 0 0,0 0 0,-12-1 0,1 2 0,3 2 0,3 2 0,-3-1 0,-3-4 0,-1 3 0,1 5 0,0 4 0,-4-3 0,-3-5 0,5 4 0,-1 2 0,-7 2 0,5-9 0,-10 9 0,-11-12 0</inkml:trace>
  <inkml:trace contextRef="#ctx0" brushRef="#br0" timeOffset="63600">1323 9128 24575,'22'0'0,"0"0"0,7 0 0,2 0 0,-5 0 0,2 0 0,-1 0-351,0 0 1,0 0 0,0 0 350,2 0 0,1 0 0,1 0-423,1 0 1,1 0 0,0 0 422,3 0 0,0 0 0,1 0 0,-5 0 0,2 0 0,-1 0 0,-1 0 0,2 0 0,-2 0 0,-1 0 0,-4 0 0,0 0 0,-3 0 110,0 0 1,-4 0 0,-6 0 0,-2 0 0</inkml:trace>
  <inkml:trace contextRef="#ctx0" brushRef="#br0" timeOffset="65925">1191 10319 24575,'33'0'0,"-13"0"0,-1 0 0,9 0 0,-8 0 0,4 0 0,-4 0 0,-4 0 0,14 0 0,-27 17 0,9-12 0,-1 12 0,10-17 0,1 0 0,1 0 0,-5 6 0,1 0 0,12-5 0,0 1 0,-9 10 0,-1 0 0,14-9 0,-14 3 0,-1-1 0,-4-5 0,5 0 0,-10 0 0</inkml:trace>
  <inkml:trace contextRef="#ctx0" brushRef="#br0" timeOffset="75470">12435 7832 24575,'33'0'0,"-14"0"0,1 0 0,6 0 0,1 0 0,8 0 0,2 0-518,-10-1 1,0 1 0,0 1 517,4 3 0,0 3 0,0-1 0,1 0 0,1-1 0,0 0 0,-4 0 0,1 0 0,0 0 0,-1 1 0,2 2 0,-1 1 0,2-2 0,-4-5 0,1-2 0,0-1 0,-2 3 0,8 4 0,-1-1 168,-9-4 0,1-1 0,1-1-168,2 1 0,2 0 0,-2 0 128,7 0 1,0 0-129,-2-1 0,1 1 0,-2 1 0,2 8 0,-1 0 0,-8-7 0,0-2 0,0 2 395,8 8 1,-2-2-396,-8-7 0,0-2 0,8 0 0,-2 2 0,1 11 0,1-9 0,-20 8 0,0-11 0,20 0 0,-8 0 0,3 0 0,0 0 0,1 0 0,0 0 0,1 0 0,1 0 0,2 0 0,0 0 0,-4 0 0,9 0 0,-2 0 0,-1 0 0,1 0 0,-5 0 0,-10 0 0,0 0 0,11 0 0,-1 0 0,-2 0 0,5 0 0,-1 0 0,-16-11 0,14 8 0,2-9 0,-9 11 0,2 2 0,5 0 0,1-2 0,1-8 0,0 0 0,-7 7 0,-1 0 0,4-7 0,1 0 0,-2 8 0,-1 2 0,-1-1 0,-1 0 0,-2 1 0,1-2 0,2-4 0,0-1 0,5 4 0,0 1 0,5-5 0,-1 0 0,3 5 0,-2 2 0,-7-1 0,-3 0 0,-4 0 0,-2 0 0,13 0 0,1 0 0,-10 0 0,-1 0 0,3 0 0,-2 0 0,-5 0 0,-15 0 0,9 0 0,-12 0 0,0 0 0,30 0 0,-7 0 0,2 0 0,9 0 0,1 0 0,-3-1 0,-4 2 0,5 11 0,-21-9 0,-12 8 0,0-11 0,0 0 0</inkml:trace>
  <inkml:trace contextRef="#ctx0" brushRef="#br0" timeOffset="92821">3334 12594 24575,'-15'0'0,"44"0"0,-5 0 0,4 0 0,-1 0 0,3 0 0,3 0 0,-1 0-820,0 1 1,0-1 0,0 0 0,1-1 613,-2-1 0,0-2 1,0 0-1,2 0 0,0 1 206,-1 1 0,1 1 0,0 1 0,1 0 0,0-1 0,0 0-38,0-1 0,1-1 0,-1-1 0,1 1 0,1 0 0,0 0 38,-1 2 0,1 1 0,1 0 0,0 0 0,0 1 0,-1-1 0,-3 0 0,6 0 0,-3 0 0,0 0 0,-1 0 0,0 0 206,-1 0 0,0 0-1,0 0 1,-2 0 0,-3 0-206,4 0 0,-2 0 0,-2 0 0,-2 0 0,0 0 0,0 0 0,-1 0 0,0 0 0,0 0 0,-1 0 0,1 0 0,1 0 0,3 0 0,0 0 0,2 0 0,-4 0 0,1 0 0,0 0 0,-2 0 0,6 0 0,0 0 0,-2 0 709,-1 0 0,0 0 0,0 0-709,6 0 0,1 0 0,-4 0 0,-3 0 0,-1 0 459,0 0 0,2 0 1,-5 0-460,-4 0 0,-5 0 0,-1 0 0,2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38:48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13851 4471 24575,'32'0'0,"-12"0"0,0 0 0,5 0 0,3 0 0,7 0 0,2 0 0,-3 0 0,1 0-489,-6 1 0,2 0 0,-1-3 489,-3-3 0,0-2 0,0 2 0,-1 3 0,2 1 0,-2-1 0,0-3 0,0-2 0,0 2 0,0 4 0,0 2 0,0-1 0,4-4 0,1 0 0,1 0-364,-5 3 1,1 1-1,1 0 1,0-2 363,0-2 0,1-3 0,0 1 0,1 0 0,2 1 0,3 1 0,-1 0 0,1 0 0,-4 0 172,0 0 0,-3 0 0,0 0 0,1 0-172,5-1 0,2 0 0,-1 0 0,-5 2 0,1 3 0,-4 0 0,3 0 0,0 0 345,-1 0 1,0 0-346,4 0 0,2 0 514,-11 0 0,2 0 0,-2 0-514,9 0 0,-1 0 0,-9 0 0,0 0 0,-2 0 0,0 0 0,6 0 0,0 0 0,-8 0 0,0 0 0,16 0 0,3 0 0,-6 0 0,0 0 0,1 0 0,1 0 0,1 0 0,0 0 0,-11 0 0,1 0 0,-1 0 0,2 0 0,0 0 0,0 0 0,-1 0 0,-1 0 0,1 0 0,2 1 0,1 0 0,-4-3 0,6-10 0,-10 11 0,-1-1 0,1-9 0,6 11 0,-2 0 0,0 0 0,6 0 0,1 0 0,-2 0 0,-11 0 0,2 0 0,-1 0 0,1 0 0,7 0 0,-9 0 0,0 0 0,9 0 0,-7 0 0,-10 0 0,-11 0 0,0 0 0,-11 0 0,8 0 0,-9 0 0,12 0 0</inkml:trace>
  <inkml:trace contextRef="#ctx0" brushRef="#br0" timeOffset="9848">2646 7527 24575,'22'0'0,"0"0"0,6 0 0,4 0 0,2 0 0,4 0 0,0 0-820,-6 0 1,-1 0 0,2 0 0,1 0 523,-2 0 0,3 0 0,-1 0 0,1 0 0,-1 0 296,-1 0 0,-1 0 0,0 0 0,0 0 0,1 0 0,1 0 0,0 0 0,1 0 0,-1 0 0,0 0 0,3 0 0,0 0 0,0 0 0,-2 0-1,-2 1 1,-1 0 0,-1-1 0,0-2 0,7-3 0,-2-2 0,0 2 0,-5 3 0,-1 1 0,2-1 0,0-2 0,2-1 0,0 0 0,0 2 0,-4 2 0,0 1 0,-1 0 0,2 1 0,2-1 0,1 0 0,1 0 0,1 0 0,-5-2 0,0 0 0,2 0 0,0 0 0,0 0 0,-1 0 0,4 1 0,0 1 0,0 0 0,1 0 0,2-2 0,-6-1 0,3-1 0,0-1 0,1 0 0,-1 0 0,1 1 0,-1 1 0,-2 1 0,0 1 0,0 1 0,0 1 0,0-1 0,-1-1 0,1-1 0,3-2 0,0-1 0,-1-1 0,1 1 0,-1-1 0,0 3 124,-3 1 0,-1 1 0,1 1 0,-1 1 0,0-1 0,0-1-124,3-1 0,-1-1 0,0 0 0,0 1 0,-1 0 0,-1 1 0,-1 1 0,0 1 0,0-1 0,0 0 0,4 0 0,0 1 0,0-1 0,1-1 0,-5-1 0,1 0 0,0-1 0,-1 0 0,0 1 0,5 1 0,-1 1 0,0 0 0,0-2 0,0 0 0,0-2 0,-1 1 0,1 1 0,-3 1 0,1 1 0,0 0 0,-1 1 0,3-1 0,0 0 0,-1 0 0,1 0 0,-3 0 0,0 0 0,0 0 0,1 0 0,-3 0 0,1 0 0,0 0 0,1 0 0,-2 0 0,6 0 0,-1 0 0,0 0 0,0 0 0,2 0 0,1 0 0,-1 0 0,-2 0 775,2 0 1,-1 0 0,0 0-776,-3 0 0,1 0 0,0 0 0,0 0 0,1 0 0,1 0 0,-1 0 0,0 0-98,0 0 0,-1 0 0,0 0 0,0 0 98,-4 0 0,1 0 0,0 0 0,-1 0 0,0 0 90,1 0 1,-1 0-1,0 0 1,1 0-91,0 0 0,1 0 0,1 0 0,0 0 0,3 0 0,2 0 0,-1 0 0,-1 0 0,-4 0 0,0 0 0,0 0 0,-2 0 0,7 0 0,0 0 0,0 0 0,-8 0 0,2 0 0,-1 0 0,2 0 0,2 0 0,2 0 0,0 0 0,-1 0-304,-5 0 1,0 0 0,0 0 0,0 0 303,3 0 0,0 0 0,0 0 0,-1 0 514,5 0 1,-1 0 0,1 0-515,-3 0 0,1 0 0,1 0 0,0 0 0,-4 0 0,-1 0 0,2 0 0,-1 0 0,2 0-142,-2 0 1,1-1 0,1 1 0,0 0 0,0 0 0,-1 1 141,-1 0 0,0 1 0,0 0 0,0 1 0,-1-1 0,0-1-358,2 0 0,1 0 0,-2-1 0,1 0 0,-1 1 358,-1 1 0,0 1 0,-1 0 0,0-1 0,0 0 0,4-1 0,-1-1 0,1-1 0,0 1 0,3 0 0,1 0 0,-1 0 0,1 0 0,-2 0 0,1 0 0,-1 0 0,-1 0 0,-4 0 0,0 0 0,-1 0 0,0 0 379,5 0 0,-2 0 0,0 0-379,-2 0 0,-1 0 0,-1 0 17,-3 0 0,-1 0 0,0 0-17,3 0 0,0 0 0,-4 0 826,7 0-826,-2 0 0,3 0 1004,-2 0 1,1 0-1005,4 0 0,-1 0 0,-9 0 0,-2 0 0,7 0 0</inkml:trace>
  <inkml:trace contextRef="#ctx0" brushRef="#br0" timeOffset="26946">728 4723 24575,'22'0'0,"0"0"0,1 0 0,2 0 0,3 0 0,4 0 0,-2 0 0,6 0 0,0 0 0,-7 0 0,1 0 0,1 0 0,-1 0 0,0 0 0,-1 0 0,8 0 0,-2 0 0,1 0 0,0 0 0,2 0 0,-2 0 0,-16 0 0,-1 0 0,10 0 0,0 0 0,-4 0 0,0 0 0,-1 1 0,0-2 0,6-8 0,1 0 0,-5 7 0,0 0 0,3-7 0,0 0 0,-5 8 0,0 2 0,9-1 0,-1 0 0,-7 0 0,-2 0 0,11 0 0,-16 0 0</inkml:trace>
  <inkml:trace contextRef="#ctx0" brushRef="#br0" timeOffset="28519">3215 4749 24575,'22'0'0,"0"0"0,2 0 0,0 0 0,6 0 0,1 0 0,-4 0 0,-2 0 0,-4 0 0,-2 0 0,14 0 0,-19 0 0,-2 0 0</inkml:trace>
  <inkml:trace contextRef="#ctx0" brushRef="#br0" timeOffset="30209">4815 4657 8191,'15'0'0,"-3"0"3276,17 0-1489,-21 0-378,14 0 0,3 0-1409,-9 0 859,7 0 1,4 0-860,-6 0 0,0 0 1638,6 0 0,-1 0 0,-5 0 0,-2 0-1406,2 0-232,-10 0 0,-11 11 0,0-8 0,0 9 0</inkml:trace>
  <inkml:trace contextRef="#ctx0" brushRef="#br0" timeOffset="31664">6707 4723 24575,'33'0'0,"-6"0"0,-6 0 0,-9 0 0,0 0 0,-10 0 0,10 0 0,-12 0 0,18 0 0,-14 0 0,14 0 0,-6 0 0,-9 0 0,8 0 0</inkml:trace>
  <inkml:trace contextRef="#ctx0" brushRef="#br0" timeOffset="33093">8189 4789 24575,'26'0'0,"-4"0"0,0 0 0,2-1 0,1 2 0,0 2 0,2 2 0,-1-1 0,9-3 0,-1 1 0,-4 4 0,0-1 0,2-4 0,-2-2 0,1 1 0,1 0 0,-2 12 0,-26-9 0,14 9 0,-18-12 0,0 0 0</inkml:trace>
  <inkml:trace contextRef="#ctx0" brushRef="#br0" timeOffset="34414">10134 4882 24575,'32'0'0,"-16"0"0,9 0 0,-3 0 0,-15 0 0,23 0 0</inkml:trace>
  <inkml:trace contextRef="#ctx0" brushRef="#br0" timeOffset="55861">9155 9790 24575,'0'0'0</inkml:trace>
  <inkml:trace contextRef="#ctx0" brushRef="#br0" timeOffset="60210">9155 9790 24575,'33'0'0,"0"0"0,-11 0 0,0 0 0,15 0 0,-15 0 0,1 0 0,2-1 0,0 2 0,-1 4 0,1 1 0,4-4 0,2-1 0,2 4 0,-1 2 0,-11 2 0,0 0 0,10-7 0,0 0 0,-6 7 0,-2 0 0,1-8 0,1-2 0,5 1 0,2 0 0,-2-1 0,0 2 0,-2 4 0,1 1 0,6-4 0,-1-1 0,-1 6 0,-1-2 0,-6-5 0,-1 0 0,-1 3 0,2 1 0,-1 1 0,1 1 0,0 2 0,0-1 0,2-2 0,-1 1 0,2-1 0,6 1 0,1 1 0,-2-3 0,1-4 0,-1 0 0,-6 6 0,1 0 0,-4-4 0,2-2 0,0 1 0,-1 3 0,-1 0 0,4 0 0,4-3 0,3-1 0,1-1 0,-1 1 0,-3 0 0,-1 0 0,1 0 0,-1 0 0,0 0 0,1 1 0,-2-1 0,-1-1 0,-1-3 0,-3 0 0,0 0 0,7 3 0,-4-1 0,-1-10 0,4 12 0,-17 0 0,-4-17 0,-22 1 0,8-17 0,-9 1 0,0 16 0,-8-14 0,3 10 0,3 1 0,-1-2 0,4-4 0,1-3 0,1 5 0,0-2 0,-1 1 0,0-5 0,0 1 0,-3-1 0,2 0 0,10 4 0,-1 0 0,-9-5 0,9 0 0,4-2 0,-2 7 0,0 1 0,0-12 0,-9 14 0,0 2 0,5 6 0,-5-7 0,0-2 0,3 5 0,0-1 0,-3-9 0,-2-1 0,-2 1 0,-2 3 0,-2 3 0,1 1 0,2-11 0,-16 20 0,14 12 0,-7-1 0,-4 2 0,4 5 0,-2 0 0,0-5 0,-2-1 0,1 2 0,-6 3 0,0 1 0,2-1 0,-2-1 0,0-1 0,7-2 0,0-1 0,-1 2 0,-1 4 0,-1 3 0,0-1 0,1-2 0,-2-3 0,2-3 0,-1 2 0,-2 3 0,-1 3 0,2-3 0,-5-5 0,2 0 0,2 0 0,0 0 0,5 0 0,-1 0 0,0 0 0,0 0 0,-1 0 0,0 0 0,-4 0 0,-1 0 0,1 0 0,-3 0 0,1 1 0,1-2 0,5-5 0,0-1 0,0 2 0,-2 3 0,-1 2 0,0-3 0,-1-5 0,1-4 0,-2 3 0,-2 6 0,-2 3 0,-1 1 0,1-2 0,7-1 0,0-2 0,0 1 0,0 0 0,-2 3 0,0 0 0,0 0 0,2 0 0,2 1 0,1 0 0,3-3 0,-3-3 0,3-1 0,-11 3 0,5-9 0,26 12 0,-9 0 0,1 0 0,8 0 0,3 12 0,14 2 0,2 7 0,1 2 0,-3-7 0,0-1 0,-3 10 0,-2 0 0,3 3 0,-3-4 0,0 2 0,-2-2 0,2 1 0,1 2 0,1 4 0,0 0 0,-2-4 0,0 2 0,-1-1 0,-2 2 0,0 1 0,-3 2 0,1 0 0,0-1 0,2 5 0,1 0 0,-3-2 0,-3-6 0,-1-1 0,-1-3 0,1-4 0,0-2 0,0 1 0,0-2 0,0-2 0,0 2 0,0-18 0,0 11 0,0-8 0,0 9 0,0-12 0</inkml:trace>
  <inkml:trace contextRef="#ctx0" brushRef="#br0" timeOffset="69980">6641 6456 24575,'32'0'0,"-15"0"0,0 0 0,-5 0 0,-9 0 0,9 0 0,5 0 0,-1 0 0,5 0 0,3 0 0,-22 0 0,28 12 0,-26-9 0,14 8 0,-18-11 0</inkml:trace>
  <inkml:trace contextRef="#ctx0" brushRef="#br0" timeOffset="76324">15108 5543 24575,'34'0'0,"1"0"0,-1 0 0,1 0 0,-5 0 0,2 0 0,0 0 0,1 0 0,0 0 0,1 0 0,2 0 0,1 0 0,-1 0 0,-6 0 0,-2 0 0,-4 0 0,4 0 0,-10 12 0,-18-9 0,0 8 0</inkml:trace>
  <inkml:trace contextRef="#ctx0" brushRef="#br0" timeOffset="78230">15108 6456 24575,'24'0'0,"0"0"0,2 0 0,-2 0 0,4 0 0,4 0 0,1 0 0,-5 0 0,4 0 0,0 0 0,-4 0 0,-7 0 0,-9 0 0,-12 12 0,0-9 0,0 8 0</inkml:trace>
  <inkml:trace contextRef="#ctx0" brushRef="#br0" timeOffset="80278">16497 6641 24575,'26'0'0,"7"0"0,-17 0 0,13 0 0,-8 0 0,7 0 0,4 0 0,0 0 0,-4 0 0,-7 0 0,-9 0 0,-12 0 0,0 0 0,0 0 0</inkml:trace>
  <inkml:trace contextRef="#ctx0" brushRef="#br0" timeOffset="81950">15200 7646 24575,'-14'0'0,"-6"0"0,-2 0 0,-14 0 0,-1 0 0,25 0 0,17 0 0,12 0 0,-5 0 0,-9 0 0,9 12 0,-1-9 0,-8 9 0,9-12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33:08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4154 7488 24575,'26'0'0,"0"0"0,0 0 0,6 0 0,4 0 0,1 0 0,-2 0 0,1 0 0,-1 0 0,1 0-556,-3 0 0,1 0 0,0 0 1,-1 0 555,0 0 0,-1 0 0,-3 0 0,1 0 0,-2 0 356,9 0 0,-3 0-356,-14 0 0,0 0 183,5 0 1,0 0-184,6 0 0,-6 0 0,0 0 0,2 0 1144,6 0-1144,-1 0 0,-4 0 0,-9 0 0,0 0 0,9 0 0,-7 0 0,-9 0 0,-12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42:36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2712 4591 24575,'26'0'0,"-4"0"0,1 0 0,13 0 0,-13 0 0,0 0 0,9 0 0,1 0 0,-17 0 0,13 0 0,-14 0 0,17 0 0,-4 0 0,-9 0 0,0 0 0,1 0 0,0 0 0,5 0 0,3 0 0,0 0 0,3 0 0,0 0 0,0 0 0,2 0 0,0 0 0,-6 0 0,2 0 0,0 0 0,-1 0 0,7 0 0,0 0 0,-1 0 0,-6 0 0,-2 0 0,1 0 0,0 0 0,-1 0 0,-1 0 0,-1 0 0,0 0 0,8 0 0,-2 0 0,1 0 0,0 0 0,0 0 0,5 0 0,-8 8 0,2 1 0,-3-7 0,-1 1 0,-5 6 0,0-1 0,10-6 0,0-4 0,6 2 0,-9 0 0,1 0 0,-2 0 0,-1 0 0,4 0 0,0 0 0,-5 0 0,-1 0 0,2 0 0,-2 0 0,4 0 0,4 0 0,0 0 0,-15 0 0,12 0 0,-26-17 0,20 12 0,-20-12 0,27 17 0,-26 0 0,14 0 0,-18 0 0,0 0 0</inkml:trace>
  <inkml:trace contextRef="#ctx0" brushRef="#br0" timeOffset="16512">3373 5226 24575,'38'0'0,"-1"0"0,-11 0 0,0 0 0,-1 0 0,10 0 0,2 0 0,-2 0 0,2 0 0,1 0 0,-7 0 0,1 0 0,1 0 0,0 0 0,-2-2 0,1-1 0,0 0 0,0 1 0,0 0 0,0 1 0,0 0 0,-1 1 0,1 0 0,0-1 0,0-1 0,0-1 0,0 0 0,0 1 0,-1 0-462,2 1 1,-1 1-1,0 1 1,0-1 461,-1 0 0,0 0 0,0 0 0,-2 0 0,3 0 0,-1 0 0,-1 0 148,-3 1 1,-1-1-1,2-1-148,7-4 0,1-2 0,0 1 0,-7 5 0,-2 0 0,2-1 0,8-4 0,1-1 0,-3 2 0,-2 5 0,-2 0 0,1 0 0,-3 0 350,-1 0 0,-7 0 0,-9 0 1</inkml:trace>
  <inkml:trace contextRef="#ctx0" brushRef="#br0" timeOffset="34245">13533 4498 24575,'33'0'0,"-17"0"0,6 0 0,3 0 0,4 0 0,2 0 0,-4 0 0,0 0 0,3 0 0,0 0 0,2 0 0,0 0 0,-4 0 0,7 0 0,-2 0 0,5 0 0,-3 0 0,-3 0 0,-4 0 0,-7 0 0,8 0 0,-12 0 0,15-12 0,0 9 0,-9-2 0,0-2 0,1-2 0,0 1 0,4 6 0,-3-1 0,3-14 0,-10 17 0,-6 0 0,2 0 0,1 0 0,5 0 0,1 0 0,4 0 0,-2 0 0,0 0 0,9 0 0,0 0 0,-4 0 0,5 0 0,-1 0 0,-4 0 0,-9 0 0,0 0 0,9 0 0,4 0 0,1 17 0,-5-12 0,-3 4 0,0-1 0,-6-8 0,10 6 0,1 0 0,-11-3 0,2 2 0,2 2 0,-1 2 0,0 0 0,1-7 0,2 0 0,1 3 0,1 1 0,-2 1 0,1-1 0,0-1 0,11-3 0,-1-1 0,-17 5 0,-1 0 0,10-5 0,1-2 0,-8 1 0,-1 0 0,1 0 0,-2 0 0,13 0 0,-10 0 0,1 0 0,13 0 0,-8 0 0,2 0 0,-4-1 0,1 2 0,3 5 0,0 0 0,-6-5 0,0 1 0,7 3 0,0 2 0,-7 2 0,1-1 0,8-6 0,0 1 0,-8 11 0,-2 1 0,-1-13 0,0-1 0,1 5 0,-2 0 0,10-6 0,2 11 0,-12-9 0,-1-1 0,5 11 0,-2-11 0,-1-2 0,-1 1 0,2 0 0,-20 0 0,-3 0 0,-3 0 0,-8 0 0</inkml:trace>
  <inkml:trace contextRef="#ctx0" brushRef="#br0" timeOffset="40078">13533 5133 24575,'26'0'0,"0"0"0,0 0 0,4 0 0,1 0 0,1 0 0,-5 0 0,0 0 0,1 0 0,3 0-362,-2 0 0,2 0 1,1 0-1,1 0 1,1 0-1,-2 0 362,1 0 0,1 0 0,-1 0 0,1 0 0,-1 0 0,2 0 0,1 0 0,1 0 0,1 0 0,0 0 0,-2 0 0,1 0 96,-5 0 1,1 0 0,-1 0 0,-1 0 0,0 0 0,-2 0-97,4 0 0,-1 0 0,-1 0 0,-1 0 0,8 0 0,-1 0 0,-2 0 0,-6 0 0,-2 0 0,-2 0 192,6 0 1,-2 0-193,4 0 0,-4 0 0,2 0 0,-1 0 0,2 0 555,-2 0 0,0 0-555,4 1 0,1-2 31,-9-4 0,0-2 1,0 1-32,0 4 0,0 2 0,0-2 0,8-7 0,1 0 0,-6 8 0,1 1 0,1 1 0,-1-1 0,1 0 0,0 0 0,1 0 0,-1 0 0,2 0 0,4 0 0,1 0 0,-3 0 0,-2 0 0,-1 0 0,-6 0 0,1 0 0,-1 0 0,5 0 0,-2 0 0,6 0 0,0 0 0,0 0 0,2 0 0,-11 0 0,2 0 0,0 0 0,1 0 0,0 0 0,1 0 0,-1 0 0,1 0 0,0 0 0,0 0 0,7 0 0,-1 0 0,0 0 0,-4 0 0,-1 0 0,-2 0 0,-2 0 0,-1 0 0,-2 0 0,1 0 0,-2 0 0,11 0 0,-13 0 0,-1 0 0,4 0 0,-4 0 0,0 0 0,0 0 0,10 0 0,-26 0 0,14 0 0,-7 0 0,-8 0 0,9 0 0,-12 0 0,0 0 0</inkml:trace>
  <inkml:trace contextRef="#ctx0" brushRef="#br0" timeOffset="58845">15134 8493 24575,'33'0'0,"0"0"0,-7 0 0,0 0 0,0 0 0,1 0 0,0 0 0,0 0-734,3 0 0,1 0 0,1 0 734,4 0 0,1 0 0,0 0 0,-5 0 0,0 0 0,1 0 0,4 0 0,0 0 0,-1 0 92,-8 0 0,-1 0 0,-1 0-92,0 0 0,1 0 0,-2 0 0,6 0 0,-2 0 232,-2 0 0,-1 0-232,3-1 0,-1 2 0,-4 8 0,1 0 0,4-7 0,4-1 0,-1 0 371,-2 5 0,0 1 0,1-2-371,-3-4 0,0-1 0,1-1 0,-1 1 116,10-1 0,-1 1 1,-1 1-117,-10 2 0,-1 2 0,0-1 0,2-3 0,1-1 0,-1 2 0,9 4 0,0-1 0,-3-4 0,1-1 0,-2-1 0,2 1 0,-1 0 0,-6 0 0,1-1 0,-3 2 0,-5 5 0,0 0 0,6-4 0,0-1 0,-4 5 0,-1 0 0,11-6 0,-20 0 0,-12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33:32.8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4154 5093 24575,'37'0'0,"-1"0"0,1 0 0,-1 0 0,0 0 0,1 0 0,-5 0 0,1 0 0,0 0 0,0 0 0,-2 0 0,0 0 0,-1 0 0,-2 0 0,10 0 0,-4 0 0,5 0 0,-7 0 0,-16 0 0,5 0 0,-10 18 0,-11-14 0,0 14 0,0-18 0,-11 0 0,-10 0 0,-7 12 0,4-11 0,-2 1 0,-3 12 0,-2 1 0,5-12 0,-1-3 0,-1 1-263,-2 5 1,-1 1-1,-1-2 263,1-4 0,0-2 0,1 1 0,2 3 0,1 2 0,1-1 0,-8-3 0,2 1 0,7 4 0,4 0 0,1-6 0,8 0 0,12 0 0,0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45:08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1005 7236 24575,'22'0'0,"8"0"0,-27 0 0,-3 0 0,-33 0 0,9 0 0,-6 0 0,-2 0 0,-1 0 0,0 1 0,-1-1 0,0 0 0,-1-1-328,3 0 0,-1-1 1,0 0-1,0-1 0,2 0 328,-1-2 0,0 1 0,2-2 0,2 0 0,-2-2 0,3 0 0,6-4 0,7-4 0,9 0 0,18-1 0,14 1 0,-4 8 0,6 1 0,4 1 0,5 0 0,2 0 0,1 0 0,0 0-235,-12 1 1,2 0 0,1 0 0,0 0 0,2-1 0,0 1 0,1 0 0,1-1 0,0 1 0,0-1 0,1 0 0,0 0 0,-1-1 0,1 1 106,-3 0 0,-1 0 0,2-1 0,-1 1 0,1-1 0,0 0 0,1 0 0,0 0 0,0 0 1,0 0-1,0 0 0,0 0 0,0-1 0,1 1 0,-1 0 0,0-1 0,0 1 0,-1 0 128,1 0 0,0 0 0,1-1 0,-1 1 0,1-1 0,0 1 0,-1-1 0,1 1 0,0-1 0,-1 1 0,0-1 0,0 1 0,0-1 0,-1 1 0,-1 0 0,0 0 0,0 0 0,-1 0-223,4-1 1,0 0-1,0 0 1,-1 1-1,0-1 1,0 0 0,-1 1-1,-1-1 1,-1 1-1,-1 0 1,-1 0-1,-1 0 1,-2 0 222,13-4 0,-2-1 0,-2 0 0,-3 2 0,-3 1 0,-4 4 451,12 4 0,-19 2-451,-46-1 0,-19 0 0,16 0 0,-2 0 0,-2 0 0,-3 0 0,5 0 0,-1 0 0,-2 0 0,-1 0 0,0 0 0,-2 0 0,1 0-154,0 0 0,-1-1 1,0 1-1,-1 0 1,0 0-1,0 0 1,0 0-1,0 1 154,4 0 0,0 1 0,0-1 0,0 1 0,0 1 0,0-1 0,0 0 0,2 0 0,-1 1 0,-3-1 0,-1 0 0,1 0 0,1 0 0,1 0 0,1 1 0,2 0 655,-3 0 0,2 1 1,1-1-1,3 2 0,3 0-180,-9 8 0,6-2 2801,-1-8-2572,24 9-704,-12-12 0,-2 7 0,-3 3 0,-2-5 0,-4 0 0,-1 1 0,1 4 0,-2 2 0,-1 2 0,-1 0 0,0-2 54,-1-1 0,0-1 1,-1 0-1,1 0 1,1 0-55,-2 3 0,0-1 0,2 1 0,3-2 0,0 1 0,3-1 0,6-5 0,2-6 0,18 0 0,0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33:38.0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3215 7924 24575,'33'0'0,"1"0"0,-1 0 0,0 0 0,-2 0 0,2 0 0,0 0 0,2 0 0,0 0 0,1 0 0,-3 0 0,1 0 0,0 0 0,1 0 0,1 0 0,0 0 0,1 0 0,1 0-328,-4 0 0,1 0 0,1 0 1,0 0-1,1 0 0,0 0 1,0 0-1,1 0 0,-1 0 1,0 0 29,-2 0 0,0 0 0,1 0 0,0 0 0,-1 0 0,1 0 0,0 0 0,0 0 1,0 0-1,0 0 0,0 0 0,0 0 0,0 0 0,0 0 0,1 0 0,-1 0 0,0 0 0,1 0 0,-1 0 1,0 0-1,0 0 0,0 0 0,-1 0 0,-1 0 0,1 0 0,-1 0 0,0 0 0,0 0 0,1 0 0,-1 0 1,0 0-1,0 0 0,1 0 264,-1 0 1,1 0-1,0 1 1,0-1 0,-1 0-1,1 0 1,0 0-1,-1 0 1,0 0 0,0 0-1,0-1 34,4 0 0,-1 0 0,0 0 0,-1 0 0,1 0 0,-1-1 0,0 1 0,1-1 0,0 1-48,0-1 0,0 1 0,1 0 0,-1-1 0,1 1 0,-1-1 0,0 1 0,-1-2 0,0 1 48,2-1 0,-1-1 0,0 0 0,-1 0 0,0-1 0,0 1 0,0 0 0,-1-1-197,3 1 1,0 0 0,0 1 0,-1-1-1,0 0 1,-1 0 0,0 0 196,-2-1 0,0 1 0,0 0 0,-1 0 0,-1-1 0,1 0 0,-2-1 239,2 0 1,0-2 0,-1 1-1,-1-1 1,0 0 0,0 1-240,4 0 0,0 0 0,-1 0 0,0-1 0,-1 0 650,3-3 1,-1-1-1,-1 0 1,2 2-651,-6 2 0,2 2 0,-1 0 0,0 0 0,-1-1 0,3-1 0,-1 0 0,0 0 0,1 0 421,-3 2 1,1 0-1,1 1 1,-1-1-1,0 1-421,6-1 0,0 1 0,-1 0 0,1 1 0,-5 1 0,0 0 0,0 1 0,0 0 0,-1 0 0,0-1 0,-1 1 0,0-1 0,1 1 0,0 0 0,3 1 0,2 1 0,-1 0 0,0-1 0,0 0 0,-3-1 0,-1 0 0,1-1 0,-1 0 0,0 1 0,1 2 0,0 0 0,-1 0 0,1 0 0,0 0 0,1 0 0,1 0 0,-1 0 0,1 0 0,-2 0 0,5 0 0,-2 0 0,1 0 0,0 0 0,-4 0 0,0 0 0,0 0 0,0 0 0,-1 0 0,4 0 0,0 0 0,-1 0 0,0 0 0,-1 0 0,0 0 0,0 0 0,-1 0 659,5 0 1,-2 0 0,2 0-660,-7 1 0,1 0 0,0-1 0,-1-2 0,4-3 0,-1-2 0,1 2 0,2 3 0,-1 1 0,0-1 685,-5-3 0,-1-2 0,-1 2-685,8 4 0,0 2 0,-4-1 0,0 0 0,4 0 0,0 0 0,-2 0 0,1 0 0,-5 0 0,0 0 0,0 0 0,-3 0 0,0 0 0,0 0 0,4 0 0,0 0 0,0 0 0,-4 0 0,-1 0 0,1 0 0,3 0 0,1 0 0,-2 0 0,6 0 0,-1 0 0,-4 0 0,0 0 0,0 0 0,5 0 0,-1 0 570,-4 0 0,0 0-570,2 0 0,-2 0 2225,1 0-2225,-7 0 0,2 0 718,-3 0 0,-1 0-718,15 0 150,-15 0 0,0 0-150,11 0 0,-6 0 0,6 0 0,-12 0 0,2 0 0,1 0 0,0 0 0,9 0 0,1 0 0,-4 0 0,0 0 0,2 0 0,1 0 0,2-1 0,2 2 0,-3 7 0,1 1 0,-1-7 0,-2 1 0,-8 6 0,-3-1 0,0-8 0,2 0 0,-20 0 0,9 12 0,-12-9 0,0 9-820,0-12 1,0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48:01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1442 5001 24575,'34'0'0,"-11"0"0,5 0 0,0 0 0,7 0 0,1 0 0,2 0-820,-2 0 1,2 0 0,0 0 0,0 0 667,-3 0 0,1 0 1,-1 0-1,0 0 152,1 0 0,0 0 0,-1 0 0,-2 0 239,-6 0 1,-1 0 0,0 0-240,6 0 0,0 0 0,-2 0 0,1 0 0,-2 0 0,5 0 0,-2 0 371,-7 0 0,-1 0-371,-1 0 0,-2 0 0,11 0 0,-12 0 0,0 0 1001,5 0 0,3 0-1001,1 0 0,2 0 0,-1 0 0,-2 0 0,0 0 0,2 0 0,3 0 0,-5 0 421,3 0-421,-7 0 0,2 0 0,2 0 0,1 0 0,-1 0 0,1 0 0,0 0 0,1 0 0,1 0 0,-1 0 0,1 0 0,0 0 0,-3 0 0,0 0 0,1 0 0,0 0 0,7 0 0,0 0 0,0 0 0,2 0 0,-1 0 0,-1 0 0,-8 0 0,-1 0 0,-2 0 0,6 0 0,-1 0 0,3 0 0,-5 0 0,-8 0 0,0 0 0,1 0 0,-1 0 0,13 0 0,3 0 0,-5 0 0,-1 0 0,1 0 0,-2 0 0,0 0 0,-29 0 0</inkml:trace>
  <inkml:trace contextRef="#ctx0" brushRef="#br0" timeOffset="15616">979 10319 24575,'22'0'0,"0"0"0,2 0 0,1 0 0,4 0 0,2 0 0,1 0 0,1 0 0,2 0 0,2 0-229,-11 0 0,1 0 0,0 0 229,0 0 0,0 0 0,0 0 0,-1 0 0,0 0 0,0 0 0,4 0 0,1 0 0,-2 0 0,1 0 0,0 0 84,5 0 1,-1 0-85,-8 0 0,-2 0 0,0 0 0,1 0 0,-1 0 0,0 0 0,2 0 0,-2 0 0,4 0 259,-4 0 0,2 0-259,-5 0 0,1 0 0,3 0 0,3 0 0,1 0 0,3 0 0,1 0 0,2 0 0,-7 0 0,2 0 0,1 0 0,0 0 0,0 0 0,1 0 0,-1 0 0,0 0 0,1 0 0,0 0 0,-1 0 0,1 0 0,0 0 0,0 0 0,-1 0 0,1 0 0,1 0 0,-1 0 0,-2 0 0,-2 0 0,1 0 0,-3 0 0,1 0 0,8 0 0,1 0 0,-4 0 0,-8 0 0,0 0 0,4 0 0,3 0 0,0 0 0,2 0 0,1 0 0,0 0 0,-4 0 0,0 0 0,1 0 0,-1 0 0,0 0 0,1 0 0,-1 0 0,-2 0 0,-1 0 0,-2 0 0,0 0 0,8 0 0,-5 0 0,-13 0 0,-3 0 0,-12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34:14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1508 4974 24575,'32'0'0,"-1"0"0,-5 0 0,1 0 0,1 0 0,1 0 0,3 0 0,0 0 0,0 0-820,0 0 1,0 0 0,1 0 0,-1 0 769,3 0 0,0 0 0,-1 0 0,1 0 50,-2 0 0,0 0 0,0 0 0,-2 0 0,6 0 0,-1 0 0,0 0-39,1 0 0,0 0 0,-1 0 39,-4 0 0,-1 0 0,-1 0 278,-2 0 0,-1 0 0,-1 0-278,5 0 0,-2 0 0,3 0 0,-2 0 0,1 0 864,-1 0 0,2 0-864,4 0 516,-8 0 0,2 0-516,-3 0 0,-1 0 0,-5 0 0,0 0 0,6 0 0,-4 0 0,-7 0 0,14 0 0,-10 0 0,8 0 0,-3 0 0,0 0 0,6 0 0,-9 0 0,0 0 0,10 0 0,-15 0 0,12 0 0,-8 0 0,7 0 0,4 0 0,0 12 0,-4-9 0,5 9 0,-1-12 0,-4 17 0,-3-14 0,0-1 0,6 15 0,-6-10 0,0-2 0,-9-2 0,13 9 0,-26-12 0,26 0 0,-24 0 0,24 0 0,-14 0 0,0 12 0,14-10 0,-24 10 0,12-12 0,-5 18 0,-9-14 0,9 14 0,-12-18 0,11 0 0,-8 0 0,9 0 0,-12 0 0,0 0 0,0 0 0</inkml:trace>
  <inkml:trace contextRef="#ctx0" brushRef="#br0" timeOffset="38700">2646 10160 24575,'30'0'0,"0"0"0,-1 0 0,1 0 0,1 0 0,1 0 0,0 0 0,1 0 0,-1 0 0,1 0 0,2 0-656,-3 0 1,2 0-1,0 0 1,0 0 0,-1 0 293,5 0 0,-1 1 1,-1-1-1,0-1 362,0-1 0,0-1 0,-1 0 0,-1-1 54,-1 1 1,-1 1 0,-1-2-1,-2-1-54,4-5 0,-2-2 0,-2 1 512,5 3 0,-2 0-512,-8-2 0,-2 2 0,10 8 0,-17 0 595,-4 0 0,-11 0 1,0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7:55:17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1191 12277 24575,'33'0'0,"0"0"0,-8 0 0,1 0 0,1 0 0,-1 0 0,1 0 0,1 0-735,2 0 0,0 0 1,2 0 734,4 0 0,1 0 0,0 0 0,-1 0 0,1 0 0,-1 0 0,-6 0 0,0 0 0,0 0 0,-1 0 0,7 0 0,-1 0 0,0 0 0,-2 0 0,1 0 0,-2 0 235,-5 0 1,-1 0 0,1 0-236,3 0 0,1 0 0,-2 0 0,3 0 0,-1 0 181,2 0 1,-1 0-182,-4 0 0,1 0 0,0 0 0,2 0 0,-1 0 0,7 0 0,1 0 0,-4 0 0,2 0 0,-5 0 0,-6 0 0,-1 0 0,6 1 0,2-2 0,-3-8 0,2 0 0,2 7 0,3 0-227,-7-4 0,2-1 0,-1 2 227,-3 4 0,0 1 0,-1 1 0,1-1 0,0 0 0,0 0 313,0 0 1,-1 0 0,-1 0-314,9 0 0,-2 0 0,-7 0 0,-1 0 0,-2 0 0,0 0 0,10 0 0,-12 0 0,0 0 358,1 0 0,-1 0-358,0 0 0,0 0 79,-1 0 0,0 0-79,9 0 0,-8 0 0,-8 0 0,0 18 0,20-14 0,-8 4 0,1 2 0,8-3 0,0-3 0,-8-2 0,-1-1 0,-1 6 0,-2-2 0,-7-5 0,-2 0 0</inkml:trace>
  <inkml:trace contextRef="#ctx0" brushRef="#br0" timeOffset="11886">1892 5040 24575,'26'0'0,"0"0"0,0 0 0,4 0 0,0 0 0,2 0 0,-4 0 0,0 0 0,1 0 0,-1 0-556,9 0 0,-1 0 1,0 0 555,-2 0 0,-2 0 0,1 0 0,-2 0 0,-1 0 0,-2 0 270,-1 0 0,-2 0-270,5 0 0,-4 0 276,-12 0-276,-2 0 0,6 12 0,-14-9 851,14 9-851,-18-12 0,0 0 0,0 12 0,0-10 0,0 10 0,0-12 0</inkml:trace>
  <inkml:trace contextRef="#ctx0" brushRef="#br0" timeOffset="26785">1389 7646 24575,'22'0'0,"0"0"0,2 0 0,1 0 0,4 0 0,2 0 0,-6 0 0,0 0 0,1 0-474,1 0 0,0 0 1,0 0 473,4 0 0,1 0 0,-1 0 0,2 0 0,0 0 0,0 0 0,1 0 0,1 0 0,0 0 0,-1 1 0,0-1 0,0-1 0,-5-2 0,0-2 0,1 2 0,6 1 0,2 2 0,-1-1 0,0-2 0,-1-1 0,0-1 0,-2-1 0,-1-1 0,0 2 0,1 4 0,-1 1 0,-6-3 462,1-15-462,2 18 235,-27 0-235,8 0 0,-11 0 0,18-11 724,10 8-724,-3-3 0,3 0 0,1 5 0,2 2 0,3-1 0,-2 0 0,5 0 0,-8 0 0,-29 0 0</inkml:trace>
  <inkml:trace contextRef="#ctx0" brushRef="#br0" timeOffset="39316">1389 10107 24575,'22'-11'0,"0"0"0,5 4 0,3 1 0,3 1 0,-3 4 0,2 1 0,1 1 0,1-1-656,-1 0 1,2 0-1,0 0 1,1 0 0,-1 0 245,-1 0 1,0 0 0,0 0 0,1 0 0,1 0 409,-5 0 0,2 0 0,0 0 0,1 0 0,-1 0 0,0 0 0,-1 0 0,2 0 0,-1 0 0,0 0 0,-1 0 0,1 0 0,-1 0 0,1 0 0,0 0 0,1 0 0,-2 0 0,0 0 0,-2 0 0,6 0 0,-2 0 0,-1 0 0,-2 0 373,1 0 0,-3 0 1,0 0-374,6 0 0,-1 0 0,-8 0 0,1 0 0,-2 0 481,0 0 0,-2 0-481,3 0 0,-2 0 0,4 0 0,-7 0 0,-9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8:10:37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1138 6204 24575,'0'27'0,"0"5"0,0-4 0,0-9 0,0 0 0,0 9 0,0-7 0,0-9 0,0-1 0,0-8 0,0 27 0,0-26 0,0 26 0,0 2 0,0-1 0,0-6 0,0 0 0,0 3 0,0 4 0,0 0 0,0-4 0,0-7 0,0 2 0,0-20 0,0 27 0,0-14 0,0 2 0,0 2 0,0 8 0,0 4 0,0-9 0,0-2 0,0 10 0,2-4 0,-4-4 0,-16-6 0,14 12 0,-14-9 0,18 8 0,0-7 0,0 3 0,0-4 0,0-4 0,0 14 0,0-27 0,0 26 0,0-25 0,0 14 0,0-6 0,0 3 0,0-1 0,0 16 0,0-26 0,0 25 0,0-14 0,0 0 0,0 14 0,0-13 0,0 3 0,0 1 0,0 8 0,0 4 0,0 0 0,0-16 0,0 14 0,0-27 0,0 20 0,0-20 0,0 27 0,0-26 0,0 14 0,0-7 0,0 10 0,0-5 0,0 14 0,0-28 0,0 10 0,0 0 0,0-9 0,0 26 0,0-24 0,0 24 0,0-14 0,0 17 0,0-16 0,0 2 0,0-6 0,0-9 0,0 8 0,0 7 0,0-14 0,0 26 0,0-15 0,0 17 0,0-4 0,0-8 0,0-8 0,0-12 0,0 0 0</inkml:trace>
  <inkml:trace contextRef="#ctx0" brushRef="#br0" timeOffset="6167">1442 7170 24575,'26'0'0,"-1"0"0,-1 0 0,1 0 0,-1 0 0,3 0 0,-2 0 0,6 0 0,2 0-693,1 1 0,3-1 0,-1-1 693,-8-2 0,0-2 0,1 1 0,0 3 0,2 1 0,0 0 0,0-1 0,-2-2 0,-1 0 0,0 0 0,0 0 0,9-1 0,-1-1 0,0 2 0,-2 2 0,-1 1 0,-1-2 0,-5-2 0,-1 0 0,-2 0 334,1 4 0,-1 0-334,7 0 0,0 0 171,-10 0 1,0 0-172,11 0 0,1 0 0,-2 0 0,-2 0 0,-3 2 0,-3-4 1068,9-15-1068,-2 12 0,-14-12 0,4 17 0,10 0 0,-14 0 0,16 0 0,1 0 0,-17 0 0,13 0 0,-14 0 0,-1 0 0,16 0 0,-26 0 0,14 0 0</inkml:trace>
  <inkml:trace contextRef="#ctx0" brushRef="#br0" timeOffset="65968">13216 5913 24575,'0'34'0,"0"-5"0,0 4 0,0-7 0,0 2 0,0-1 0,0-1 0,0 0 0,0 1 0,0 5 0,0 1 0,0-4 0,0-4 0,0-1 0,0 4 0,0 1 0,0-2 0,0-1 0,0-5 0,0 1 0,0 8 0,0 1 0,0-6 0,0-1 0,0 0 0,0 0 0,0 2 0,0-2 0,0-4 0,0 0 0,0 6 0,0 1 0,1-3 0,-2 0 0,-5 5 0,0 0 0,5-8 0,-1-1 0,-4 0 0,0 0 0,7 4 0,-2 2 0,-7 3 0,-1 2 0,7-6 0,1 2 0,-1 2 0,-4 2 0,-2 2 0,-1 2 0,3 0 0,4 2 0,2 1 0,1 0 0,-3-2-381,-3-3 0,-2-1 0,1-1 0,1 1 381,3 4 0,2 0 0,0 0 0,-1-3 0,-3-2 0,-1-2 0,2 0 0,2 4 0,1 2 0,1-2 0,-1-5 0,0-1 0,0-1 0,0 4 0,0-3 0,0 6 0,0-1 0,-18-4 762,16-9 0,0 0-762,-16 9 0,18-7 0,0 2 0,0-20 0,0 26 0,0-24 0,0 12 0,0-17 0,0 12 0,0-9 0,0 9 0,0-12 0,0 0 0</inkml:trace>
  <inkml:trace contextRef="#ctx0" brushRef="#br0" timeOffset="211850">4842 11324 24575,'34'0'0,"-10"0"0,2 0 0,-3 0 0,2 0 0,9 0 0,4 0 0,-3 0 0,1 0 0,-1 0 0,-3 0 0,1 0 0,-4 0 0,-8 0 0,-2 0 0,6 0 0,0 0 0,6 0 0,-6 0 0,0 0 0,3 0 0,-8 0 0,-8 0 0,-12 0 0,12 0 0,-9-12 0,26 9 0,-1-8 0,-3 10 0,3 2 0,7-1 0,2 0 0,-3 0 0,1 0 0,-9-4 0,0 0 0,0 0 0,8 3 0,-2-1 0,-7-4 0,-2 0 0,0 6 0,-1 0 0,10 0 0,-4 0 0,-9 0 0,0 0 0,9 0 0,4 0 0,-10 1 0,0-2 0,8-7 0,1-1 0,2 7 0,3-1-172,-7-6 0,2-3 1,-2 4 171,6 5 0,0 3 0,-6-4 0,2-1 0,-2 2 0,6 3 0,-1 0 0,-7 1 0,0 0 0,-3-3 0,2-7 0,-3 0 0,9 5 0,-8-14 0,-22 18 0,10 0 0,6 0 515,-14 0-515,26 0 0,-16 0 0,7 0 0,2 0 0,1 0 0,1 0 0,8 0 0,0 0 0,-8 0 0,-1 0 0,-1 0 0,-2 0 0,-7 0 0,16 0 0,-26 0 0,14 0 0,-18 0 0,12 0 0,-9 0 0,8 18 0,-11-14 0,0 14 0,0-18 0,0 12 0,0-9 0,0 9 0</inkml:trace>
  <inkml:trace contextRef="#ctx0" brushRef="#br0" timeOffset="-159996.73">1958 12211 24575,'22'0'0,"0"0"0,5 0 0,4 0 0,1 0 0,3 0 0,3 0 0,0 0-820,-2 0 1,1 0 0,0 0 0,-1 0 805,-6 0 1,-1 0 0,1 0 0,1 0 13,4 0 0,2 0 0,0 0 0,0 0 0,-2 0 0,-2 0 0,-2 0 0,0 0 0,2 0 0,0 0 0,1 0 0,1 0 0,-1 0 0,-2 0 0,7 0 0,-3 0 0,-1 0 251,-3 0 1,-1 0 0,-1 0-252,2 0 0,-1 0 306,2 0 0,-5 0-306,-11 0 0,12 0 0,-26 11 1718,26-8-1718,-12 9 0,10-2 0,7-2 0,-8-6 0,0-1 0,3 0-715,3 3 0,2 1 0,1 0 0,2-1 715,-7-3 0,1 0 0,1-1 0,0 0 0,1-1 0,0 0-547,3-1 1,1-1 0,0 0 0,0-1 0,1 1 0,-1 0 496,-3 1 0,0 0 0,1 0 0,-1 0 0,1 0 0,-1-1 0,0 0 50,-1-1 0,1-1 0,-1 0 0,0 0 0,0 0 0,0 0 0,-1 2-313,1-1 1,0 1-1,0 1 1,-1 0-1,-1 0 1,1 0 312,3-1 0,0 0 0,-1 1 0,0 0 0,-2 0-186,1 1 0,-1 1 0,-1 1 0,0-1 186,7 0 0,-1 0 0,-2 0 537,-7 0 0,-2 0 0,1 0-537,2 0 0,2 0 0,-2 0 0,-1 1 0,-2-1 0,1-1 0,3-4 0,1-2 0,1 1 452,-3 5 0,2 1 0,0-1 1,0-1-453,1-4 0,0-3 0,0 1 0,1 2 0,2 3 0,0 3 0,0 0 0,1 0 0,-5-2 0,0 0 0,0 0 0,0-1 0,0 0 0,5-1 0,-1-1 0,0 0 0,0 1 0,-3 3 0,1 0 0,-1 1 0,0-2 0,3-2 0,1-1 0,-1 0 0,-1 1 0,3 3 0,-2 2 0,2-1 0,-6 0 0,2 1 0,0-1 0,0-1 0,2-1 0,0-1 0,-1-1 0,1 1 0,-3 2 0,-1 1 0,1 0 0,2-1 0,-3-2 0,1-1 0,2-1 0,0 0 0,-1 1 0,-2 1 0,6 1 0,-3 2 0,0 0 0,1-1 0,-2-1 0,2-1 0,0 0 0,-1 1 0,-3 0 0,4 2 0,-3 1 0,-1-2 639,0-4 0,-1-2 0,-1 2-639,5 2 0,1 1 0,-5-3 0,1-2 0,-2 2 0,-3 4 0,-1 2 550,7-1 1,-2 0-551,-2 0 521,4 0-521,-9 0 0,-2 0 1930,-2 0-1930,4 0 0,-5 0 462,-15 0-462,27 0 0,3 0 0,-9 0 0,1 0 0,7 0 0,1 0 0,-3 0 0,0 0 0,4-2 0,-2 4 0,-7 6 0,-1 1 0,-2-7 0,0 1 0,10 14 0,-16-17 0,2 0 0,-18 0 0,0 0 0,12 0 0,-9 12 0,8-9 0,7 9 0,-14-12 0,14 12 0,-18-10 0,0 10 0,0-12 0,-18 0 0,14 18 0,-14-14 0,18 14 0,0-18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37:30.2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15518 6615 24575,'15'0'0,"14"0"0,-25 0 0,14 0 0,-6 0 0,2 0 0,19 0 0,-5 11 0,-9-9 0,0-1 0,9 11 0,4-12 0,-17 0 0,14 0 0,-24 0 0,24 0 0,-26 0 0,21 0 0,-22 0 0,10 12 0,-12-9 0,18 9 0,-14-12 0,26 17 0,-10-12 0,-4 12 0,14-17 0,-27 0 0,9 0 0,-12 0 0,11 0 0,-8 0 0,9 0 0,6 0 0,-14 0 0,14 0 0,-7 0 0,-8 0 0,9 0 0,6 0 0,-14 0 0,26 0 0,2-17 0,-1 12 0,-9-10 0,0 1 0,10 11 0,-4-9 0,-7 12 0,8 0 0,-24-12 0,24 9 0,-14-8 0,17 11 0,-4 0 0,-8 0 0,4 0 0,-21 0 0,9-18 0,5 14 0,-12-14 0,24 18 0,-26 0 0,26 0 0,-24 0 0,24 0 0,-26 0 0,21 0 0,-21 0 0,8 0 0,7 0 0,-14 0 0,26 0 0,-27 0 0,9 0 0,-1 0 0,-8 0 0,27 0 0,-14 0 0,4 0 0,10 0 0,-26 0 0,14 18 0,-18-14 0,0 14 0</inkml:trace>
  <inkml:trace contextRef="#ctx0" brushRef="#br0" timeOffset="8252">15042 7739 24575,'33'0'0,"-8"0"0,0 0 0,0 0 0,-1 0 0,0 0 0,0 0 0,7 0 0,0 0 0,-9 0 0,-1 0 0,5 0 0,1 0 0,2 0 0,-1 0 0,9 0 0,-15 0 0,0 0 0,10 0 0,-4 0 0,-7 0 0,2 0 0,-2 0 0,-5 0 0,13 0 0,-26 0 0,27 0 0,-14 0 0,4 0 0,4 0 0,-3 0 0,6 0 0,-6 0 0,3 0 0,-22 18 0,28-14 0,-14 14 0,5-18 0,8 0 0,-25 0 0,14 0 0,-6 0 0,-9 0 0,20 0 0,-2 0 0,7 0 0,-8 0 0,10 0 0,-14 0 0,5 0 0,2 0 0,-20 0 0,26 0 0,-24 0 0,24 0 0,-26 0 0,21 0 0,-4 0 0,-4 0 0,14 0 0,-10 0 0,8 0 0,-7 0 0,2 0 0,-2 0 0,7 0 0,4 0 0,1 0 0,-17 0 0,13 0 0,-26 0 0,26 0 0,-12 0 0,3 0 0,4 0 0,-4 0 0,8 0 0,5-18 0,-12 16 0,2 0 0,-5-7 0,0 0 0,16 9 0,-4 0 0,-27 0 0,20-12 0,-20 9 0,26-8 0,-12 11 0,1 0 0,2 0 0,8 0 0,4 0 0,0 0 0,-4 0 0,5 0 0,-1 0 0,-4 0 0,-8 0 0,-2 0 0,-2 0 0,14 0 0,-16 0 0,19 0 0,-17 0 0,13 0 0,-14 0 0,17 0 0,-15 0 0,12 0 0,-8 0 0,6-18 0,-6 14 0,3-14 0,-22 18 0,28-12 0,-26 9 0,26-9 0,-16 1 0,7 9 0,2 1 0,-4-4 0,-1-2 0,5-2 0,0 0 0,2 7 0,0 0 0,-1-7 0,0 0 0,0 8 0,1 2 0,7-1 0,-2 0 0,0 0 0,2-5 0,-2-1 0,-11 3 0,4-4 0,-5 2 0,-15 5 0,27 0 0,-26 0 0,14 0 0,-6 0 0,-10 0 0,22 0 0,-21 0 0,26 0 0,-24 0 0,12 0 0,-5 0 0,-9 0 0,21 0 0,-21 0 0,8 0 0,-11 0 0,18 0 0,-14 0 0,26 0 0,-10 0 0,8 0 0,-2 0 0,-2 0 0,-5 0 0,2 0 0,0 0 0,-7 0 0,1 0 0,-3 0 0,-12 0 0,17 0 0,-12 0 0,12 0 0,-17 0 0,0 0 0,12 12 0,-9-9 0,26 8 0,-24-11 0,24 0 0,-14 18 0,17-14 0,-4 14 0,-7-18 0,8 0 0,-24 12 0,12-9 0,-17 8 0,0-11 0,0 0 0</inkml:trace>
  <inkml:trace contextRef="#ctx0" brushRef="#br0" timeOffset="43285">1548 11232 24575,'28'0'0,"0"0"0,-3 0 0,1 0 0,3 0 0,2 0 0,-1 0 0,5 0 0,-1 0 0,-8 0 0,0 0 0,0 0 0,4 0 0,0 0 0,3 0 0,-1 0 0,-11 0 0,0 0 0,5 0 0,-2 0 0,4 0 0,-9 0 0,0 0 0,2 0 0,-2 0 0,5 0 0,-2 0 0,-3 0 0,-15 0 0,14 0 0,-6 0 0,-9 0 0,20 0 0,-2 17 0,7-12 0,-8 12 0,10-5 0,-14-9 0,4 9 0,4-12 0,-21 0 0,26 0 0,-13 0 0,5 11 0,-9-8 0,-1 9 0,-8-12 0,27 0 0,-26 0 0,26 18 0,-27-14 0,26 14 0,-25-18 0,26 0 0,-27 0 0,20 0 0,-20 0 0,27 0 0,-26 0 0,14 0 0,-7 0 0,-8 0 0,27 0 0,-26 0 0,25 0 0,-14 12 0,0-9 0,14 8 0,-24-11 0,24 0 0,-14 0 0,17 0 0,-4 0 0,-9 0 0,0 0 0,9 0 0,-7 0 0,2 0 0,-20 0 0,27-11 0,-26 8 0,25-9 0,-14 12 0,17 0 0,-4 0 0,-7 0 0,8 0 0,-12 0 0,15 0 0,0 0 0,-16 0 0,14 0 0,-27 0 0,20 0 0,-2 0 0,7 0 0,-8 0 0,10 0 0,-14 0 0,16 0 0,-17 0 0,14 0 0,-12 0 0,1 0 0,2 0 0,8 0 0,4-18 0,0 14 0,-4-14 0,-7 18 0,2 0 0,-2 0 0,-5 0 0,14 0 0,-10 0 0,8 0 0,-7-12 0,2 9 0,-2-8 0,7 11 0,4 0 0,0 0 0,-4 0 0,-7 0 0,8 0 0,-13 0 0,5 0 0,2 0 0,-20 0 0,27 0 0,-14 0 0,5 0 0,2 0 0,-20 0 0,9 0 0,-12 0 0,0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8:17:51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 5411 24575,'26'0'0,"0"0"0,0 0 0,6 0 0,1 0 0,0 0 0,3 0 0,1 0 0,-1 0-449,-7 0 1,-1 0 0,1 0-1,-2 0 449,6 0 0,-2 0 0,-2 0 0,3 0 0,-4 0 580,5 0-580,-4 0 296,-25 0-296,14 0 0,-6 0 0,8 0 918,8 0-918,5 0 0,-1 0 0,-16 0 0,2 0 0,-18 0 0</inkml:trace>
  <inkml:trace contextRef="#ctx0" brushRef="#br0" timeOffset="5062">1072 6548 24575,'26'0'0,"-1"0"0,1 0 0,9 0 0,0 0 0,-6 0 0,1 0 0,0 0-299,-3 0 1,0 0-1,0 0 299,0 0 0,1 0 0,-2 0 147,5 0 0,-2 0-147,-6 0 0,-2 0 74,1 0 1,0 0-75,7 0 0,3 0 0,-3 0 0,3 0 0,2 0 0,-1 0 0,2 0 0,-1 0 0,1 0-106,-4 0 1,1 0-1,-1 0 1,-3 0 105,6 0 0,-3 0 221,-1 0 1,-3 0-222,-2 0 0,-2 0 0,-5 0 0,-15 0 0,9 0 0</inkml:trace>
  <inkml:trace contextRef="#ctx0" brushRef="#br0" timeOffset="13466">939 7303 24575,'0'22'0,"0"0"0,0 6 0,0 4 0,0-2 0,0 4 0,0 0-820,0-4 1,0 1 0,0 1 0,0 2 496,0-2 0,0 2 0,0 0 0,0 1 0,0 0-147,0-3 1,0-1 0,0 1 0,0 1 0,0 0 0,0 0 469,0-1 0,0 1 0,0 0 0,0 0 0,0 1 0,0-1 0,0 0 0,0 0 0,0 0 0,0 0 0,0-1 0,0 1 0,0-1 0,0 0 0,0 2 0,0 0 0,0-1 0,0 1 0,0-1 0,0 0-51,0 2 1,0 0-1,0 0 1,0-1 0,0 0-1,0-2 51,0 4 0,0-2 0,0 0 0,0 1-277,0-3 1,0 1 0,0-1-1,0 1 1,0-3 276,0 2 0,0-2 0,0 0 0,0-1 272,0 0 0,0 0 0,0-1 0,0-1-272,0 5 0,0-2 0,0 1 0,0-1 0,0 0 0,0-1 1316,0 6 0,0 0-1316,0-6 0,0 1 0,0 0 0,0-3 0,0 0 0,0 0 0,0 4 0,0 0 0,0 0 0,0-4 0,0 0 0,0-1 0,0 9 0,0-3 1129,0-9 1,0-1-1130,0 11 2128,0-19-2128,0-2 841,0-12-841,0 18 0,0-14 0,0 14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39:01.5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529 4974 24575,'0'33'0,"0"-14"0,0 1 0,0 1 0,0-1 0,0 0 0,0 0 0,0 0 0,0-2 0,0 10 0,0 5 0,0-1 0,0-4 0,0 4 0,0 0 0,0-9 0,0 0 0,0 1 0,0 1 0,0 6 0,0 2 0,0-3 0,0 0 0,0 4 0,0-1 0,0-3 0,0 0 0,0 3 0,0-1 0,0-11 0,0 0 0,0 5 0,0-2 0,0 4 0,0-9 0,0 0 0,0 9 0,0-7 0,0-9 0,0-1 0,0-8 0,0 27 0,0-14 0,0 16 0,0 1 0,0-6 0,0-2 0,0 0 0,0 6 0,0-6 0,0 0 0,0-2 0,0 0 0,0 14 0,0-14 0,0-2 0,0-7 0,0 16 0,0-14 0,0 5 0,0-10 0,0-11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40:19.0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5252 4313 24575,'22'0'0,"-2"0"0,1 0 0,14 0 0,-6 0 0,3 0 0,-1-1 0,4 2 0,-7 1 0,3 1 0,0 1 0,-2-2 0,-2-1 0,-2-1 0,2 2 0,8 4 0,3 3 0,-1 0 0,-4-3 0,-2-4 0,-2 0 0,7 8 0,-3-2 0,0-8 0,-1 0 0,-16 0 0,13 0 0,4 0 0,-2 0 0,-6 0 0,0 0 0,3 0 0,4 12 0,-10-11 0,0 1 0,-4 4 0,1-1 0,9-4 0,1-2 0,-8 1 0,-1 0 0,0 0 0,0 0 0,12 0 0,1 0 0,-5 0 0,-10 0 0,2 0 0,-1 0 0,1 0 0,7 0 0,-1 0 0,-1 0 0,-1 0 0,5 0 0,-1 0 0,-7 0 0,-1 0 0,1 0 0,-2 0 0,13 0 0,-10 1 0,0-2 0,-3-4 0,-1-1 0,10 4 0,2 1 0,-3-5 0,-2 0 0,-3 5 0,-1 2 0,10-1 0,0 0 0,6 0 0,-14 0 0,-1 0 0,11 0 0,-11 1 0,0-2 0,8-17 0,-5 16 0,0 0 0,-2-7 0,0 0 0,9 8 0,2 2 0,0-1 0,1 0 0,-5 0 0,1 0 0,-2 0 0,3 1 0,-1-2 0,2-5 0,-1 0 0,-12 5 0,-1-1 0,7-4 0,-2 1 0,7 5 0,-6 0 0,0 0 0,3 0 0,-7 0 0,2 0 0,-2 0 0,7 0 0,-3 0 0,0 0 0,6 0 0,0 0 0,-1 0 0,1 0 0,-1 0 0,2 0 0,-7 0 0,-1 0 0,0 0 0,0 0 0,2 0 0,-2 0 0,4 0 0,-8 0 0,-2 0 0,-2 0 0,2 0 0,-18 0 0</inkml:trace>
  <inkml:trace contextRef="#ctx0" brushRef="#br0" timeOffset="1735">8030 4061 24575,'15'0'0,"8"0"0,-2 0 0,7 0 0,-9 0 0,0 0 0,9 0 0,-7 0 0,2 0 0,-2 0 0,-5 0 0,13 0 0,-26 0 0,21 0 0,-4 0 0,-4 0 0,14 0 0,-10 0 0,8 0 0,-7 0 0,2 0 0,-2 0 0,-5 0 0,2 0 0</inkml:trace>
  <inkml:trace contextRef="#ctx0" brushRef="#br0" timeOffset="30752">3400 8149 24575,'22'0'0,"0"0"0,9 0 0,-7 0 0,2 0 0,-3 0 0,-1 0 0,2 0 0,1 0 0,1 0 0,1 0 0,2 0 0,-1 0 0,-4 0 0,1 0 0,6 1 0,2-2 0,3-5 0,0 0 0,-1 5 0,-1-1 0,-8-1 0,1-2 0,-2 2 0,6 2 0,-1 2 0,2-1 0,0 0 0,-3 0 0,3 0 0,2 0 0,3 0 0,-1 0 0,-10 0 0,-2 0 0,2 0-134,3 0 0,3 0 0,-1 0 0,-4 0 134,6 0 0,-2 0 0,-6-1 0,1 1 0,-1 1 0,6 4 0,-2 1 0,-4-4 0,-1-1 0,2 4 0,-2 2 0,4 11 0,-9-16 0,0 0 0,9 16 0,-8-18 536,-8 0-536,-12 0 0,0 0 0,0 0 0</inkml:trace>
  <inkml:trace contextRef="#ctx0" brushRef="#br0" timeOffset="33334">7938 7898 24575,'14'0'0,"-2"0"0,0 0 0,-9 0 0,26 0 0,-25 0 0,14 0 0,-18 0 0,12 12 0,3-9 0,5 3 0,4-1 0,0-5 0,0 0 0,0 9 0,1 0 0,1-7 0,-2 0 0,4 16 0,-8-18 0,-8 0 0,-12 0 0,0 0 0,0 12 0,0-9 0,0 8 0,0-11 0,0 18 0,0-14 0,0 14 0,12-18 0,-9 0 0,8 12 0,-11-9 0,0 9 0,0-12 0,0 11 0,0-8 0,0 9 0,0-12 0,0 0 0,0 18 0,-11-14 0,8 14 0,-9-18 0,12 0 0,0 0 0</inkml:trace>
  <inkml:trace contextRef="#ctx0" brushRef="#br0" timeOffset="53734">2897 11933 24575,'22'0'0,"0"0"0,2 0 0,3 0 0,0 0 0,1 0 0,0 0 0,1 0-472,8 0 0,1 0 0,-2 0 472,-8 0 0,-1 0 0,-1 0 0,4 0 0,0 0 230,8 0 1,-3 0-231,-1 0 117,3 0 0,0 0-117,-1 0 0,-7-9 0,0 0 0,-8 7 0,-1 0 360,0-7 1,0 0-361,-2 8 0,2 2 0,4-1 0,4 1 0,1-2 0,1-2 0,0-2 0,2 1-309,-3 3 1,2 1-1,0-1 1,-1 0 308,8-2 0,-1-1 0,-2 0 0,-6-2 0,-2-1 0,-2 2 0,0 3 0,-2 0 0,1-8 0,-7 2 0,-14 8 0,27 0 0,-26 0 0,14 0 1234,-6 0-1234,2 0 0,19 0 0,-5 0 0,-4-6 0,2 0 0,-2 5 0,0-1 0,6-3 0,0-2 0,3 1 0,-1 1 0,-8 3 0,1 1 0,3-5 0,1 0 0,-8 6 0,-1 0 0,0-9 0,0 0 0,-1 7 0,0 0 0,9-16 0,-8 18 0,-8 0 0,0 0 0,-9 0 0,9 0 0,-12 18 0,0-14 0,0 14 0</inkml:trace>
  <inkml:trace contextRef="#ctx0" brushRef="#br0" timeOffset="76418">3493 7779 24575,'32'0'0,"-4"0"0,-4 0 0,2 0 0,-2 0 0,0 0 0,0 0 0,1 0 0,6 0 0,-1 0 0,1 0 0,-5 5 0,-2 2 0,4-5 0,-7 10 0,2-12 0,-20 0 0,17 0 0,1 0 0,-13 0 0,14 0 0,3 0 0,-9 0 0,16 0 0,-17 12 0,14-9 0,-24 9 0,13-12 0,-18 0 0,11 0 0,-8 0 0,9 0 0,0 0 0,-9 0 0,26 0 0,-25 0 0,14 17 0,-6-12 0,-9 12 0,26-17 0,-24 0 0,24 0 0,-26 0 0,20 0 0,-20 0 0,27 0 0,-26 0 0,14 0 0,-6 0 0,-9 0 0,8 0 0,-11 12 0,0-9 0,0 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43:30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1508 3493 24575,'0'22'0,"0"0"0,0 6 0,0 4 0,0-1 0,0 3 0,0-1-670,0 0 1,0-1 0,0 0 669,0 5 0,0 0 0,0 0 0,1-6 0,-1-1 0,-1 1 0,-2 6 0,-2 0 0,1-1 0,3-6 0,1-2 0,-2 0 0,-1-2 0,-2 0 0,2 0 238,3 5 0,0-1-238,-9 0 0,0 1 0,7-6 0,2 2 0,-2 1-314,-7 6 0,-3 1 1,3 1 313,7-9 0,1 0 0,2 1 0,-2 3 0,0-2 0,-1 3 0,0 1 0,0 1 0,0-1 0,0-3 0,-2 5 0,1-1 0,0-1 0,1 2-278,1-5 0,1 3 1,1 0-1,-1 0 0,0-2 1,-3-3 277,-6 8 0,-3-3 0,3-1 0,7 0 0,2-1 0,-2-1 269,-4-3 0,-1-1 1,2-1-270,5 6 0,0-2 57,-5-2 1,-1-1-58,4 3 0,1-1 629,-5-4 1,0 1-630,6 7 0,0 1 0,-6-3 0,0 0 0,5 3 0,-1 0 944,-4-3 1,0 0-945,6 3 0,0-1 34,0-10 0,0-1-34,0 5 0,0-2 0,0-8 0,0 1 0,0-5 0,0-9 0,0 9 0,0 5 0,0-12 0,0 24 0,-17 4 0,14-5 0,1 4 0,-3-3 0,-2 2 0,2 1-470,4-4 1,1 0 0,1 0 0,-1 2 469,-3 3 0,0 2 0,0 0 0,0 0 0,2 1 0,1 2 0,-1-1 0,0-1 0,-1-3 0,-1-1 0,0 0 0,-1 0 0,0-1 0,-1 1 0,0-2 0,2-1-98,1-1 1,1-1 0,-1-1 97,-3 1 0,-3 0 0,4-3 0,4 13 0,0-14 0,0-5 0,0-15 0,0 9 0,0-12 0,0 0 0</inkml:trace>
  <inkml:trace contextRef="#ctx0" brushRef="#br0" timeOffset="8750">10014 4154 24575,'27'0'0,"-6"0"0,2 0 0,1 0 0,1 0 0,8 0 0,0 0 0,-9 0 0,0 0 0,8 0 0,-2 0 0,1 0 0,1 0 0,-10-1 0,-3 2 0,0 11 0,14-9 0,-4 8 0,-13-11 0,5 0 0,2 0 0,-20 0 0,9 0 0,-12 18 0,0-14 0,0 14 0</inkml:trace>
  <inkml:trace contextRef="#ctx0" brushRef="#br0" timeOffset="12866">6046 4088 24575,'30'0'0,"0"0"0,-3 0 0,-1 0 0,0 0 0,-1 0 0,2 0 0,-1 0 0,-1 0 0,-1 0 0,-1 0 0,-1 0 0,4 0 0,-2 0 0,7 0 0,1 0 0,-2 0 0,-11 0 0,2 0 0,-1 0 0,1 0 0,7 0 0,-3 0 0,0 0 0,6 0 0,-6 0 0,0 0 0,2 0 0,6 0 0,-1 0 0,-4 0 0,4 0 0,1 0 0,-5 0 0,-9-6 0,0 0 0,9 3 0,4-9 0,-17 12 0,14 0 0,-1 0 0,-4 0 0,-3 0 0,-1 0 0,-4 0 0,3 0 0,0 0 0,-3 0 0,14 0 0,-27 0 0,20 0 0,-2 0 0,-5 0 0,13 0 0,-26 0 0,21 0 0,-4 0 0,-3 0 0,12 0 0,-8 0 0,-5 0 0,13 0 0,-14 0 0,17 0 0,-4 0 0,-9 0 0,0 0 0,9 0 0,-7 0 0,2 0 0,-2 0 0,-5 0 0,14 0 0,-16 0 0,1 0 0,14 0 0,-24 0 0,24 0 0,3 0 0,-1 0 0,-1 0 0,2 0 0,-7 0 0,-1 0 0,0 0 0,0 0 0,2 0 0,-2 0 0,4 0 0,4 0 0,1 0 0,-17 0 0,13 0 0,-26 0 0,21 0 0,-21 0 0,26-17 0,-13 12 0,2-4 0,2 1 0,0 7 0,0 2 0,1-1 0,-1 0 0,0 0 0,0 0 0,-1 0 0,0 0 0,9 0 0,-7 0 0,2 0 0,-20 0 0,27 0 0,-26 0 0,25 0 0,-14 0 0,0 0 0,-4 0 0,7 0 0,-13 0 0,24 0 0,-8 0 0,6 0 0,6 0 0,-19 0 0,16 0 0,-26 0 0,26 0 0,-27 0 0,8 0 0,-11 17 0,12-12 0,-9 12 0,9-17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6:44:16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2170 11800 24575,'33'0'0,"-8"0"0,0 0 0,-4 0 0,1 0 0,4 0 0,2 0 0,0 0-455,-2 0 1,-1 0 0,1 0 454,6 0 0,1 0 0,0 0 0,1 1 0,1-1 0,1-1 0,-6 0 0,2-2 0,0 0 0,-1-1 0,3-3 0,-2 0 0,1 0 0,4 2 0,0 0 0,-3-1 0,0-4 0,-2 2 222,-7 8 0,-2 0-222,0-5 0,-1-1 225,10 3-225,-13-3 0,2 0 0,4-1 0,2 2 0,9 4 0,1-1 0,-14-7 0,-1-2 0,2 2 0,1 6 0,2 4 0,-1-4 0,7-12 0,0 1 0,-3 12 0,0 1 0,2-14 0,1 1 0,2 11 0,2 1 0,-3-6 0,1-1 0,-10 4 0,1 1 0,1 1 0,-2 2 0,0 1 0,3-2 0,0-3 0,3-2 0,1 0 0,-1 2 0,3 3 0,-1 2 0,2-1-77,-2-1 1,2-2 0,0 1 0,-4 1 76,-3 1 0,-2 1 0,1 1 0,3-1 0,1 0 0,-2 0 0,0 0 0,-1 0 0,2 0 0,-3 0 0,6 0 0,-1 0 0,-4 0 0,-7 0 999,8 0-999,-25 0 0,26 0 0,-16 0 0,1 0 0,15 0 0,-26 0 0,25 0 0,-8 0 0,7 0 0,-4-1 0,2 2 0,-5 4 0,0 1 0,5-5 0,1 1 0,2 10 0,0 0 0,-5-10 0,0-1 0,8 4 0,1 2 0,-3 2 0,0-1 0,3-6 0,0 1 0,-3 11 0,1 1 0,-7-12 0,2-4 0,0 2-137,1 2 0,0 1 1,0 1 136,-2 1 0,0 0 0,1-1 0,7-3 0,1-1 0,-1 1 0,-7 3 0,-1 2 0,1-2 0,5-3 0,3-3 0,-1 0-355,2 1 1,0-1 0,-1 2 354,-2 3 0,0 0 0,0 0 0,5-3 0,1 0 0,-3 0 0,-8 3 0,-2 0 0,0 0-68,2-3 0,1-2 0,-1 1 68,4 0 0,-2 0 0,-4-1 0,-1 2 0,7 4 0,0 2 192,-7-6 0,0 1-192,9 4 0,0-1 536,-3-4 1,0-2-537,2 1 0,1 0 0,3 0 0,0 0 0,-1 0 0,-1 0 0,-8 0 0,1 0 0,-2 0 0,5 0 0,0 0 0,-3 0 0,1 0 0,0 0-155,-3 0 1,0 0 0,1 0 154,6 0 0,2 0 0,-1 0 0,-2 0 0,-1 0 0,1 0 0,0 0 0,0 0 0,0 0 0,-4 0 0,0 0 0,0 0 0,2 0 0,2 0 0,-2 0 0,-2 0 0,0 0 0,0 0 0,4 0 0,0 0 0,0 0 0,-4 0 0,0 0 0,0 0 0,2 0 0,2 0 0,-2 0 0,-2 0 0,0 0 0,0 0 0,3 0 0,1 0 0,1 0 0,0 0 0,1 0 0,0 0 0,-1 0 0,-1 0 0,0 0 0,-2 0 0,0 0 0,0 0 0,1 0 0,0 0 0,0 0 0,-3 0 0,-1 0 0,2 0 0,2 0 0,1 0 0,0 0 0,0 0 0,0 0 0,0 0 0,-1 0 0,1 0 0,0 0-378,6 0 0,0 0 0,0 0 378,-5 0 0,0 0 0,1 0 0,-4 0 0,2 0 0,1 0 0,-2 0 0,5 0 0,-1 0 0,-2 0 0,-5 0 0,-2 0 0,-1 0 0,10 0 0,-6 0 0,-13 0 0,14 0 0,-24 0 644,24 0-644,-26 0 1173,21 0-1173,-4 0 0,-4 0 0,2 0 0,-18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49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4821-ABEB-2A38-E635-A2814058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7F9CE-CAA1-3EF2-AEB2-03E33C344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F9A3B-FDC4-A4C6-A73E-F3D5EC5CA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51E6B-878A-7400-5BEC-A2553005A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31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F0F00-2FC8-C0F5-C758-F8D56320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14543-2490-7A0B-6A1B-F66A666D7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DF5EC-DBA6-52EE-D6DA-19CB05597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BD328-AC5A-05A0-8425-9A65E1EC9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65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23179-08F3-1973-0C40-BE687F7C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D2183-0CA1-26E3-E224-9D97ACA33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A3022-96AD-EFAD-028E-1D7FD3648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5DE7F-3C01-EE43-F8D1-03895976F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1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7.xml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9.xml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11.xml"/><Relationship Id="rId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ustomXml" Target="../ink/ink14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ustomXml" Target="../ink/ink16.xml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034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321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8: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Strings, Slices &amp; Files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CMPT 120  ·  Spring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221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everywhere — let's learn how to work with it!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 Are Everywhere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3246120"/>
          </a:xfrm>
          <a:prstGeom prst="rect">
            <a:avLst/>
          </a:prstGeom>
          <a:solidFill>
            <a:srgbClr val="F0F6FF"/>
          </a:solidFill>
          <a:ln w="1905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493776"/>
          </a:xfrm>
          <a:prstGeom prst="rect">
            <a:avLst/>
          </a:prstGeom>
          <a:solidFill>
            <a:srgbClr val="234D7A"/>
          </a:solidFill>
          <a:ln w="12700">
            <a:solidFill>
              <a:srgbClr val="23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Web Pages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webpage is a big string of HTML.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press Ctrl+U in Chrome to see it!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246120"/>
          </a:xfrm>
          <a:prstGeom prst="rect">
            <a:avLst/>
          </a:prstGeom>
          <a:solidFill>
            <a:srgbClr val="F0F6FF"/>
          </a:solidFill>
          <a:ln w="1905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743200" cy="493776"/>
          </a:xfrm>
          <a:prstGeom prst="rect">
            <a:avLst/>
          </a:prstGeom>
          <a:solidFill>
            <a:srgbClr val="234D7A"/>
          </a:solidFill>
          <a:ln w="12700">
            <a:solidFill>
              <a:srgbClr val="23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804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Text Files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3990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.py, .txt, and .csv files are just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stored on disk.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2743200" cy="3246120"/>
          </a:xfrm>
          <a:prstGeom prst="rect">
            <a:avLst/>
          </a:prstGeom>
          <a:solidFill>
            <a:srgbClr val="F0F6FF"/>
          </a:solidFill>
          <a:ln w="1905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743200" cy="493776"/>
          </a:xfrm>
          <a:prstGeom prst="rect">
            <a:avLst/>
          </a:prstGeom>
          <a:solidFill>
            <a:srgbClr val="234D7A"/>
          </a:solidFill>
          <a:ln w="12700">
            <a:solidFill>
              <a:srgbClr val="23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804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User Input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3990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user types in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as a string in Python.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sequence of characters — letters, digits, spaces, symbols, and more. Order matters.</a:t>
            </a:r>
            <a:b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</a:t>
            </a:r>
            <a:r>
              <a:rPr lang="en-US" sz="14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Unicde.org</a:t>
            </a: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lists of all characters --- nearly 160,000 characters currently!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77646FD-41FD-BD55-9326-80395A386417}"/>
                  </a:ext>
                </a:extLst>
              </p14:cNvPr>
              <p14:cNvContentPartPr/>
              <p14:nvPr/>
            </p14:nvContentPartPr>
            <p14:xfrm>
              <a:off x="1962000" y="4404960"/>
              <a:ext cx="3920040" cy="319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77646FD-41FD-BD55-9326-80395A3864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2640" y="4395600"/>
                <a:ext cx="3938760" cy="33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C9E59-90A1-0907-F5BB-5993EE3A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A7AC83-91F2-EFE4-336A-D3914451E921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9CFEAC-26C2-1212-569E-21055AC69A31}"/>
              </a:ext>
            </a:extLst>
          </p:cNvPr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B48F3B-C297-F6B7-6941-0EFBB9671037}"/>
              </a:ext>
            </a:extLst>
          </p:cNvPr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String?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242EF0-44AC-DBA0-0C55-48B00A886D17}"/>
              </a:ext>
            </a:extLst>
          </p:cNvPr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0C5E0A-7C5E-CDAE-3D7C-A1510055C8B2}"/>
              </a:ext>
            </a:extLst>
          </p:cNvPr>
          <p:cNvSpPr/>
          <p:nvPr/>
        </p:nvSpPr>
        <p:spPr>
          <a:xfrm>
            <a:off x="502920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string is a sequence of 0 or more characters, in a specific order.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73F366-B0C9-54C2-1145-80BDFC2B8CCD}"/>
              </a:ext>
            </a:extLst>
          </p:cNvPr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</a:t>
            </a: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literal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6DB2771-C91F-3118-BDE5-C598FE001157}"/>
              </a:ext>
            </a:extLst>
          </p:cNvPr>
          <p:cNvSpPr/>
          <p:nvPr/>
        </p:nvSpPr>
        <p:spPr>
          <a:xfrm>
            <a:off x="365760" y="2057400"/>
            <a:ext cx="8412480" cy="192024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5091F9-7E6A-90AE-C1A1-D01D477FF50A}"/>
              </a:ext>
            </a:extLst>
          </p:cNvPr>
          <p:cNvSpPr/>
          <p:nvPr/>
        </p:nvSpPr>
        <p:spPr>
          <a:xfrm>
            <a:off x="502920" y="2167128"/>
            <a:ext cx="81381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'Hello, world!'              # single quotes — most common</a:t>
            </a:r>
            <a:endParaRPr lang="en-US" sz="12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C60C3E-4092-EE76-0672-E1015CA207A3}"/>
                  </a:ext>
                </a:extLst>
              </p14:cNvPr>
              <p14:cNvContentPartPr/>
              <p14:nvPr/>
            </p14:nvContentPartPr>
            <p14:xfrm>
              <a:off x="500040" y="1961640"/>
              <a:ext cx="1357560" cy="420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C60C3E-4092-EE76-0672-E1015CA207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680" y="1952280"/>
                <a:ext cx="1376280" cy="43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467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String?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string is a sequence of 0 or more characters, in a specific order.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</a:t>
            </a: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literal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192024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81381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'Hello, world!'              # single quotes — most common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              # double quotes — also fine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38136-599D-0394-92F3-7963A951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6F072D-F8E7-0133-0C31-4CBDC3561B33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A5BC55-6802-514E-507C-258B3CD96656}"/>
              </a:ext>
            </a:extLst>
          </p:cNvPr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6BACF4-4C3F-9075-3B06-81FD96CE9553}"/>
              </a:ext>
            </a:extLst>
          </p:cNvPr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String?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7B6D67-B666-C112-E380-E7A4C459FA0E}"/>
              </a:ext>
            </a:extLst>
          </p:cNvPr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F425F6-BF85-521A-B460-7D3423F5A4CD}"/>
              </a:ext>
            </a:extLst>
          </p:cNvPr>
          <p:cNvSpPr/>
          <p:nvPr/>
        </p:nvSpPr>
        <p:spPr>
          <a:xfrm>
            <a:off x="502920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string is a sequence of 0 or more characters, in a specific order.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00FD75-4BD8-4C7C-354C-AA1FC8B9FA62}"/>
              </a:ext>
            </a:extLst>
          </p:cNvPr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</a:t>
            </a: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literal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371F823-18A3-1D69-B3F3-7FD24A9E04BE}"/>
              </a:ext>
            </a:extLst>
          </p:cNvPr>
          <p:cNvSpPr/>
          <p:nvPr/>
        </p:nvSpPr>
        <p:spPr>
          <a:xfrm>
            <a:off x="365760" y="2057400"/>
            <a:ext cx="8412480" cy="192024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D6390E-ABD9-DE87-7DA8-124E40978363}"/>
              </a:ext>
            </a:extLst>
          </p:cNvPr>
          <p:cNvSpPr/>
          <p:nvPr/>
        </p:nvSpPr>
        <p:spPr>
          <a:xfrm>
            <a:off x="502920" y="2167128"/>
            <a:ext cx="81381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'Hello, world!'              # single quotes — most common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              # double quotes — also fine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"""Hello,                    # triple double quotes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world!"""                 # can span multiple lines!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328B37D-DD56-A994-1654-B1C1BF6ED508}"/>
              </a:ext>
            </a:extLst>
          </p:cNvPr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triple quotes when your string spans multiple lines or contains both ' and ".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20104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C74C3-E019-2CD9-5A23-A4CCE5C7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58E2E5-CD47-33E0-3982-438D6044691D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4B55AE-65A6-16A6-2DF5-95208E6E223E}"/>
              </a:ext>
            </a:extLst>
          </p:cNvPr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191C3F-1C1A-9F7B-ACDA-813CE779C1B3}"/>
              </a:ext>
            </a:extLst>
          </p:cNvPr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String?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D19849-7FF7-B1F7-98C5-EA4F7A558C64}"/>
              </a:ext>
            </a:extLst>
          </p:cNvPr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75FDDA-74B8-110E-8F28-457FCFC29E9F}"/>
              </a:ext>
            </a:extLst>
          </p:cNvPr>
          <p:cNvSpPr/>
          <p:nvPr/>
        </p:nvSpPr>
        <p:spPr>
          <a:xfrm>
            <a:off x="502920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string is a sequence of 0 or more characters, in a specific order.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9E0F29-C391-F742-281E-5CB44DDE0D11}"/>
              </a:ext>
            </a:extLst>
          </p:cNvPr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</a:t>
            </a: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literal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E90D6B8-630C-FE89-77F3-E826080C5CA5}"/>
              </a:ext>
            </a:extLst>
          </p:cNvPr>
          <p:cNvSpPr/>
          <p:nvPr/>
        </p:nvSpPr>
        <p:spPr>
          <a:xfrm>
            <a:off x="365760" y="2057400"/>
            <a:ext cx="8412480" cy="192024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2DE705-D5C0-7E4B-C0CC-55F8E629E11B}"/>
              </a:ext>
            </a:extLst>
          </p:cNvPr>
          <p:cNvSpPr/>
          <p:nvPr/>
        </p:nvSpPr>
        <p:spPr>
          <a:xfrm>
            <a:off x="502920" y="2167128"/>
            <a:ext cx="81381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'Hello, world!'              # single quotes — most common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              # double quotes — also fine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"""Hello,                    # triple double quotes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world!"""                 # can span multiple lines!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'''Hello, world!'''          # triple single quotes — same idea</a:t>
            </a:r>
            <a:endParaRPr lang="en-US" sz="12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7749EB-B6E9-C7F6-DB16-FD927CD74EF8}"/>
              </a:ext>
            </a:extLst>
          </p:cNvPr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triple quotes when your string spans multiple lines or contains both ' and ".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1290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intro = """..."""  cell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 = """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Triple-quote strings can contain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"-quotes and '-quotes, and can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span multiple lines.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print(intro)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contains both single and double quotes — no escaping needed!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notice the blank line at the end: the \n before the closing """ is part of the string.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Triple-quote strings are perfect for docstrings and long text.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Escape Characters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characters need a special way to be written inside a string literal: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1371600" cy="420624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225296"/>
            <a:ext cx="2377440" cy="420624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0" y="1225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225296"/>
            <a:ext cx="3657600" cy="420624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12252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6459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164592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16459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0" y="1645920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16459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'Line 1\nLine 2'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066544"/>
            <a:ext cx="1371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2066544"/>
            <a:ext cx="237744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0" y="20665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(indent)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0" y="2066544"/>
            <a:ext cx="3657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0" y="20665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'Name:\tAlice'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4871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37360" y="2487168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0" y="24871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Backslash ( \ 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14800" y="2487168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0" y="2487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'C:\\Users\\Alice'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2907792"/>
            <a:ext cx="1371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9077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\'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737360" y="2907792"/>
            <a:ext cx="237744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0" y="29077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quote ( ' 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14800" y="2907792"/>
            <a:ext cx="3657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06240" y="29077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'it\'s fun'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65760" y="3328416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3284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737360" y="3328416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828800" y="332841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quote ( " 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114800" y="3328416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0" y="33284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"she said \"hi\""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65760" y="41330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\n is written as two characters, it represents just one character in the string.</a:t>
            </a:r>
            <a:endParaRPr lang="en-US" sz="13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DF83723-0335-1A46-C4EB-C22877E605B1}"/>
                  </a:ext>
                </a:extLst>
              </p14:cNvPr>
              <p14:cNvContentPartPr/>
              <p14:nvPr/>
            </p14:nvContentPartPr>
            <p14:xfrm>
              <a:off x="428760" y="2028960"/>
              <a:ext cx="5339160" cy="2505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DF83723-0335-1A46-C4EB-C22877E605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400" y="2019600"/>
                <a:ext cx="5357880" cy="252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 Indexing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s[i] to get the character at position i. Positions (indices) start at 0: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63624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63624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63624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67128" y="1261872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67128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67128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770632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70632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70632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374136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74136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74136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397764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77640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77640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892040" y="1234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16642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fruit[0]</a:t>
            </a:r>
            <a:r>
              <a:rPr lang="en-US" sz="13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'b'   ← first!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892040" y="2029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fruit[1]</a:t>
            </a:r>
            <a:r>
              <a:rPr lang="en-US" sz="13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'a'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92040" y="23957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fruit[5]</a:t>
            </a:r>
            <a:r>
              <a:rPr lang="en-US" sz="13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'a'   ← last!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Indexing starts at 0, not 1!  fruit[0] is the first character.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65760" y="3794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string of length n, valid indices are: 0, 1, 2, …, n−1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DDF7E9-806B-4C65-57BF-9CD3C051E651}"/>
                  </a:ext>
                </a:extLst>
              </p14:cNvPr>
              <p14:cNvContentPartPr/>
              <p14:nvPr/>
            </p14:nvContentPartPr>
            <p14:xfrm>
              <a:off x="262080" y="1552680"/>
              <a:ext cx="5834160" cy="2039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DDF7E9-806B-4C65-57BF-9CD3C051E6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720" y="1543320"/>
                <a:ext cx="5852880" cy="205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fruit indexing cells  (look for  print(fruit[0]), print(fruit[1]), …)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print(fruit[0])   # 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print(fruit[1])   #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print(fruit[2])   # 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print(fruit[3])   #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print(fruit[4])   # 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print(fruit[5])   #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fruit[0] is 'b', the first character — not fruit[1]!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character of a 6-letter string is at index 5 (= length − 1).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changing 'banana' to your own name and see what each index gives you.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7BE911-08F2-CEA2-B469-FE13315A8543}"/>
                  </a:ext>
                </a:extLst>
              </p14:cNvPr>
              <p14:cNvContentPartPr/>
              <p14:nvPr/>
            </p14:nvContentPartPr>
            <p14:xfrm>
              <a:off x="1495440" y="2695680"/>
              <a:ext cx="38628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7BE911-08F2-CEA2-B469-FE13315A85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6080" y="2686320"/>
                <a:ext cx="40500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Out: IndexError!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69080" cy="347472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This crashes: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4069080" cy="82296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   # length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print(fruit[6])    # IndexError!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print(fruit[-7])   # IndexError!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index out of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069080" cy="347472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len() to be safe: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152144"/>
            <a:ext cx="4069080" cy="9144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6187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len(fruit)     # n = 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print(fruit[n-1])  # fruit[5] = 'a'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# the last character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len(s) returns the number of characters in string 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8412480" cy="621792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for a string of length n, valid positive indices are  0 to n−1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use index n (or anything outside range) causes IndexError.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E036126-603B-026E-01A3-1C98FE5AC763}"/>
                  </a:ext>
                </a:extLst>
              </p14:cNvPr>
              <p14:cNvContentPartPr/>
              <p14:nvPr/>
            </p14:nvContentPartPr>
            <p14:xfrm>
              <a:off x="976320" y="1595520"/>
              <a:ext cx="5220000" cy="1495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E036126-603B-026E-01A3-1C98FE5AC7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6960" y="1586160"/>
                <a:ext cx="5238720" cy="15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129E02F-C7EA-487F-74BE-96C2F5D0AE19}"/>
                  </a:ext>
                </a:extLst>
              </p14:cNvPr>
              <p14:cNvContentPartPr/>
              <p14:nvPr/>
            </p14:nvContentPartPr>
            <p14:xfrm>
              <a:off x="1495440" y="1833480"/>
              <a:ext cx="238320" cy="48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129E02F-C7EA-487F-74BE-96C2F5D0AE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6080" y="1824120"/>
                <a:ext cx="257040" cy="6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 Indexing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lets you count from the end of a string using negative indices: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76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576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76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63624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63624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63624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63624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67128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67128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67128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67128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70632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70632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70632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770632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74136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74136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74136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374136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977640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77640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977640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5760" y="3063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fruit[-1]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always the last character,   </a:t>
            </a: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fruit[-2]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second-to-last   … and so on!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" y="3566160"/>
            <a:ext cx="8412480" cy="105156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3675888"/>
            <a:ext cx="8138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print(fruit[-1])   # a  ← last character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print(fruit[-2])   # n  ← second to last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print(fruit[-6])   # b  ← same as fruit[0]</a:t>
            </a:r>
            <a:endParaRPr lang="en-US" sz="1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ADAD0D0-C1DE-B195-7EBD-21A460E5EB69}"/>
              </a:ext>
            </a:extLst>
          </p:cNvPr>
          <p:cNvSpPr/>
          <p:nvPr/>
        </p:nvSpPr>
        <p:spPr>
          <a:xfrm>
            <a:off x="96012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B689CC05-1D7C-8E8C-F1AD-ADB7660E02AA}"/>
              </a:ext>
            </a:extLst>
          </p:cNvPr>
          <p:cNvSpPr/>
          <p:nvPr/>
        </p:nvSpPr>
        <p:spPr>
          <a:xfrm>
            <a:off x="1563624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5A930928-6FC3-79A4-71AE-0E1CA4F5FB4D}"/>
              </a:ext>
            </a:extLst>
          </p:cNvPr>
          <p:cNvSpPr/>
          <p:nvPr/>
        </p:nvSpPr>
        <p:spPr>
          <a:xfrm>
            <a:off x="2167128" y="1261872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4FFE9EE-B1AE-3D24-8CE1-BD1E7009386C}"/>
              </a:ext>
            </a:extLst>
          </p:cNvPr>
          <p:cNvSpPr/>
          <p:nvPr/>
        </p:nvSpPr>
        <p:spPr>
          <a:xfrm>
            <a:off x="2770632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BAEC3219-6D0C-684F-B9C4-00CECD866D3F}"/>
              </a:ext>
            </a:extLst>
          </p:cNvPr>
          <p:cNvSpPr/>
          <p:nvPr/>
        </p:nvSpPr>
        <p:spPr>
          <a:xfrm>
            <a:off x="3374136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FD350AFF-9216-0B49-1DA8-D02D71E5F1A8}"/>
              </a:ext>
            </a:extLst>
          </p:cNvPr>
          <p:cNvSpPr/>
          <p:nvPr/>
        </p:nvSpPr>
        <p:spPr>
          <a:xfrm>
            <a:off x="397764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5222684-69EA-7639-B1E5-F509D280C7AB}"/>
                  </a:ext>
                </a:extLst>
              </p14:cNvPr>
              <p14:cNvContentPartPr/>
              <p14:nvPr/>
            </p14:nvContentPartPr>
            <p14:xfrm>
              <a:off x="140760" y="2366640"/>
              <a:ext cx="993240" cy="239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5222684-69EA-7639-B1E5-F509D280C7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400" y="2357280"/>
                <a:ext cx="10119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AAA24B4-E491-4956-13E3-5E7AE1EEF807}"/>
                  </a:ext>
                </a:extLst>
              </p14:cNvPr>
              <p14:cNvContentPartPr/>
              <p14:nvPr/>
            </p14:nvContentPartPr>
            <p14:xfrm>
              <a:off x="1157400" y="2695320"/>
              <a:ext cx="3272040" cy="158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AAA24B4-E491-4956-13E3-5E7AE1EEF8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8040" y="2685960"/>
                <a:ext cx="3290760" cy="17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print(fruit[-1])  cells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print(fruit[-1])   # a  (last)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print(fruit[-2])   # n  (second to last)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print(fruit[-3])   #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fruit[-1] is the last character — always! No need to know the length.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fruit[-6] is the same as fruit[0] for a 6-character string.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indices are great shortcuts when you need the end of a string.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 Slices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is a substring — a piece cut out of a string: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s[m:n]</a:t>
            </a:r>
            <a:r>
              <a:rPr lang="en-US" sz="17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characters at positions  m, m+1, …, n−1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2651760"/>
            <a:ext cx="7772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139696" y="2651760"/>
            <a:ext cx="7772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39696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53512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53512" y="2651760"/>
            <a:ext cx="777240" cy="530352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53512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767328" y="2651760"/>
            <a:ext cx="777240" cy="530352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67328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81144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81144" y="2651760"/>
            <a:ext cx="777240" cy="530352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81144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94960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94960" y="2651760"/>
            <a:ext cx="7772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94960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fruit[2:5]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'nan'   (indices 2, 3, 4 — NOT 5!  The end index is exclusive.)</a:t>
            </a:r>
            <a:endParaRPr lang="en-US" sz="14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A4D8637E-1B85-E8B1-D42E-17E97FE01936}"/>
              </a:ext>
            </a:extLst>
          </p:cNvPr>
          <p:cNvSpPr/>
          <p:nvPr/>
        </p:nvSpPr>
        <p:spPr>
          <a:xfrm>
            <a:off x="1470548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AEA88900-268B-E2DF-41E2-25B236D3D180}"/>
              </a:ext>
            </a:extLst>
          </p:cNvPr>
          <p:cNvSpPr/>
          <p:nvPr/>
        </p:nvSpPr>
        <p:spPr>
          <a:xfrm>
            <a:off x="2276462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2CDFDA64-82D7-5DE7-F6C2-8B781CBE1B14}"/>
              </a:ext>
            </a:extLst>
          </p:cNvPr>
          <p:cNvSpPr/>
          <p:nvPr/>
        </p:nvSpPr>
        <p:spPr>
          <a:xfrm>
            <a:off x="3082376" y="2096652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75B94D7C-32A2-3C4B-E941-2D02A6190EFB}"/>
              </a:ext>
            </a:extLst>
          </p:cNvPr>
          <p:cNvSpPr/>
          <p:nvPr/>
        </p:nvSpPr>
        <p:spPr>
          <a:xfrm>
            <a:off x="3888290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4E152C42-CE15-536B-C3B1-3791ECF384CF}"/>
              </a:ext>
            </a:extLst>
          </p:cNvPr>
          <p:cNvSpPr/>
          <p:nvPr/>
        </p:nvSpPr>
        <p:spPr>
          <a:xfrm>
            <a:off x="4694204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A1C8863D-2794-96C3-C50C-9E9674D75026}"/>
              </a:ext>
            </a:extLst>
          </p:cNvPr>
          <p:cNvSpPr/>
          <p:nvPr/>
        </p:nvSpPr>
        <p:spPr>
          <a:xfrm>
            <a:off x="5500116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5689E5-718B-5D06-772B-B76734115BED}"/>
              </a:ext>
            </a:extLst>
          </p:cNvPr>
          <p:cNvSpPr/>
          <p:nvPr/>
        </p:nvSpPr>
        <p:spPr>
          <a:xfrm>
            <a:off x="2944863" y="2163337"/>
            <a:ext cx="2431809" cy="11467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B145FEE-1C36-D6AB-389A-70208BB4FD29}"/>
                  </a:ext>
                </a:extLst>
              </p14:cNvPr>
              <p14:cNvContentPartPr/>
              <p14:nvPr/>
            </p14:nvContentPartPr>
            <p14:xfrm>
              <a:off x="352440" y="1800360"/>
              <a:ext cx="1109880" cy="1914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B145FEE-1C36-D6AB-389A-70208BB4FD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080" y="1791000"/>
                <a:ext cx="1128600" cy="19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AD861A7-21C7-3349-981F-691177BFFE29}"/>
                  </a:ext>
                </a:extLst>
              </p14:cNvPr>
              <p14:cNvContentPartPr/>
              <p14:nvPr/>
            </p14:nvContentPartPr>
            <p14:xfrm>
              <a:off x="542880" y="1790640"/>
              <a:ext cx="871920" cy="1867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AD861A7-21C7-3349-981F-691177BFFE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520" y="1781280"/>
                <a:ext cx="890640" cy="188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Slice Shortcuts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handy shorthand for common slice patterns: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s[m:]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225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index m to the end of the string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591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fruit[2:]   →  'nana'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9397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s[:n]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093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start up to (not including) 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4597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fruit[:3]   →  'ban'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84124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6265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2962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string (a copy)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33284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fruit[:]    →  'banana'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81304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83133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s[m:n:k]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38313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k-th character from m to 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4197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fruit[::2]  →  'bnn'</a:t>
            </a:r>
            <a:endParaRPr lang="en-US" sz="12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8E8E42-C1E9-7138-6E39-2D311F136CC9}"/>
              </a:ext>
            </a:extLst>
          </p:cNvPr>
          <p:cNvSpPr txBox="1"/>
          <p:nvPr/>
        </p:nvSpPr>
        <p:spPr>
          <a:xfrm>
            <a:off x="5330283" y="680442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 = 'banana'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F7CF781-12D4-5BC9-ABA6-F110952801B1}"/>
                  </a:ext>
                </a:extLst>
              </p14:cNvPr>
              <p14:cNvContentPartPr/>
              <p14:nvPr/>
            </p14:nvContentPartPr>
            <p14:xfrm>
              <a:off x="428760" y="1814400"/>
              <a:ext cx="986040" cy="2615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F7CF781-12D4-5BC9-ABA6-F110952801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400" y="1805040"/>
                <a:ext cx="1004760" cy="263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print(fruit[2:5])  slicing cells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print(fruit[2:5])   # nan  (indices 2, 3, 4)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print(fruit[2:])    # nana (index 2 to end)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print(fruit[:3])    # ban  (start up to index 2)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print(fruit[:])     # banana (whole string)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fruit[2:5] gives indices 2, 3, 4 — not 5! The end is always exclusive.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numbers and predict the result before running.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fruit[:] makes a copy — same characters, same order.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 Are Immutable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 means you cannot change the characters of an existing string.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You CANNOT do this: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66544"/>
            <a:ext cx="4069080" cy="9144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fruit[0] = 'B'   # TypeError!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'str' object does not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support item assignment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But you CAN build a new string: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066544"/>
            <a:ext cx="4069080" cy="9144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17627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slicing + concatenation: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'B' + fruit[1:]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print(fruit)   # Banana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immutability?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58657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assignment: </a:t>
            </a: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fruit2 = fruit  doesn't copy characters — they share memory.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 be used as dictionary keys</a:t>
            </a: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(more on dicts later!).</a:t>
            </a:r>
            <a:endParaRPr lang="en-US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D2BAB-B63E-416E-289A-CA5C5300D2E5}"/>
              </a:ext>
            </a:extLst>
          </p:cNvPr>
          <p:cNvSpPr txBox="1"/>
          <p:nvPr/>
        </p:nvSpPr>
        <p:spPr>
          <a:xfrm>
            <a:off x="6290989" y="4111847"/>
            <a:ext cx="1211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'banana'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F5FBA3-4AAE-6AA2-7148-98698B552FC5}"/>
              </a:ext>
            </a:extLst>
          </p:cNvPr>
          <p:cNvSpPr txBox="1"/>
          <p:nvPr/>
        </p:nvSpPr>
        <p:spPr>
          <a:xfrm>
            <a:off x="5935080" y="3372350"/>
            <a:ext cx="821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202C"/>
                </a:solidFill>
                <a:latin typeface="Consolas" pitchFamily="34" charset="0"/>
                <a:cs typeface="Consolas" pitchFamily="34" charset="-120"/>
              </a:rPr>
              <a:t>fruit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D44CD-57F2-7E61-3489-F1FA77E98B2E}"/>
              </a:ext>
            </a:extLst>
          </p:cNvPr>
          <p:cNvSpPr txBox="1"/>
          <p:nvPr/>
        </p:nvSpPr>
        <p:spPr>
          <a:xfrm>
            <a:off x="7221372" y="3372350"/>
            <a:ext cx="1031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202C"/>
                </a:solidFill>
                <a:latin typeface="Consolas" pitchFamily="34" charset="0"/>
                <a:cs typeface="Consolas" pitchFamily="34" charset="-120"/>
              </a:rPr>
              <a:t>fruit2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E342E0-72B4-12F6-E71B-097CADDF55D4}"/>
              </a:ext>
            </a:extLst>
          </p:cNvPr>
          <p:cNvCxnSpPr>
            <a:cxnSpLocks/>
          </p:cNvCxnSpPr>
          <p:nvPr/>
        </p:nvCxnSpPr>
        <p:spPr>
          <a:xfrm>
            <a:off x="6548034" y="3704149"/>
            <a:ext cx="208520" cy="500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3CCFE8-6F7F-CAF4-216C-EA8901E107D9}"/>
              </a:ext>
            </a:extLst>
          </p:cNvPr>
          <p:cNvCxnSpPr>
            <a:cxnSpLocks/>
          </p:cNvCxnSpPr>
          <p:nvPr/>
        </p:nvCxnSpPr>
        <p:spPr>
          <a:xfrm flipH="1">
            <a:off x="7149817" y="3704149"/>
            <a:ext cx="226558" cy="500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BDE4D2D-8155-74DB-17B7-F8B36B74F4CE}"/>
                  </a:ext>
                </a:extLst>
              </p14:cNvPr>
              <p14:cNvContentPartPr/>
              <p14:nvPr/>
            </p14:nvContentPartPr>
            <p14:xfrm>
              <a:off x="395280" y="2128680"/>
              <a:ext cx="4363200" cy="2292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BDE4D2D-8155-74DB-17B7-F8B36B74F4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920" y="2119320"/>
                <a:ext cx="4381920" cy="23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3572BDD-5ABF-438D-2C34-EF49AA69075D}"/>
                  </a:ext>
                </a:extLst>
              </p14:cNvPr>
              <p14:cNvContentPartPr/>
              <p14:nvPr/>
            </p14:nvContentPartPr>
            <p14:xfrm>
              <a:off x="557280" y="2367000"/>
              <a:ext cx="6243840" cy="1733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3572BDD-5ABF-438D-2C34-EF49AA6907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7920" y="2357640"/>
                <a:ext cx="6262560" cy="175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fruit[0] = 'B'  and  'B' + fruit[1:]  cells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fruit[0] = 'B'        # TypeError! Can't do this.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Workaround: build a new string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phrase = 'cat is my favourite word'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phrase = 'b' + phrase[1:]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print(phrase)          # bat is my favourite word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TypeError tells you: strings are read-only. You can't change individual characters.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workaround uses slicing and + to create a brand-new string.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common Python — you'll write this pattern a lot!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Comparing Strings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compare strings with the same operators used for numbers: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123444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00200" y="1207008"/>
            <a:ext cx="201168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207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1207008"/>
            <a:ext cx="324612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12070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1207008"/>
            <a:ext cx="132588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120700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1609344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160934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00200" y="1609344"/>
            <a:ext cx="20116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1609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11880" y="1609344"/>
            <a:ext cx="3246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03320" y="160934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== 'apple'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1609344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16093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123444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0116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600200" y="2011680"/>
            <a:ext cx="20116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20116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11880" y="2011680"/>
            <a:ext cx="324612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03320" y="20116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!= 'orange'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2011680"/>
            <a:ext cx="13258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20116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2414016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4140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600200" y="2414016"/>
            <a:ext cx="20116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91640" y="24140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(alphabet)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11880" y="2414016"/>
            <a:ext cx="3246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03320" y="241401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&lt; 'banana'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0" y="2414016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49440" y="241401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65760" y="2816352"/>
            <a:ext cx="123444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281635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600200" y="2816352"/>
            <a:ext cx="20116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91640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611880" y="2816352"/>
            <a:ext cx="324612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03320" y="281635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'banana' &gt; 'apple'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0" y="2816352"/>
            <a:ext cx="13258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49440" y="281635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65760" y="3218688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32186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600200" y="3218688"/>
            <a:ext cx="20116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691640" y="3218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Less/equal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611880" y="3218688"/>
            <a:ext cx="3246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03320" y="32186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&lt;= 'apple'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858000" y="3218688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49440" y="321868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365760" y="35890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compared character-by-character, alphabetically (using Unicode values).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365760" y="39730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'Z' &lt; 'a' because uppercase letters come before lowercase in Unicode!</a:t>
            </a:r>
            <a:endParaRPr lang="en-US" sz="13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3098AC2-512A-0948-C1B4-A508ECACA6AA}"/>
                  </a:ext>
                </a:extLst>
              </p14:cNvPr>
              <p14:cNvContentPartPr/>
              <p14:nvPr/>
            </p14:nvContentPartPr>
            <p14:xfrm>
              <a:off x="338040" y="1947960"/>
              <a:ext cx="467280" cy="1724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3098AC2-512A-0948-C1B4-A508ECACA6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680" y="1938600"/>
                <a:ext cx="486000" cy="174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A8F4B0D-A76E-756F-5475-DEA03395924A}"/>
                  </a:ext>
                </a:extLst>
              </p14:cNvPr>
              <p14:cNvContentPartPr/>
              <p14:nvPr/>
            </p14:nvContentPartPr>
            <p14:xfrm>
              <a:off x="190440" y="1790640"/>
              <a:ext cx="360" cy="5432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A8F4B0D-A76E-756F-5475-DEA0339592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1080" y="1781280"/>
                <a:ext cx="19080" cy="56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to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Files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skill with real-world impact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2331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data to files lets your programs remember things between runs.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to a File: Three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7498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for writing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" y="1133856"/>
            <a:ext cx="3474720" cy="4572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9848" y="12435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open('todo.txt', 'w')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786384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file if it doesn't exist.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ERASES the file if it already does. Be careful!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1396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strings to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2523744"/>
            <a:ext cx="3474720" cy="4572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9848" y="2633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f.write('Hello, file!\n')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176272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.write() call appends to the file.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\n for newlines!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529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2688" y="3913632"/>
            <a:ext cx="3474720" cy="4572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9848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3566160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Flushes the buffer and saves. Always close!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may not appear until you do.</a:t>
            </a:r>
            <a:endParaRPr 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2F2A7-C05A-C38A-D39B-FB42CB89FD3A}"/>
              </a:ext>
            </a:extLst>
          </p:cNvPr>
          <p:cNvSpPr txBox="1"/>
          <p:nvPr/>
        </p:nvSpPr>
        <p:spPr>
          <a:xfrm>
            <a:off x="4572000" y="4402836"/>
            <a:ext cx="416052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.write() writes to a memory region called a </a:t>
            </a:r>
            <a:r>
              <a:rPr lang="en-US" sz="1200" b="1" dirty="0"/>
              <a:t>buffer</a:t>
            </a:r>
            <a:r>
              <a:rPr lang="en-US" sz="1200" dirty="0"/>
              <a:t>, and the entire buffer is written to disk when it is filled, i.e. immediately after you call .write() the string </a:t>
            </a:r>
            <a:r>
              <a:rPr lang="en-US" sz="1200" i="1" dirty="0"/>
              <a:t>might not </a:t>
            </a:r>
            <a:r>
              <a:rPr lang="en-US" sz="1200" dirty="0"/>
              <a:t>be on disk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904D170-2237-656C-548A-35219327E92A}"/>
                  </a:ext>
                </a:extLst>
              </p14:cNvPr>
              <p14:cNvContentPartPr/>
              <p14:nvPr/>
            </p14:nvContentPartPr>
            <p14:xfrm>
              <a:off x="1042920" y="1461960"/>
              <a:ext cx="2053080" cy="2834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904D170-2237-656C-548A-35219327E9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3560" y="1452600"/>
                <a:ext cx="2071800" cy="285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todo_file = open('todo_list.txt', 'w')  cell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 = open('todo_list.txt', 'w')   # 'w' for writing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todo_file.write('How to succeed:\n')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todo_file.write('1. learn to write poems\n')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todo_file.write('2. get a job at a poetry company\n')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todo_file.write('3. profit!\n')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todo_file.close()                         # always close!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this, look in your folder for todo_list.txt — open it in a text editor!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cell again: notice the old contents are gone (overwritten by 'w').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adding your own lines, or change the filename to create a different file.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24DAB0-4ED3-A392-16FF-892C26240B54}"/>
                  </a:ext>
                </a:extLst>
              </p14:cNvPr>
              <p14:cNvContentPartPr/>
              <p14:nvPr/>
            </p14:nvContentPartPr>
            <p14:xfrm>
              <a:off x="428760" y="1257480"/>
              <a:ext cx="3376800" cy="1371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24DAB0-4ED3-A392-16FF-892C26240B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400" y="1248120"/>
                <a:ext cx="3395520" cy="139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034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Chapter 8!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774954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7495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729234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sequences of characters — they're everywhere in programming.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96162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29616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250442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s[i] to read a character;  s[m:n]  to take a slice.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817370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8173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77165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indices count from the end:  s[-1]  is the last character.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338578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3857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29285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immutable — build new ones with slices and  +.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859786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5978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81406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strings with  ==,  !=,  &lt;,  &gt;  (alphabetical order).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3380994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3809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335274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files:  open('</a:t>
            </a:r>
            <a:r>
              <a:rPr lang="en-US" sz="14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file.txt</a:t>
            </a: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', 'w')  →  .write()  →  .close()</a:t>
            </a:r>
            <a:endParaRPr lang="en-US" sz="14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2CDC6BB0-4608-6A41-4DE3-039D238509DE}"/>
              </a:ext>
            </a:extLst>
          </p:cNvPr>
          <p:cNvSpPr/>
          <p:nvPr/>
        </p:nvSpPr>
        <p:spPr>
          <a:xfrm>
            <a:off x="411480" y="3902202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49A9B6A8-EB97-7967-8510-C443F55C6CB7}"/>
              </a:ext>
            </a:extLst>
          </p:cNvPr>
          <p:cNvSpPr/>
          <p:nvPr/>
        </p:nvSpPr>
        <p:spPr>
          <a:xfrm>
            <a:off x="411480" y="39022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7</a:t>
            </a:r>
            <a:endParaRPr lang="en-US" sz="13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A942602-E258-D78B-487A-6CC3DB0AF3EE}"/>
              </a:ext>
            </a:extLst>
          </p:cNvPr>
          <p:cNvSpPr/>
          <p:nvPr/>
        </p:nvSpPr>
        <p:spPr>
          <a:xfrm>
            <a:off x="868680" y="3856482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skipping regular expressions.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369A67-4C74-B2D0-B0B4-512D2C96AB8D}"/>
                  </a:ext>
                </a:extLst>
              </p14:cNvPr>
              <p14:cNvContentPartPr/>
              <p14:nvPr/>
            </p14:nvContentPartPr>
            <p14:xfrm>
              <a:off x="781200" y="4147920"/>
              <a:ext cx="2710080" cy="100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369A67-4C74-B2D0-B0B4-512D2C96AB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1840" y="4138560"/>
                <a:ext cx="2728800" cy="11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2270</Words>
  <Application>Microsoft Macintosh PowerPoint</Application>
  <PresentationFormat>On-screen Show (16:9)</PresentationFormat>
  <Paragraphs>350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Strings, Slices, and Files</dc:title>
  <dc:subject>PptxGenJS Presentation</dc:subject>
  <dc:creator>CMPT 120</dc:creator>
  <cp:lastModifiedBy>Toby Donaldson</cp:lastModifiedBy>
  <cp:revision>1</cp:revision>
  <dcterms:created xsi:type="dcterms:W3CDTF">2026-03-02T02:54:08Z</dcterms:created>
  <dcterms:modified xsi:type="dcterms:W3CDTF">2026-03-09T16:44:50Z</dcterms:modified>
</cp:coreProperties>
</file>