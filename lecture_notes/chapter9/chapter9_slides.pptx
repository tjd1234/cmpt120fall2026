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12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3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4.xml" ContentType="application/inkml+xml"/>
  <Override PartName="/ppt/notesSlides/notesSlide16.xml" ContentType="application/vnd.openxmlformats-officedocument.presentationml.notesSlide+xml"/>
  <Override PartName="/ppt/ink/ink15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6.xml" ContentType="application/inkml+xml"/>
  <Override PartName="/ppt/notesSlides/notesSlide19.xml" ContentType="application/vnd.openxmlformats-officedocument.presentationml.notesSlide+xml"/>
  <Override PartName="/ppt/ink/ink17.xml" ContentType="application/inkml+xml"/>
  <Override PartName="/ppt/notesSlides/notesSlide20.xml" ContentType="application/vnd.openxmlformats-officedocument.presentationml.notesSlide+xml"/>
  <Override PartName="/ppt/ink/ink18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9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4" r:id="rId21"/>
    <p:sldId id="278" r:id="rId22"/>
    <p:sldId id="279" r:id="rId23"/>
    <p:sldId id="275" r:id="rId24"/>
    <p:sldId id="276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EFBF9-7862-184F-B789-7E4741E47F74}" v="5" dt="2026-03-18T17:04:39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5"/>
    <p:restoredTop sz="96679"/>
  </p:normalViewPr>
  <p:slideViewPr>
    <p:cSldViewPr snapToGrid="0" snapToObjects="1">
      <p:cViewPr varScale="1">
        <p:scale>
          <a:sx n="185" d="100"/>
          <a:sy n="185" d="100"/>
        </p:scale>
        <p:origin x="16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3-18T17:04:39.449" v="245"/>
      <pc:docMkLst>
        <pc:docMk/>
      </pc:docMkLst>
      <pc:sldChg chg="addSp modSp mod">
        <pc:chgData name="Toby Donaldson" userId="2e6e5431-bb17-4c41-9985-d39c50d83c73" providerId="ADAL" clId="{F31BC264-820E-54C4-A6D1-F92AF9CC222E}" dt="2026-03-16T16:39:14.797" v="220"/>
        <pc:sldMkLst>
          <pc:docMk/>
          <pc:sldMk cId="0" sldId="257"/>
        </pc:sldMkLst>
        <pc:spChg chg="mod">
          <ac:chgData name="Toby Donaldson" userId="2e6e5431-bb17-4c41-9985-d39c50d83c73" providerId="ADAL" clId="{F31BC264-820E-54C4-A6D1-F92AF9CC222E}" dt="2026-03-16T16:04:47.591" v="196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16:05:01.793" v="218" actId="20577"/>
          <ac:spMkLst>
            <pc:docMk/>
            <pc:sldMk cId="0" sldId="257"/>
            <ac:spMk id="25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6:39:14.797" v="220"/>
          <ac:inkMkLst>
            <pc:docMk/>
            <pc:sldMk cId="0" sldId="257"/>
            <ac:inkMk id="26" creationId="{8ABF1F0A-E30E-8EE1-3932-7CAC6C3CA0E2}"/>
          </ac:inkMkLst>
        </pc:inkChg>
      </pc:sldChg>
      <pc:sldChg chg="addSp modSp mod">
        <pc:chgData name="Toby Donaldson" userId="2e6e5431-bb17-4c41-9985-d39c50d83c73" providerId="ADAL" clId="{F31BC264-820E-54C4-A6D1-F92AF9CC222E}" dt="2026-03-16T16:39:14.797" v="220"/>
        <pc:sldMkLst>
          <pc:docMk/>
          <pc:sldMk cId="0" sldId="258"/>
        </pc:sldMkLst>
        <pc:spChg chg="mod">
          <ac:chgData name="Toby Donaldson" userId="2e6e5431-bb17-4c41-9985-d39c50d83c73" providerId="ADAL" clId="{F31BC264-820E-54C4-A6D1-F92AF9CC222E}" dt="2026-03-15T21:54:38.414" v="130" actId="1410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1:55:06.401" v="148" actId="20577"/>
          <ac:spMkLst>
            <pc:docMk/>
            <pc:sldMk cId="0" sldId="258"/>
            <ac:spMk id="36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6:39:14.797" v="220"/>
          <ac:inkMkLst>
            <pc:docMk/>
            <pc:sldMk cId="0" sldId="258"/>
            <ac:inkMk id="37" creationId="{B980FBD9-6779-F3B3-FE18-AB5188207E60}"/>
          </ac:inkMkLst>
        </pc:inkChg>
      </pc:sldChg>
      <pc:sldChg chg="addSp">
        <pc:chgData name="Toby Donaldson" userId="2e6e5431-bb17-4c41-9985-d39c50d83c73" providerId="ADAL" clId="{F31BC264-820E-54C4-A6D1-F92AF9CC222E}" dt="2026-03-16T16:39:14.797" v="220"/>
        <pc:sldMkLst>
          <pc:docMk/>
          <pc:sldMk cId="0" sldId="259"/>
        </pc:sldMkLst>
        <pc:inkChg chg="add">
          <ac:chgData name="Toby Donaldson" userId="2e6e5431-bb17-4c41-9985-d39c50d83c73" providerId="ADAL" clId="{F31BC264-820E-54C4-A6D1-F92AF9CC222E}" dt="2026-03-16T16:39:14.797" v="220"/>
          <ac:inkMkLst>
            <pc:docMk/>
            <pc:sldMk cId="0" sldId="259"/>
            <ac:inkMk id="27" creationId="{C286CF21-8102-4471-4718-F3983EAF6BC6}"/>
          </ac:inkMkLst>
        </pc:inkChg>
      </pc:sldChg>
      <pc:sldChg chg="addSp modSp mod">
        <pc:chgData name="Toby Donaldson" userId="2e6e5431-bb17-4c41-9985-d39c50d83c73" providerId="ADAL" clId="{F31BC264-820E-54C4-A6D1-F92AF9CC222E}" dt="2026-03-16T16:55:39.343" v="221"/>
        <pc:sldMkLst>
          <pc:docMk/>
          <pc:sldMk cId="0" sldId="261"/>
        </pc:sldMkLst>
        <pc:spChg chg="mod">
          <ac:chgData name="Toby Donaldson" userId="2e6e5431-bb17-4c41-9985-d39c50d83c73" providerId="ADAL" clId="{F31BC264-820E-54C4-A6D1-F92AF9CC222E}" dt="2026-03-16T16:05:50.255" v="219" actId="207"/>
          <ac:spMkLst>
            <pc:docMk/>
            <pc:sldMk cId="0" sldId="261"/>
            <ac:spMk id="9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6:55:39.343" v="221"/>
          <ac:inkMkLst>
            <pc:docMk/>
            <pc:sldMk cId="0" sldId="261"/>
            <ac:inkMk id="16" creationId="{1CCAD1A3-0194-3C0E-0413-87D5C6ED24D7}"/>
          </ac:inkMkLst>
        </pc:inkChg>
      </pc:sldChg>
      <pc:sldChg chg="addSp modSp mod">
        <pc:chgData name="Toby Donaldson" userId="2e6e5431-bb17-4c41-9985-d39c50d83c73" providerId="ADAL" clId="{F31BC264-820E-54C4-A6D1-F92AF9CC222E}" dt="2026-03-16T16:55:39.343" v="221"/>
        <pc:sldMkLst>
          <pc:docMk/>
          <pc:sldMk cId="0" sldId="262"/>
        </pc:sldMkLst>
        <pc:spChg chg="mod">
          <ac:chgData name="Toby Donaldson" userId="2e6e5431-bb17-4c41-9985-d39c50d83c73" providerId="ADAL" clId="{F31BC264-820E-54C4-A6D1-F92AF9CC222E}" dt="2026-03-15T21:56:53.579" v="152" actId="1410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1:57:09.542" v="158" actId="2057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1:56:47.630" v="151" actId="1076"/>
          <ac:spMkLst>
            <pc:docMk/>
            <pc:sldMk cId="0" sldId="262"/>
            <ac:spMk id="30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6:55:39.343" v="221"/>
          <ac:inkMkLst>
            <pc:docMk/>
            <pc:sldMk cId="0" sldId="262"/>
            <ac:inkMk id="31" creationId="{44662D62-A633-8C95-7424-75AEE303D3F8}"/>
          </ac:inkMkLst>
        </pc:inkChg>
      </pc:sldChg>
      <pc:sldChg chg="addSp modSp mod">
        <pc:chgData name="Toby Donaldson" userId="2e6e5431-bb17-4c41-9985-d39c50d83c73" providerId="ADAL" clId="{F31BC264-820E-54C4-A6D1-F92AF9CC222E}" dt="2026-03-16T16:55:39.343" v="221"/>
        <pc:sldMkLst>
          <pc:docMk/>
          <pc:sldMk cId="0" sldId="263"/>
        </pc:sldMkLst>
        <pc:spChg chg="mod">
          <ac:chgData name="Toby Donaldson" userId="2e6e5431-bb17-4c41-9985-d39c50d83c73" providerId="ADAL" clId="{F31BC264-820E-54C4-A6D1-F92AF9CC222E}" dt="2026-03-15T21:58:10.732" v="159" actId="113"/>
          <ac:spMkLst>
            <pc:docMk/>
            <pc:sldMk cId="0" sldId="263"/>
            <ac:spMk id="13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6:55:39.343" v="221"/>
          <ac:inkMkLst>
            <pc:docMk/>
            <pc:sldMk cId="0" sldId="263"/>
            <ac:inkMk id="14" creationId="{29769CE4-08CC-C860-C587-8BFD3575B619}"/>
          </ac:inkMkLst>
        </pc:inkChg>
      </pc:sldChg>
      <pc:sldChg chg="addSp">
        <pc:chgData name="Toby Donaldson" userId="2e6e5431-bb17-4c41-9985-d39c50d83c73" providerId="ADAL" clId="{F31BC264-820E-54C4-A6D1-F92AF9CC222E}" dt="2026-03-16T17:09:31.259" v="222"/>
        <pc:sldMkLst>
          <pc:docMk/>
          <pc:sldMk cId="0" sldId="265"/>
        </pc:sldMkLst>
        <pc:inkChg chg="add">
          <ac:chgData name="Toby Donaldson" userId="2e6e5431-bb17-4c41-9985-d39c50d83c73" providerId="ADAL" clId="{F31BC264-820E-54C4-A6D1-F92AF9CC222E}" dt="2026-03-16T17:09:31.259" v="222"/>
          <ac:inkMkLst>
            <pc:docMk/>
            <pc:sldMk cId="0" sldId="265"/>
            <ac:inkMk id="20" creationId="{F01A9EEC-03BC-9ACF-9FF5-BAB0B799EA77}"/>
          </ac:inkMkLst>
        </pc:inkChg>
      </pc:sldChg>
      <pc:sldChg chg="addSp modSp mod">
        <pc:chgData name="Toby Donaldson" userId="2e6e5431-bb17-4c41-9985-d39c50d83c73" providerId="ADAL" clId="{F31BC264-820E-54C4-A6D1-F92AF9CC222E}" dt="2026-03-18T16:44:32.387" v="244"/>
        <pc:sldMkLst>
          <pc:docMk/>
          <pc:sldMk cId="0" sldId="266"/>
        </pc:sldMkLst>
        <pc:spChg chg="mod">
          <ac:chgData name="Toby Donaldson" userId="2e6e5431-bb17-4c41-9985-d39c50d83c73" providerId="ADAL" clId="{F31BC264-820E-54C4-A6D1-F92AF9CC222E}" dt="2026-03-15T21:59:19.679" v="165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1:58:54.612" v="160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1:59:56.583" v="168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1:59:07.676" v="163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1:59:07.676" v="163" actId="1076"/>
          <ac:spMkLst>
            <pc:docMk/>
            <pc:sldMk cId="0" sldId="266"/>
            <ac:spMk id="10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7:09:31.259" v="222"/>
          <ac:inkMkLst>
            <pc:docMk/>
            <pc:sldMk cId="0" sldId="266"/>
            <ac:inkMk id="11" creationId="{2E615DBD-E872-71EA-254E-981D31610B1D}"/>
          </ac:inkMkLst>
        </pc:inkChg>
        <pc:inkChg chg="add">
          <ac:chgData name="Toby Donaldson" userId="2e6e5431-bb17-4c41-9985-d39c50d83c73" providerId="ADAL" clId="{F31BC264-820E-54C4-A6D1-F92AF9CC222E}" dt="2026-03-18T16:44:32.387" v="244"/>
          <ac:inkMkLst>
            <pc:docMk/>
            <pc:sldMk cId="0" sldId="266"/>
            <ac:inkMk id="12" creationId="{36DFCCDD-9E8D-3426-57E5-25475990E15A}"/>
          </ac:inkMkLst>
        </pc:inkChg>
      </pc:sldChg>
      <pc:sldChg chg="addSp modSp mod">
        <pc:chgData name="Toby Donaldson" userId="2e6e5431-bb17-4c41-9985-d39c50d83c73" providerId="ADAL" clId="{F31BC264-820E-54C4-A6D1-F92AF9CC222E}" dt="2026-03-18T16:44:32.387" v="244"/>
        <pc:sldMkLst>
          <pc:docMk/>
          <pc:sldMk cId="0" sldId="267"/>
        </pc:sldMkLst>
        <pc:spChg chg="mod">
          <ac:chgData name="Toby Donaldson" userId="2e6e5431-bb17-4c41-9985-d39c50d83c73" providerId="ADAL" clId="{F31BC264-820E-54C4-A6D1-F92AF9CC222E}" dt="2026-03-15T22:00:26.272" v="176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2:00:52.564" v="184" actId="20577"/>
          <ac:spMkLst>
            <pc:docMk/>
            <pc:sldMk cId="0" sldId="267"/>
            <ac:spMk id="15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7:09:31.259" v="222"/>
          <ac:inkMkLst>
            <pc:docMk/>
            <pc:sldMk cId="0" sldId="267"/>
            <ac:inkMk id="18" creationId="{0AADD438-2C0B-7318-870A-0CDB60D34154}"/>
          </ac:inkMkLst>
        </pc:inkChg>
        <pc:inkChg chg="add">
          <ac:chgData name="Toby Donaldson" userId="2e6e5431-bb17-4c41-9985-d39c50d83c73" providerId="ADAL" clId="{F31BC264-820E-54C4-A6D1-F92AF9CC222E}" dt="2026-03-18T16:44:32.387" v="244"/>
          <ac:inkMkLst>
            <pc:docMk/>
            <pc:sldMk cId="0" sldId="267"/>
            <ac:inkMk id="19" creationId="{F36B5213-4988-3A14-5177-1C1DCC96DE62}"/>
          </ac:inkMkLst>
        </pc:inkChg>
      </pc:sldChg>
      <pc:sldChg chg="addSp modSp mod">
        <pc:chgData name="Toby Donaldson" userId="2e6e5431-bb17-4c41-9985-d39c50d83c73" providerId="ADAL" clId="{F31BC264-820E-54C4-A6D1-F92AF9CC222E}" dt="2026-03-18T16:44:32.387" v="244"/>
        <pc:sldMkLst>
          <pc:docMk/>
          <pc:sldMk cId="0" sldId="268"/>
        </pc:sldMkLst>
        <pc:spChg chg="mod">
          <ac:chgData name="Toby Donaldson" userId="2e6e5431-bb17-4c41-9985-d39c50d83c73" providerId="ADAL" clId="{F31BC264-820E-54C4-A6D1-F92AF9CC222E}" dt="2026-03-15T22:01:19.948" v="185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5T22:04:15.758" v="191" actId="20577"/>
          <ac:spMkLst>
            <pc:docMk/>
            <pc:sldMk cId="0" sldId="268"/>
            <ac:spMk id="16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6T17:09:31.259" v="222"/>
          <ac:inkMkLst>
            <pc:docMk/>
            <pc:sldMk cId="0" sldId="268"/>
            <ac:inkMk id="17" creationId="{BBE1AEAE-DB96-97A3-A8DF-1E4F5BA51BAC}"/>
          </ac:inkMkLst>
        </pc:inkChg>
        <pc:inkChg chg="add">
          <ac:chgData name="Toby Donaldson" userId="2e6e5431-bb17-4c41-9985-d39c50d83c73" providerId="ADAL" clId="{F31BC264-820E-54C4-A6D1-F92AF9CC222E}" dt="2026-03-18T16:44:32.387" v="244"/>
          <ac:inkMkLst>
            <pc:docMk/>
            <pc:sldMk cId="0" sldId="268"/>
            <ac:inkMk id="18" creationId="{961775C1-9E93-5339-9A96-21B61FF4DB12}"/>
          </ac:inkMkLst>
        </pc:inkChg>
      </pc:sldChg>
      <pc:sldChg chg="addSp">
        <pc:chgData name="Toby Donaldson" userId="2e6e5431-bb17-4c41-9985-d39c50d83c73" providerId="ADAL" clId="{F31BC264-820E-54C4-A6D1-F92AF9CC222E}" dt="2026-03-18T16:44:32.387" v="244"/>
        <pc:sldMkLst>
          <pc:docMk/>
          <pc:sldMk cId="0" sldId="270"/>
        </pc:sldMkLst>
        <pc:inkChg chg="add">
          <ac:chgData name="Toby Donaldson" userId="2e6e5431-bb17-4c41-9985-d39c50d83c73" providerId="ADAL" clId="{F31BC264-820E-54C4-A6D1-F92AF9CC222E}" dt="2026-03-18T16:44:32.387" v="244"/>
          <ac:inkMkLst>
            <pc:docMk/>
            <pc:sldMk cId="0" sldId="270"/>
            <ac:inkMk id="21" creationId="{0790BBD7-B8CE-07A3-1EEE-4CE0F5F1AD9E}"/>
          </ac:inkMkLst>
        </pc:inkChg>
      </pc:sldChg>
      <pc:sldChg chg="addSp">
        <pc:chgData name="Toby Donaldson" userId="2e6e5431-bb17-4c41-9985-d39c50d83c73" providerId="ADAL" clId="{F31BC264-820E-54C4-A6D1-F92AF9CC222E}" dt="2026-03-18T17:04:39.449" v="245"/>
        <pc:sldMkLst>
          <pc:docMk/>
          <pc:sldMk cId="0" sldId="271"/>
        </pc:sldMkLst>
        <pc:inkChg chg="add">
          <ac:chgData name="Toby Donaldson" userId="2e6e5431-bb17-4c41-9985-d39c50d83c73" providerId="ADAL" clId="{F31BC264-820E-54C4-A6D1-F92AF9CC222E}" dt="2026-03-18T17:04:39.449" v="245"/>
          <ac:inkMkLst>
            <pc:docMk/>
            <pc:sldMk cId="0" sldId="271"/>
            <ac:inkMk id="12" creationId="{06EA1499-FDD5-117C-4DD0-8046AE05BF9B}"/>
          </ac:inkMkLst>
        </pc:inkChg>
      </pc:sldChg>
      <pc:sldChg chg="addSp modSp mod">
        <pc:chgData name="Toby Donaldson" userId="2e6e5431-bb17-4c41-9985-d39c50d83c73" providerId="ADAL" clId="{F31BC264-820E-54C4-A6D1-F92AF9CC222E}" dt="2026-03-18T17:04:39.449" v="245"/>
        <pc:sldMkLst>
          <pc:docMk/>
          <pc:sldMk cId="0" sldId="273"/>
        </pc:sldMkLst>
        <pc:spChg chg="mod">
          <ac:chgData name="Toby Donaldson" userId="2e6e5431-bb17-4c41-9985-d39c50d83c73" providerId="ADAL" clId="{F31BC264-820E-54C4-A6D1-F92AF9CC222E}" dt="2026-03-18T02:52:32.101" v="224" actId="20577"/>
          <ac:spMkLst>
            <pc:docMk/>
            <pc:sldMk cId="0" sldId="273"/>
            <ac:spMk id="11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8T17:04:39.449" v="245"/>
          <ac:inkMkLst>
            <pc:docMk/>
            <pc:sldMk cId="0" sldId="273"/>
            <ac:inkMk id="14" creationId="{A3D62174-7328-BB48-1F49-BA4C9068F9A4}"/>
          </ac:inkMkLst>
        </pc:inkChg>
      </pc:sldChg>
      <pc:sldChg chg="addSp modSp mod">
        <pc:chgData name="Toby Donaldson" userId="2e6e5431-bb17-4c41-9985-d39c50d83c73" providerId="ADAL" clId="{F31BC264-820E-54C4-A6D1-F92AF9CC222E}" dt="2026-03-18T17:04:39.449" v="245"/>
        <pc:sldMkLst>
          <pc:docMk/>
          <pc:sldMk cId="0" sldId="274"/>
        </pc:sldMkLst>
        <pc:spChg chg="mod">
          <ac:chgData name="Toby Donaldson" userId="2e6e5431-bb17-4c41-9985-d39c50d83c73" providerId="ADAL" clId="{F31BC264-820E-54C4-A6D1-F92AF9CC222E}" dt="2026-03-18T02:53:27.384" v="227" actId="20577"/>
          <ac:spMkLst>
            <pc:docMk/>
            <pc:sldMk cId="0" sldId="274"/>
            <ac:spMk id="43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8T17:04:39.449" v="245"/>
          <ac:inkMkLst>
            <pc:docMk/>
            <pc:sldMk cId="0" sldId="274"/>
            <ac:inkMk id="26" creationId="{8EDCE6FF-1EC2-CDD1-F089-5515B7D8FAE5}"/>
          </ac:inkMkLst>
        </pc:inkChg>
      </pc:sldChg>
      <pc:sldChg chg="addSp modSp mod">
        <pc:chgData name="Toby Donaldson" userId="2e6e5431-bb17-4c41-9985-d39c50d83c73" providerId="ADAL" clId="{F31BC264-820E-54C4-A6D1-F92AF9CC222E}" dt="2026-03-18T17:04:39.449" v="245"/>
        <pc:sldMkLst>
          <pc:docMk/>
          <pc:sldMk cId="0" sldId="276"/>
        </pc:sldMkLst>
        <pc:spChg chg="mod">
          <ac:chgData name="Toby Donaldson" userId="2e6e5431-bb17-4c41-9985-d39c50d83c73" providerId="ADAL" clId="{F31BC264-820E-54C4-A6D1-F92AF9CC222E}" dt="2026-03-18T02:55:14.237" v="243" actId="20577"/>
          <ac:spMkLst>
            <pc:docMk/>
            <pc:sldMk cId="0" sldId="276"/>
            <ac:spMk id="28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8T17:04:39.449" v="245"/>
          <ac:inkMkLst>
            <pc:docMk/>
            <pc:sldMk cId="0" sldId="276"/>
            <ac:inkMk id="29" creationId="{6E4A094A-126A-EB60-BE51-89025A6026B0}"/>
          </ac:inkMkLst>
        </pc:inkChg>
      </pc:sldChg>
      <pc:sldChg chg="addSp add">
        <pc:chgData name="Toby Donaldson" userId="2e6e5431-bb17-4c41-9985-d39c50d83c73" providerId="ADAL" clId="{F31BC264-820E-54C4-A6D1-F92AF9CC222E}" dt="2026-03-18T17:04:39.449" v="245"/>
        <pc:sldMkLst>
          <pc:docMk/>
          <pc:sldMk cId="2288439714" sldId="277"/>
        </pc:sldMkLst>
        <pc:inkChg chg="add">
          <ac:chgData name="Toby Donaldson" userId="2e6e5431-bb17-4c41-9985-d39c50d83c73" providerId="ADAL" clId="{F31BC264-820E-54C4-A6D1-F92AF9CC222E}" dt="2026-03-18T17:04:39.449" v="245"/>
          <ac:inkMkLst>
            <pc:docMk/>
            <pc:sldMk cId="2288439714" sldId="277"/>
            <ac:inkMk id="14" creationId="{464EE540-5604-CDFB-F16E-CCBC64640B76}"/>
          </ac:inkMkLst>
        </pc:inkChg>
      </pc:sldChg>
      <pc:sldChg chg="modSp add mod">
        <pc:chgData name="Toby Donaldson" userId="2e6e5431-bb17-4c41-9985-d39c50d83c73" providerId="ADAL" clId="{F31BC264-820E-54C4-A6D1-F92AF9CC222E}" dt="2026-03-18T02:54:07.531" v="233" actId="20577"/>
        <pc:sldMkLst>
          <pc:docMk/>
          <pc:sldMk cId="2689411123" sldId="278"/>
        </pc:sldMkLst>
        <pc:spChg chg="mod">
          <ac:chgData name="Toby Donaldson" userId="2e6e5431-bb17-4c41-9985-d39c50d83c73" providerId="ADAL" clId="{F31BC264-820E-54C4-A6D1-F92AF9CC222E}" dt="2026-03-18T02:54:07.531" v="233" actId="20577"/>
          <ac:spMkLst>
            <pc:docMk/>
            <pc:sldMk cId="2689411123" sldId="278"/>
            <ac:spMk id="43" creationId="{2BE5DF54-9B94-8A59-0D12-753A3ADFECC1}"/>
          </ac:spMkLst>
        </pc:spChg>
      </pc:sldChg>
      <pc:sldChg chg="add del">
        <pc:chgData name="Toby Donaldson" userId="2e6e5431-bb17-4c41-9985-d39c50d83c73" providerId="ADAL" clId="{F31BC264-820E-54C4-A6D1-F92AF9CC222E}" dt="2026-03-18T02:53:36.184" v="229" actId="2890"/>
        <pc:sldMkLst>
          <pc:docMk/>
          <pc:sldMk cId="215279212" sldId="279"/>
        </pc:sldMkLst>
      </pc:sldChg>
      <pc:sldChg chg="addSp add">
        <pc:chgData name="Toby Donaldson" userId="2e6e5431-bb17-4c41-9985-d39c50d83c73" providerId="ADAL" clId="{F31BC264-820E-54C4-A6D1-F92AF9CC222E}" dt="2026-03-18T17:04:39.449" v="245"/>
        <pc:sldMkLst>
          <pc:docMk/>
          <pc:sldMk cId="1683319995" sldId="279"/>
        </pc:sldMkLst>
        <pc:inkChg chg="add">
          <ac:chgData name="Toby Donaldson" userId="2e6e5431-bb17-4c41-9985-d39c50d83c73" providerId="ADAL" clId="{F31BC264-820E-54C4-A6D1-F92AF9CC222E}" dt="2026-03-18T17:04:39.449" v="245"/>
          <ac:inkMkLst>
            <pc:docMk/>
            <pc:sldMk cId="1683319995" sldId="279"/>
            <ac:inkMk id="26" creationId="{0067D845-3E70-37BA-D631-FF990E39F2DE}"/>
          </ac:inkMkLst>
        </pc:inkChg>
      </pc:sldChg>
    </pc:docChg>
  </pc:docChgLst>
  <pc:docChgLst>
    <pc:chgData name="Toby Donaldson" userId="2e6e5431-bb17-4c41-9985-d39c50d83c73" providerId="ADAL" clId="{7F9681A8-EEE2-56F4-9B39-ECCBEE0471AC}"/>
    <pc:docChg chg="undo custSel modSld">
      <pc:chgData name="Toby Donaldson" userId="2e6e5431-bb17-4c41-9985-d39c50d83c73" providerId="ADAL" clId="{7F9681A8-EEE2-56F4-9B39-ECCBEE0471AC}" dt="2026-03-04T00:54:22.899" v="325" actId="1076"/>
      <pc:docMkLst>
        <pc:docMk/>
      </pc:docMkLst>
      <pc:sldChg chg="modSp mod">
        <pc:chgData name="Toby Donaldson" userId="2e6e5431-bb17-4c41-9985-d39c50d83c73" providerId="ADAL" clId="{7F9681A8-EEE2-56F4-9B39-ECCBEE0471AC}" dt="2026-03-04T00:29:55.232" v="4" actId="20577"/>
        <pc:sldMkLst>
          <pc:docMk/>
          <pc:sldMk cId="0" sldId="257"/>
        </pc:sldMkLst>
        <pc:spChg chg="mod">
          <ac:chgData name="Toby Donaldson" userId="2e6e5431-bb17-4c41-9985-d39c50d83c73" providerId="ADAL" clId="{7F9681A8-EEE2-56F4-9B39-ECCBEE0471AC}" dt="2026-03-04T00:29:55.232" v="4" actId="20577"/>
          <ac:spMkLst>
            <pc:docMk/>
            <pc:sldMk cId="0" sldId="257"/>
            <ac:spMk id="13" creationId="{00000000-0000-0000-0000-000000000000}"/>
          </ac:spMkLst>
        </pc:spChg>
      </pc:sldChg>
      <pc:sldChg chg="delSp modSp mod">
        <pc:chgData name="Toby Donaldson" userId="2e6e5431-bb17-4c41-9985-d39c50d83c73" providerId="ADAL" clId="{7F9681A8-EEE2-56F4-9B39-ECCBEE0471AC}" dt="2026-03-04T00:32:46.037" v="35" actId="21"/>
        <pc:sldMkLst>
          <pc:docMk/>
          <pc:sldMk cId="0" sldId="258"/>
        </pc:sldMkLst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20.284" v="29" actId="20577"/>
          <ac:spMkLst>
            <pc:docMk/>
            <pc:sldMk cId="0" sldId="258"/>
            <ac:spMk id="3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2:08.155" v="33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2:08.155" v="33" actId="1076"/>
          <ac:spMkLst>
            <pc:docMk/>
            <pc:sldMk cId="0" sldId="258"/>
            <ac:spMk id="34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38:38.513" v="100" actId="21"/>
        <pc:sldMkLst>
          <pc:docMk/>
          <pc:sldMk cId="0" sldId="259"/>
        </pc:sldMkLst>
        <pc:spChg chg="mod">
          <ac:chgData name="Toby Donaldson" userId="2e6e5431-bb17-4c41-9985-d39c50d83c73" providerId="ADAL" clId="{7F9681A8-EEE2-56F4-9B39-ECCBEE0471AC}" dt="2026-03-04T00:34:56.693" v="54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6:57.675" v="66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7:04.389" v="67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7:08.995" v="68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23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4T00:38:38.513" v="100" actId="21"/>
          <ac:spMkLst>
            <pc:docMk/>
            <pc:sldMk cId="0" sldId="259"/>
            <ac:spMk id="2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53.673" v="46" actId="1076"/>
          <ac:spMkLst>
            <pc:docMk/>
            <pc:sldMk cId="0" sldId="259"/>
            <ac:spMk id="29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4T00:38:38.513" v="100" actId="21"/>
          <ac:spMkLst>
            <pc:docMk/>
            <pc:sldMk cId="0" sldId="259"/>
            <ac:spMk id="31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8:33.027" v="97" actId="1076"/>
          <ac:spMkLst>
            <pc:docMk/>
            <pc:sldMk cId="0" sldId="259"/>
            <ac:spMk id="32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4T00:34:25.927" v="52" actId="692"/>
          <ac:spMkLst>
            <pc:docMk/>
            <pc:sldMk cId="0" sldId="259"/>
            <ac:spMk id="33" creationId="{F73F3E6F-E072-B7ED-FCE1-88645F039BD1}"/>
          </ac:spMkLst>
        </pc:spChg>
      </pc:sldChg>
      <pc:sldChg chg="modSp mod">
        <pc:chgData name="Toby Donaldson" userId="2e6e5431-bb17-4c41-9985-d39c50d83c73" providerId="ADAL" clId="{7F9681A8-EEE2-56F4-9B39-ECCBEE0471AC}" dt="2026-03-04T00:40:25.777" v="147" actId="207"/>
        <pc:sldMkLst>
          <pc:docMk/>
          <pc:sldMk cId="0" sldId="261"/>
        </pc:sldMkLst>
        <pc:spChg chg="mod">
          <ac:chgData name="Toby Donaldson" userId="2e6e5431-bb17-4c41-9985-d39c50d83c73" providerId="ADAL" clId="{7F9681A8-EEE2-56F4-9B39-ECCBEE0471AC}" dt="2026-03-04T00:39:16.094" v="101" actId="113"/>
          <ac:spMkLst>
            <pc:docMk/>
            <pc:sldMk cId="0" sldId="261"/>
            <ac:spMk id="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40:25.777" v="147" actId="207"/>
          <ac:spMkLst>
            <pc:docMk/>
            <pc:sldMk cId="0" sldId="261"/>
            <ac:spMk id="14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42:18.723" v="191" actId="11529"/>
        <pc:sldMkLst>
          <pc:docMk/>
          <pc:sldMk cId="0" sldId="262"/>
        </pc:sldMkLst>
        <pc:spChg chg="mod">
          <ac:chgData name="Toby Donaldson" userId="2e6e5431-bb17-4c41-9985-d39c50d83c73" providerId="ADAL" clId="{7F9681A8-EEE2-56F4-9B39-ECCBEE0471AC}" dt="2026-03-04T00:40:52.674" v="153" actId="20577"/>
          <ac:spMkLst>
            <pc:docMk/>
            <pc:sldMk cId="0" sldId="262"/>
            <ac:spMk id="30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4T00:42:09.793" v="190" actId="207"/>
          <ac:spMkLst>
            <pc:docMk/>
            <pc:sldMk cId="0" sldId="262"/>
            <ac:spMk id="32" creationId="{D0D4DA27-881C-22B4-E98C-81A656533524}"/>
          </ac:spMkLst>
        </pc:spChg>
        <pc:cxnChg chg="add">
          <ac:chgData name="Toby Donaldson" userId="2e6e5431-bb17-4c41-9985-d39c50d83c73" providerId="ADAL" clId="{7F9681A8-EEE2-56F4-9B39-ECCBEE0471AC}" dt="2026-03-04T00:42:18.723" v="191" actId="11529"/>
          <ac:cxnSpMkLst>
            <pc:docMk/>
            <pc:sldMk cId="0" sldId="262"/>
            <ac:cxnSpMk id="34" creationId="{BE66B972-4CE8-76D6-B02A-E371ED7C1D67}"/>
          </ac:cxnSpMkLst>
        </pc:cxnChg>
      </pc:sldChg>
      <pc:sldChg chg="modSp mod">
        <pc:chgData name="Toby Donaldson" userId="2e6e5431-bb17-4c41-9985-d39c50d83c73" providerId="ADAL" clId="{7F9681A8-EEE2-56F4-9B39-ECCBEE0471AC}" dt="2026-03-04T00:43:12.856" v="249" actId="20577"/>
        <pc:sldMkLst>
          <pc:docMk/>
          <pc:sldMk cId="0" sldId="263"/>
        </pc:sldMkLst>
        <pc:spChg chg="mod">
          <ac:chgData name="Toby Donaldson" userId="2e6e5431-bb17-4c41-9985-d39c50d83c73" providerId="ADAL" clId="{7F9681A8-EEE2-56F4-9B39-ECCBEE0471AC}" dt="2026-03-04T00:43:12.856" v="249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4T00:44:05.252" v="255" actId="20577"/>
        <pc:sldMkLst>
          <pc:docMk/>
          <pc:sldMk cId="0" sldId="264"/>
        </pc:sldMkLst>
        <pc:spChg chg="mod">
          <ac:chgData name="Toby Donaldson" userId="2e6e5431-bb17-4c41-9985-d39c50d83c73" providerId="ADAL" clId="{7F9681A8-EEE2-56F4-9B39-ECCBEE0471AC}" dt="2026-03-04T00:44:05.252" v="255" actId="20577"/>
          <ac:spMkLst>
            <pc:docMk/>
            <pc:sldMk cId="0" sldId="264"/>
            <ac:spMk id="6" creationId="{00000000-0000-0000-0000-000000000000}"/>
          </ac:spMkLst>
        </pc:spChg>
      </pc:sldChg>
      <pc:sldChg chg="delSp modSp mod">
        <pc:chgData name="Toby Donaldson" userId="2e6e5431-bb17-4c41-9985-d39c50d83c73" providerId="ADAL" clId="{7F9681A8-EEE2-56F4-9B39-ECCBEE0471AC}" dt="2026-03-04T00:46:52.073" v="261" actId="21"/>
        <pc:sldMkLst>
          <pc:docMk/>
          <pc:sldMk cId="0" sldId="266"/>
        </pc:sldMkLst>
        <pc:spChg chg="mod">
          <ac:chgData name="Toby Donaldson" userId="2e6e5431-bb17-4c41-9985-d39c50d83c73" providerId="ADAL" clId="{7F9681A8-EEE2-56F4-9B39-ECCBEE0471AC}" dt="2026-03-04T00:45:53.728" v="256" actId="14100"/>
          <ac:spMkLst>
            <pc:docMk/>
            <pc:sldMk cId="0" sldId="266"/>
            <ac:spMk id="9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4T00:47:43.779" v="287" actId="20577"/>
        <pc:sldMkLst>
          <pc:docMk/>
          <pc:sldMk cId="0" sldId="267"/>
        </pc:sldMkLst>
        <pc:spChg chg="mod">
          <ac:chgData name="Toby Donaldson" userId="2e6e5431-bb17-4c41-9985-d39c50d83c73" providerId="ADAL" clId="{7F9681A8-EEE2-56F4-9B39-ECCBEE0471AC}" dt="2026-03-04T00:47:43.779" v="287" actId="20577"/>
          <ac:spMkLst>
            <pc:docMk/>
            <pc:sldMk cId="0" sldId="267"/>
            <ac:spMk id="11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4T00:49:06.650" v="297" actId="20577"/>
        <pc:sldMkLst>
          <pc:docMk/>
          <pc:sldMk cId="0" sldId="268"/>
        </pc:sldMkLst>
        <pc:spChg chg="mod">
          <ac:chgData name="Toby Donaldson" userId="2e6e5431-bb17-4c41-9985-d39c50d83c73" providerId="ADAL" clId="{7F9681A8-EEE2-56F4-9B39-ECCBEE0471AC}" dt="2026-03-04T00:49:06.650" v="297" actId="20577"/>
          <ac:spMkLst>
            <pc:docMk/>
            <pc:sldMk cId="0" sldId="268"/>
            <ac:spMk id="12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51:35.310" v="315" actId="20577"/>
        <pc:sldMkLst>
          <pc:docMk/>
          <pc:sldMk cId="0" sldId="271"/>
        </pc:sldMkLst>
        <pc:spChg chg="mod">
          <ac:chgData name="Toby Donaldson" userId="2e6e5431-bb17-4c41-9985-d39c50d83c73" providerId="ADAL" clId="{7F9681A8-EEE2-56F4-9B39-ECCBEE0471AC}" dt="2026-03-04T00:50:12.045" v="298" actId="14100"/>
          <ac:spMkLst>
            <pc:docMk/>
            <pc:sldMk cId="0" sldId="271"/>
            <ac:spMk id="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1:11.081" v="306" actId="14100"/>
          <ac:spMkLst>
            <pc:docMk/>
            <pc:sldMk cId="0" sldId="271"/>
            <ac:spMk id="2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1:35.310" v="315" actId="20577"/>
          <ac:spMkLst>
            <pc:docMk/>
            <pc:sldMk cId="0" sldId="271"/>
            <ac:spMk id="29" creationId="{00000000-0000-0000-0000-000000000000}"/>
          </ac:spMkLst>
        </pc:spChg>
        <pc:cxnChg chg="add mod">
          <ac:chgData name="Toby Donaldson" userId="2e6e5431-bb17-4c41-9985-d39c50d83c73" providerId="ADAL" clId="{7F9681A8-EEE2-56F4-9B39-ECCBEE0471AC}" dt="2026-03-04T00:50:34.865" v="301" actId="692"/>
          <ac:cxnSpMkLst>
            <pc:docMk/>
            <pc:sldMk cId="0" sldId="271"/>
            <ac:cxnSpMk id="31" creationId="{F2BA4CA9-415A-ABF8-F1C1-0D2C390F2816}"/>
          </ac:cxnSpMkLst>
        </pc:cxnChg>
        <pc:cxnChg chg="add mod">
          <ac:chgData name="Toby Donaldson" userId="2e6e5431-bb17-4c41-9985-d39c50d83c73" providerId="ADAL" clId="{7F9681A8-EEE2-56F4-9B39-ECCBEE0471AC}" dt="2026-03-04T00:50:44.197" v="304" actId="14100"/>
          <ac:cxnSpMkLst>
            <pc:docMk/>
            <pc:sldMk cId="0" sldId="271"/>
            <ac:cxnSpMk id="32" creationId="{333D02B8-FF75-1E3D-327A-3537DF40CFB1}"/>
          </ac:cxnSpMkLst>
        </pc:cxnChg>
      </pc:sldChg>
      <pc:sldChg chg="modSp mod">
        <pc:chgData name="Toby Donaldson" userId="2e6e5431-bb17-4c41-9985-d39c50d83c73" providerId="ADAL" clId="{7F9681A8-EEE2-56F4-9B39-ECCBEE0471AC}" dt="2026-03-04T00:52:31.119" v="316" actId="20577"/>
        <pc:sldMkLst>
          <pc:docMk/>
          <pc:sldMk cId="0" sldId="273"/>
        </pc:sldMkLst>
        <pc:spChg chg="mod">
          <ac:chgData name="Toby Donaldson" userId="2e6e5431-bb17-4c41-9985-d39c50d83c73" providerId="ADAL" clId="{7F9681A8-EEE2-56F4-9B39-ECCBEE0471AC}" dt="2026-03-04T00:52:31.119" v="316" actId="20577"/>
          <ac:spMkLst>
            <pc:docMk/>
            <pc:sldMk cId="0" sldId="273"/>
            <ac:spMk id="13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54:22.899" v="325" actId="1076"/>
        <pc:sldMkLst>
          <pc:docMk/>
          <pc:sldMk cId="0" sldId="274"/>
        </pc:sldMkLst>
        <pc:spChg chg="mod">
          <ac:chgData name="Toby Donaldson" userId="2e6e5431-bb17-4c41-9985-d39c50d83c73" providerId="ADAL" clId="{7F9681A8-EEE2-56F4-9B39-ECCBEE0471AC}" dt="2026-03-04T00:53:37.643" v="320" actId="1076"/>
          <ac:spMkLst>
            <pc:docMk/>
            <pc:sldMk cId="0" sldId="274"/>
            <ac:spMk id="2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3:11.534" v="317" actId="1076"/>
          <ac:spMkLst>
            <pc:docMk/>
            <pc:sldMk cId="0" sldId="274"/>
            <ac:spMk id="4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3:11.534" v="317" actId="1076"/>
          <ac:spMkLst>
            <pc:docMk/>
            <pc:sldMk cId="0" sldId="274"/>
            <ac:spMk id="43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4T00:54:22.899" v="325" actId="1076"/>
          <ac:spMkLst>
            <pc:docMk/>
            <pc:sldMk cId="0" sldId="274"/>
            <ac:spMk id="44" creationId="{C3CCAE24-A567-F892-5721-CD6FA1EF6F8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32:13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 6324 24575,'15'0'0,"8"0"0,10 0 0,3 0 0,-8 0 0,2 0 0,-4 0 0,1 0 0,2 0 0,2 0 0,2-6 0,0 0 0,-9 4 0,1 1 0,11-4 0,1-2 0,-11-2 0,-1 0 0,6 7 0,-1 0 0,-4-7 0,-2 0 0,4 9 0,4 0 0,0 0 0,-9-5 0,0-1 0,14 3 0,-15-3 0,0 0 0,10 6 0,-12 0 0,0 0 0,0 0 0,1 0 0,-1 0 0,0 0 0,5 0 0,0 0 0,5 0 0,0 0 0,2 0 0,-8 0 0,1 0 0,8 0 0,0 0 0,-8 0 0,-2 0 0,0 0 0,-2 0 0,12 0 0,-5 0 0,-9 0 0,0 0 0,9 0 0,4 0 0,-10 0 0,0 0 0,9 0 0,-6 0 0,0 0 0,-2 0 0,0 0 0,13 0 0,-13 0 0,-1 0 0,10 0 0,-4 0 0,-8 0 0,4 0 0,-21 0 0,9 0 0,-12 0 0,17 0 0,-1 0 0,5 0 0,-9 0 0,-12 0 0</inkml:trace>
  <inkml:trace contextRef="#ctx0" brushRef="#br0" timeOffset="20582">3466 6416 24575,'0'0'0</inkml:trace>
  <inkml:trace contextRef="#ctx0" brushRef="#br0" timeOffset="21563">3466 6416 24575,'0'0'0</inkml:trace>
  <inkml:trace contextRef="#ctx0" brushRef="#br0" timeOffset="23732">3651 6456 24575,'22'0'0,"0"0"0,8 0 0,1 0 0,-3 0 0,1 0 0,1 0 0,-3 0 0,-6 0 0,-9 0 0,-12 0 0,0 0 0</inkml:trace>
  <inkml:trace contextRef="#ctx0" brushRef="#br0" timeOffset="25548">7779 6363 24575,'-22'0'0,"-8"0"0,27 0 0,-20 0 0,2 0 0,5 0 0,-13 0 0,26 0 0,-27 0 0,26 0 0,-25 0 0,26 0 0,-9 0 0</inkml:trace>
  <inkml:trace contextRef="#ctx0" brushRef="#br0" timeOffset="27798">3625 8467 24575,'22'0'0,"0"0"0,2 0 0,0 0 0,6 0 0,1 0 0,-4 0 0,-1 0 0,-6 0 0,-1 0 0,14 0 0,-1 0 0,-10 0 0,2 0 0,0-6 0,0 0 0,3 5 0,-1-1 0,-5-3 0,-2-2 0,13-10 0,-10 14 0,0 1 0,-4-7 0,1 1 0,4 7 0,-1 2 0,11-13 0,-10 11 0,-2-1 0,-2-10 0,3 11 0,-3 2 0,-16-1 0,9 0 0</inkml:trace>
  <inkml:trace contextRef="#ctx0" brushRef="#br0" timeOffset="39815">4723 6416 24575,'15'0'0,"14"0"0,-25 0 0,26 0 0,-16 0 0,1 0 0,15 0 0,-14 0 0,4 0 0,-8 0 0,-12 0 0</inkml:trace>
  <inkml:trace contextRef="#ctx0" brushRef="#br0" timeOffset="42082">6165 6324 24575,'22'0'0,"7"0"0,-26 0 0,9 0 0,-12 0 0,12 0 0,-9 0 0,8 0 0,-11 0 0</inkml:trace>
  <inkml:trace contextRef="#ctx0" brushRef="#br0" timeOffset="71381">16087 5067 24575,'22'0'0,"0"0"0,5 0 0,6 0 0,-3 0 0,6 0 0,3 0 0,0 0 0,-2 0-656,-5 0 1,-2 0-1,1 0 1,1 0 0,2 0 232,-2 0 1,3 0 0,1 0-1,0 0 1,0 0 0,-1 0 0,-1 0 422,2 0 0,-1 0 0,-1 0 0,0 0 0,0 0 0,0 0 0,1 0 0,-1 0 0,0 0 0,0 0-182,-2 0 0,-1 0 0,1 0 1,-1 0-1,1 0 182,2 0 0,0 0 0,0 0 0,0 0 0,1 0 0,0 0 0,1 0 0,0 0 0,0 0 0,0 0 0,1 0 0,1 0 0,-1 0 0,1 0 0,-1 0 0,-1 0 0,0 0 0,0 0 0,0 0 0,-1 0 0,0 0 0,0 0 0,-1 0 0,0 0 0,-1 0 0,0 0 0,0 0 0,-2 0 0,1 0 182,-1 0 0,0 0 1,0 0-1,-2 0-182,3 0 0,-1 0 0,-1 0-73,-3 0 0,0 0 1,-1 0 72,1 0 0,-1 0 0,-1 0 1377,6 0 1,-1 0-1378,2 0 0,0 0 1249,-7 0 0,-1 0-1249,-1 0 0,-1 0 1060,11 0-1060,-19 0 318,16 0-318,-26 0 0,26 0 0,-16 0 0,19 0 0,-5 0 0,-10 0 0,2 0 0,0 0 0,-1 0 0,2 0 0,0 0 0,-1 0 0,-1 0 0,14 0 0,-11 0 0,0 0 0,15 0 0,-10 0 0,3 0 0,1 0 0,3 0-501,-5 0 0,2 0 1,1 0 500,-4 0 0,0 0 0,1 1 0,1-2 0,1-2 0,1 0 0,0 0 0,-1 0 0,-2 2 0,-1 1 0,1-1 0,-2 0-217,9-3 1,-1 0-1,-1 0 217,-6 4 0,-2 1 0,1-2 0,-1-4 0,0-2 0,-1 2 0,10 3 0,-3-1 0,-7-6 0,-2 1 0,9 8 0,-8 0 1451,-21 0-1451,26 0 701,-24 0-701,24 0 0,-14 0 0,0 0 0,14 0 0,-25 0 0,26 0 0,-10 0 0,8 0 0,5 0 0,-1 0 0,-16 0 0,2 0 0,-18 0 0,0 0 0</inkml:trace>
  <inkml:trace contextRef="#ctx0" brushRef="#br0" timeOffset="76415">16153 8057 24575,'26'0'0,"0"0"0,4 0 0,-4 0 0,1 0 0,1 0-488,4 0 1,0 0-1,1 0 488,0 0 0,0 0 0,-1 0 0,-1 0 0,-1 0 0,-1 0 0,-2 0 0,0 0 0,0 0 0,3 0 0,1 0 0,1 0 0,-2 0 0,1 0 0,0 0 158,5 0 1,0 0 0,2 0-159,-4-3 0,1 0 0,0-1 0,0 2 0,-5 1 0,0 1 0,0 0 0,0-2-118,1-4 1,1-3 0,-2 1 0,-1 1 117,-2 6 0,-1 1 0,-1-3 0,1-6 0,0-3 0,0 4 0,9 5 0,-1 3 0,-4-6 0,0 0 0,2 5 0,-2 2 718,1-1-718,-1-8 0,2-2 0,-8 2 0,0 0 0,9-2 0,0 0 0,-3-3 0,1 2 0,1 10 0,0-1 0,-1-13 0,-1 1 0,-6 11 0,0 1 0,8-6 0,-2-1 738,1-3-738,-6 10 0,0 1 0,3-11 0,-4 11 0,1 2 0,-1-1 0,1 0 0,4 0 0,2 0 0,-6 0 0,1 0 0,0 0-277,0 0 0,1 0 0,1 0 277,6 0 0,1 0 0,1 0-422,-6 0 1,-1 1 0,1-1 0,0-1 421,0-1 0,0-1 0,0-1 0,1 1 0,4 2 0,2 1 0,-1 0 0,-1-1 0,3-3 0,-2-1 0,1 2-234,-6 2 1,0 1-1,0 0 1,-2 1 233,3-1 0,-1 1 0,-1-2-99,-3-4 0,0-2 1,0 1 98,-1 4 0,0 2 0,0-2 0,7-7 0,0 0 0,0 8 0,0 2 353,-9-1 1,0 0-354,8 0 0,-2 0 1637,1 0-1637,-9 0 0,0 0 1046,10 0-1046,-4 0 178,-8 0 0,-1 0-178,-3 0 0,13 0 0,-14 0 0,0 0 0,14 0 0,-25 0 0,14-12 0,-18 9 0,0-8 0,12 11 0,-9 0 0,20 0 0,-20 0 0,9 0 0</inkml:trace>
  <inkml:trace contextRef="#ctx0" brushRef="#br0" timeOffset="78915">16047 10200 24575,'31'0'0,"0"0"0,0 0 0,1 0 0,-1 0 0,-1 0 0,2 0 0,0 0 0,0 0 0,0 0 0,1 0 0,1 0 0,1 0 0,0 0 0,0 0 0,0 0 0,1 0-469,-3 0 1,1 0 0,0 0 0,0 0 0,0 0 0,0 0 0,0 0-79,3 0 1,0 0 0,-1 0 0,1 0 0,-1 0 0,0 0 425,-2 0 1,1 0-1,-1 0 1,0 0 0,0 0-1,1 0 10,-1 0 1,0 0 0,1 0 0,-1 0-1,-1 0 1,-1 0 110,1 0 0,-1 0 0,-1 0 0,0 0 0,0 0 173,5 0 1,1 0 0,-2 0 0,-1 0-174,4 0 0,-1 0 0,-2 0 0,-3 0 0,-1 0 0,1 0 0,0 0 0,1 0 0,0 0 0,-2 0 0,0 0 0,0 0 0,-1 0 0,1 0 0,0 0 0,6 0 0,1 0 0,-3 0 0,-8 0 0,-1 0 0,1 0-92,8 0 1,2 0 0,-3 0 91,-2 0 0,-1 0 0,-5 0 0,1 0 0,-2 0 1590,-1 0 1,0 0-1591,7 0 0,0 0 1290,-6 0 1,-1 0-1291,0 0 0,0 0 665,2 0 0,-2 0-665,4 0 426,4 0-426,-10-9 0,0 0 0,15 5 0,-8-5 0,-1 0 0,-7 2 0,0 2 0,-1 4 0,-1-1 0,14-9 0,-19 11 0,16 0 0,-26 0 0,26 0 0,2 0 0,-1 0 0,-1 0 0,2 0 0,-8 0 0,0 0 0,0 0 0,1 0 0,6 0 0,-1 0 0,1 0 0,-6 1 0,0-2 0,3-11 0,-9 10 0,0 1 0,9-11 0,-7 12 0,-9 0 0</inkml:trace>
  <inkml:trace contextRef="#ctx0" brushRef="#br0" timeOffset="82165">16179 12806 24575,'22'0'0,"0"0"0,8 0 0,5 0 0,2 0 0,-8 0 0,2 0 0,1 0 0,2 0 0,1 0-469,-1 0 1,0 0 0,2 0 0,1 0 0,1 0 0,-1 0 0,-1 0-1,-1 0 1,0 0 0,0 0 0,0 0 0,0 0 0,1 0 0,0 0 234,-2 0 1,1 0 0,0 0 0,1 0-1,-1 0 1,0 0 0,-1 0 0,0 0 233,4 0 0,-1 0 0,0 0 0,-1 0 0,1 0 0,0 0-133,0 0 1,1 0 0,-1 0-1,1 0 1,-1 0 0,-1 0 132,2 0 0,0 0 0,-1 0 0,0 0 0,0 0 88,-1 0 0,0 0 0,0 0 1,-1 0-1,-2 0-88,1 0 0,-1 0 0,-2 0 0,0 0-24,6 0 1,-2 0-1,-2 0 24,1 0 0,-4 0 1638,-9 0 0,-2 0-1513,1 0 1,-2 0 2928,10 0-3054,-7 0 2138,2 0-2138,-2 0 125,7 0-125,-3 0 0,0 0 0,6 0 0,0 0 0,-1 0 0,1 0 0,-6 0 0,0 0 0,-1 0 0,-2 0 0,15 0 0,-6 0 0,-1 0 0,1 0 0,-9 0 0,0 0 0,11 0 0,-5 0 0,-9 0 0,0 0 0,9 0 0,-8 0 0,4 0 0,-4 0 0,-1 1 0,2-2 0,-1-5 0,1 0 0,8 5 0,0-1 0,-5-4 0,0 0 0,8 5 0,1 2 0,-2 1 0,-2-4 0,-4-6 0,-1-1 0,1 7 0,0-1 0,2-14 0,6 17 0,-1 0 0,-4 0 0,-9-6 0,0 0 0,1 4 0,0 1 0,0-5 0,1 0 0,4 6 0,2 0 0,-1-5 0,0-2 0,4 6 0,1 0 0,1-5 0,2 0 0,1 0 0,3-1 0,-4 2 0,-4 3 0,-1 0 0,5-4 0,4-1 0,-7 2 0,0 5 0,-9 0 0,0 0 0,10 0 0,-4 0 0,-8 0 0,-2 0 0,-2 0 0,14 0 0,-15-12 0,17 9 0,-4-8 0,-9 10 0,0 2 0,9-1 0,4 0 0,1 0 0,-17 0 0,13 0 0,-26 0 0,9 0 0,0 0 0,-9 0 0,26 0 0,-13 0 0,3 0 0,0 0 0,9 0 0,5 0 0,-19 0 0,16 0 0,-14 0 0,16 0 0,1 0 0,-11 0 0,1 0 0,1-6 0,1 0 0,7 5 0,0-1 0,-1-13 0,-1 1 0,-6 11 0,0 1 0,3-7 0,-4 0 0,-7 9 0,2 0 0</inkml:trace>
  <inkml:trace contextRef="#ctx0" brushRef="#br0" timeOffset="109231">3122 10385 24575,'28'0'0,"0"0"0,3 0 0,1 0 0,-2 0 0,1 0 0,1 0-606,-1 0 0,-1 0 0,1 0 606,2 0 0,0 0 0,0 0 0,-2 0 0,0 0 0,1 0 0,1 0 0,0 1 0,-1-2 0,-4-3 0,-1 0 0,-1 0 293,11 3 1,-2-1-294,-7-4 0,-3 0 301,3 6-301,-10 0 0,-6 0 0,-10 0 0,10 0 0</inkml:trace>
  <inkml:trace contextRef="#ctx0" brushRef="#br0" timeOffset="117432">4220 10358 24575,'28'0'0,"0"0"0,2 0 0,3 0 0,2 0 0,3 0 0,-1 0-744,-4 0 0,-1 0 0,0 0 744,5 0 0,1 0 0,-2 0 0,-8 0 0,-2 0 0,1 0 67,-1 0 0,0 0 0,-1 0-67,2 0 0,-1 0 0,-1 0 0,10 0 0,-1 0 0,3 0 0,-2 0 0,-2 0 0,-1 0 0,-2 0 0,0 0 0,-4 0 0,0 0 0,0 0 0,9 0 0,-1 0 0,-7 0 0,-1 0 0,-1 0 244,0 0 0,-1 0-244,8 0 0,-2 0 0,0 0 0,3 0 1124,-10 0-1124,10 0 419,3 0-419,-13 0 0,0 0 0,9 0 0,1 0 0,-6 0 0,-6 0 0,8 0 0,-12 0 0,15 0 0,0 0 0,-16 0 0,14 0 0,-15 0 0,5 0 0,4 0 0,12 0 0,-13 0 0,0 0 0,9 0 0,-10-8 0,0-1 0,2 6 0,1 1 0,8-6 0,0-1 0,-3 2 0,0 2 0,3 4 0,-1-1 0,-2-10 0,0 1 0,-4 8 0,0 3 0,0 0 0,9-7 0,-1 2 0,-3 4 0,-1 2 0,1-1 0,-1 0 0,-5 0 0,-1 0 0,-1 0 0,2 0 0,11 0 0,2 0 0,-7 0 0,1 0-222,-2 0 0,2 0 0,-1 0 222,-4 0 0,0 1 0,-1-2 0,1-4 0,-1-2 0,-1 1 0,9 4 0,-1 0 0,-3-7 0,0 0 0,2 8 0,0 2 0,-7-1 0,-1 0 0,-1 0 0,0 0 0,9 0 0,-17 0 666,14 0-666,-25 0 0,14 0 0,-6 0 0,-9 0 0,26 0 0,-13 0 0,17 0 0,-1 0 0,-16 0 0,14 0 0,-28 0 0,10 0 0,0 0 0,-9 0 0,9 0 0,-12 0 0,0 0 0,17 0 0,-1 0 0,5 0 0,8 0 0,-24 0 0,24 0 0,-26 18 0,9-14 0,-12 14 0,0-18 0,12 0 0,-9 0 0,8 0 0</inkml:trace>
  <inkml:trace contextRef="#ctx0" brushRef="#br0" timeOffset="128132">16298 12647 24575,'32'0'0,"0"0"0,0 0 0,0 0 0,4 0 0,1 0 0,1 0 0,-2 0 0,-3 0 0,-1 0 0,-1 0 0,2 0 0,1 0-469,-1 0 1,1 0 0,2 0 0,0 0 0,0 0 0,-2 0 0,-2 0-116,3 0 1,-2 0 0,-1 0 0,0 0-1,0 0 584,0 0 0,0 0 0,0 0 0,-1 0 0,0 0 62,6 0 0,-1 0 0,0 0 0,-2 0-62,3 0 0,-1 0 0,0 0 0,1 0 0,0 0 0,-1 0 304,-8 0 1,-1 0 0,-1 0-305,11 0 0,-2 0 0,-8 0 0,-1 0 0,-6 0 0,-1 0 1524,1 0 0,-1 0-1524,9 0 1484,4 0-1484,-10 0 0,0 0 500,9 0-500,-2 0 0,4 0 0,-3 0 0,0 0 0,4 0 0,1 0 0,-9 0 0,0 0 0,0 0 0,8 0 0,-2 0 0,-8 0 0,1 0 0,6-1 0,-1 2 0,-8 7 0,-1 2 0,10-2 0,3 0 0,-4 2 0,0 0 0,3 2 0,0 0 0,-9-1 0,0-1 0,8-3 0,-2 2 0,-14 6 0,-1-1 0,15-12 0,2-1 0,-8 14 0,0-1 0,9-10 0,0-3 0,-2 8 0,-1 0 0,2-8 0,0-2 0,-2 1 0,1 0 0,2 0 0,0 0 0,-9 0 0,0 0 0,7 0 0,0 0 0,-9 0 0,-1 0 0,5 0 0,1 0 0,2 0 0,-1 0 0,9 0 0,-15 0 0,0 0 0,10 0 0,-9 0 0,0 0 0,13 0 0,-5 0 0,0 0 0,-10 0 0,1 0 0,10-9 0,0 0 0,-7 7 0,-1-1 0,4-6 0,1 1 0,-2 7 0,-1 2 0,5-1 0,-2 0 0,-4 0 0,-1 0 0,8 0 0,-2 0 0,1 0 0,-6 0 0,0 0 0,2 0 0,6 0 0,-11 0 0,0 0 0,15 0 0,-9 0 0,1 0 0,-3 0 0,1 0 0,3 0 0,0 0 0,-6 0 0,1 0 0,6 1 0,-1-2 0,-5-5 0,-1 0 0,1 5 0,-2-1 0,10-10 0,-4 12 0,-13 0 0,5 0 0,-9 0 0,-1 0 0,-8 0 0,27 0 0,-26 0 0,26 0 0,-27 0 0,8 0 0,-11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35:02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2646 4630 24575,'15'0'0,"5"0"0,1 0 0,-2 0 0,10 0 0,4 0 0,3 0 0,-13 0 0,0 0 0,9 0 0,-17 0 0,14 0 0,-13 0 0,5 0 0,-9 0 0,-12 0 0,12 0 0,-10 0 0,28 0 0,-26 0 0,14 0 0</inkml:trace>
  <inkml:trace contextRef="#ctx0" brushRef="#br0" timeOffset="13068">20902 3268 24575,'0'26'0,"0"0"0,0 0 0,0 0 0,0 1 0,0 0 0,0 6 0,0 0 0,0 0-584,0-2 0,0 0 1,0 1 583,0 1 0,0 0 0,0-1 0,0-4 0,0-1 0,0-1 283,0 11 0,0-2-283,0-1 0,0-3 145,0-10 0,0 1-145,0 8 0,0 1 0,0-7 0,0 1 0,0 6 0,0 4 0,2-7 0,2 2 0,-1 2 0,0-3 0,-2 2 0,0-2 0,0 2-30,1-1 1,2 1 0,-1 1 0,0-3 29,-3 2 0,0-1 0,0-1 0,-1-2 0,0 0 0,3 0-139,3 0 1,2 0-1,-2 0 139,-3-1 0,-2 0 0,3-1 0,6 6 0,-1-1 0,-7 2 0,-2 0 0,1-6 0,0-3 0,0 11 0,0-17 0,0-17 0</inkml:trace>
  <inkml:trace contextRef="#ctx0" brushRef="#br0" timeOffset="28484">15544 4749 24575,'34'0'0,"-10"0"0,2 0 0,3 0 0,2 0 0,-5 0 0,1 0 0,1 0-350,3 0 0,0 0 1,0 0 349,-4 0 0,0 0 0,0 0 0,-1 0 0,1 0 0,-2 0 171,-1 0 1,0 0-172,2 0 0,-2 0 174,4 0-174,4 0 0,1 0 0,-14 0 0,1 0 266,1 0 0,-1 0-266,8 0 0,2 0 0,-27 0 0,8 0 0,7 0 0,-2 0 0,17 0 0,-11 0 0,0 0 0,9 0 0,-6 0 0,0 0 0,2 0 0,-7 0 0,-1 0 0,-3 0 0,2 0 0,-18 0 0</inkml:trace>
  <inkml:trace contextRef="#ctx0" brushRef="#br0" timeOffset="31333">15584 4974 24575,'26'0'0,"0"0"0,5 0 0,-2 0 0,0 0 0,0 0 0,1 0 0,1 0 0,-2 0 0,5 0 0,-6 0 0,-9 0 0,5 0 0,-1 0 0,-7 0 0,5 0 0,2 0 0,-2 0 0,6 6 0,3 0 0,-10-5 0,0 1 0,11 4 0,0 0 0,-3-6 0,-8 0 0,4 0 0,-21 17 0,26-12 0,-25 12 0,26-17 0,-10 0 0,-3 0 0,12 0 0,-26 0 0,20 0 0,-20 0 0,9 0 0,6 0 0,-2 0 0,4 0 0,-8 0 0,0 0 0,-9 0 0,26 0 0,-24 0 0,12 0 0,-17 0 0</inkml:trace>
  <inkml:trace contextRef="#ctx0" brushRef="#br0" timeOffset="32870">19354 5067 24575,'22'0'0,"8"0"0,2 0 0,-12 0 0,3 0 0,8 0 0,2 0 0,-2 0 0,-1 0 0,-6 0 0,0 0 0,2 0 0,-2 0 0,4 0 0,-3 0 0,0 0 0,6 0 0,1 0 0,-2 0 0,-14 0 0,4 0 0,4 0 0,8-12 0,5 9 0,-9-3 0,1 0 0,-3 6 0,1 0 0,8 0 0,2 0 0,-10 0 0,0 0 0,0 0 0,0 0 0,0 0 0,0 0 0,-1 0 0,0 0 0,0 0 0,8 0 0,-2 0 0,-7 0 0,-2 0 0,1 0 0,-3 0 0,-7 0 0,-2 0 0,-12 0 0</inkml:trace>
  <inkml:trace contextRef="#ctx0" brushRef="#br0" timeOffset="35099">21974 5067 24575,'22'0'0,"0"0"0,6 0 0,4 0 0,-3 0 0,3 0 0,0 0-692,1 0 1,1 0 0,0 0 691,1 0 0,1 0 0,-1 0 0,-2 0 0,-1 0 0,1 0 0,2 0 0,0 0 0,0 0 0,-1 0 0,-1 0 0,1 0 0,1 0 0,1 0 0,-1 0 0,-2 0 0,0 0 0,-1 0 0,0 0 0,-2 0 0,1 0 0,-1 0 0,1 0 0,1 0 0,0 0 0,2 0 0,1 0 0,-3 0 0,3 0 0,-2 0 0,2 0 0,-1 0 0,3 0 0,-2 0 0,-1 0 0,-1 0 0,-3 0 0,1 0 0,2 0 0,0 0 0,0 0 101,-6 0 0,0 0 0,-1 0-101,11 0 0,-2 0 0,-2 0 0,-1 0 0,4 0 0,0 0 0,-2 0 0,1 0 0,-9 0 0,0 0 0,0 0 0,8 0 0,-2 0 214,-7 0 0,-1 0-214,7 0 0,-1 0 0,-8 0 0,-1 0 0,6 0 0,-1 0 524,-5 0 1,-2 0-525,1 0 73,-8 0 1,-12 0-1,0 0 1</inkml:trace>
  <inkml:trace contextRef="#ctx0" brushRef="#br0" timeOffset="49784">13944 7144 24575,'-33'0'0,"5"0"0,4 0 0,-2 0 0,2 0 0,0 0 0,-1 0 0,1 0 0,1 0 0,2 0 0,6 0 0,4 0 0,11 0 0,0 0 0,11 0 0,-8 0 0,21 0 0,-3 0 0,-5 0 0,13 0 0,-14 0 0,17 0 0,-4 0 0,-3 0 0,0 0 0,6 0 0,-6 0 0,0 0 0,3 0 0,4 0 0,0 0 0,-4 0 0,-8 0 0,-1 0 0,9 0 0,4 0 0,-17 0 0,14 0 0,-13 0 0,3 0 0,0 0 0,-2 0 0,12 0 0,-26 0 0,9 0 0,-12 0 0,0 0 0</inkml:trace>
  <inkml:trace contextRef="#ctx0" brushRef="#br0" timeOffset="56216">11364 7236 24575,'30'0'0,"0"0"0,-3 0 0,2 0 0,-3 0 0,4 1 0,-1-2 0,1-2 0,3-2 0,-2 2-621,-3 2 1,-2 1 0,1-2 620,4-7 0,0-3 0,1 3 0,1 7 0,0 2 0,0-2 0,-2-7 0,-1-3 0,1 3 0,0 7 0,0 2 0,0 0 0,-4-4 0,0-1 0,0 2 115,-1 2 0,1 2 1,-2-1-116,6-6 0,-2 0 184,-2 5 0,-1-1-184,-6-4 0,0 0 0,-1 6 0,0 0 0,9 0 235,-8 0 1,-8 0 0,-12 0 0</inkml:trace>
  <inkml:trace contextRef="#ctx0" brushRef="#br0" timeOffset="58017">9102 7303 24575,'22'0'0,"0"0"0,7 0 0,2 0 0,3-1 0,1 2-314,-5-2 0,0 1 1,0 1 313,5-2 0,-1 2 154,-4-2 1,0 2-155,2-1 0,-2 0 156,1 0-156,0 0 0,-1 0 0,1 0 0,2 0 476,-4 0-476,-13 0 0,5 0 0,2 0 0,10 0 0,-14 0 0,10 0 0,-29 0 0</inkml:trace>
  <inkml:trace contextRef="#ctx0" brushRef="#br0" timeOffset="60733">2394 7144 24575,'31'0'0,"-1"0"0,-5 0 0,1 0 0,-1 0 0,7 0 0,-1 0 0,-5 0 0,0 0 0,0 0-344,0 0 1,0 0 0,0 0 343,1 0 0,0 0 0,0 0 0,0 0 0,0 0 0,0 0 0,3 0 0,1 0 0,-2 0 0,0 0 0,-1 0 168,2 0 1,-3 0-169,6 0 171,-19 0-171,-2 0 0,-12 0 0,0 0 0,0 0 0</inkml:trace>
  <inkml:trace contextRef="#ctx0" brushRef="#br0" timeOffset="68734">19447 6099 24575,'22'0'0,"7"0"0,-14 0 0,0 0 0,-4 0 0,7 0 0,-2 0 0,8 0 0,2 0 0,5 0 0,-1 0 0,2 0 0,-8 0 0,0 0 0,8 0 0,3 0 0,-10 0 0,2 0 0,-2 0 0,11 0 0,-2 0 0,-4 0 0,0 0 0,-7 0 0,-2 0 0,11 0 0,-13 0 0,2 0 0,5 0 0,1 0 0,-2 0 0,-2 0 0,11 0 0,-4 0 0,-28 0 0,10 0 0,0 0 0,-9 0 0,26 0 0,-13 0 0,17 0 0,-1 0 0,-16 0 0,2 0 0</inkml:trace>
  <inkml:trace contextRef="#ctx0" brushRef="#br0" timeOffset="70983">13626 5980 24575,'23'0'0,"0"0"0,3 0 0,1 0 0,2 0 0,2 0 0,2 0 0,0 0 0,-8 0 0,-2 0 0,0 0 0,-1 0 0,10 0 0,-4 0 0,4 0 0,0 0 0,-15 0 0,0 0 0,-17 0 0,0 0 0,30 0 0,-3 0 0,6 0 0,-7-3 0,2 0 0,1-1 0,1 2-472,2 1 0,0 1 0,1 0 1,-1-2 471,1-4 0,-1-3 0,0 1 0,-2 1 0,2 5 0,-1 2 0,-1-2 0,4-7 0,-4 0 0,-9 9 0,-2 0 0,1 0 0,-2 0 0,-2 0 0,2 0 0</inkml:trace>
  <inkml:trace contextRef="#ctx0" brushRef="#br0" timeOffset="74683">9128 6046 24575,'30'0'0,"0"0"0,0 0 0,-3 0 0,1 0 0,1 0 0,0 0 0,3 0 0,0 0 0,1 0 0,-1 0-339,1 0 0,-1 0 0,0 0 0,-2 0 339,-2 0 0,-1 0 0,-1 0 221,8-2 0,-7 4-221,-11 9 224,2-8-224,-36 9 0,-15-12 0,9 0 0,-1 0 345,-7 0 0,-1 0-345,12 0 0,0 0 0,-10 0 0,0 0 0,-6 0 0,1 0 0,-3 0 0,11 0 0,-1 0 0,0 0 0,-2 0 0,1 0 0,-2 0 0,1 0 0,7 0 0,1 0 0,-3 0 0,11 0 0,28 0 0,-14 0 0,20 0 0,12 0 0,0 0 0,1 0 0,-9 0 0,-2 0 0,-5 0 0,14 0 0,-27 0 0,26 0 0,-25 0 0,14 0 0</inkml:trace>
  <inkml:trace contextRef="#ctx0" brushRef="#br0" timeOffset="78086">2580 7170 24575,'22'0'0,"0"0"0,7 0 0,2 0 0,3 0 0,1 0 0,-1 0 0,-2 0 0,-8 0 0,-2 0 0,10 0 0,1 0 0,-6 0 0,6 0 0,-19 0 0,16 0 0,-26 0 0,14 0 0</inkml:trace>
  <inkml:trace contextRef="#ctx0" brushRef="#br0" timeOffset="88766">12091 10292 24575,'30'0'0,"-1"0"0,0 0 0,1 0 0,1 0 0,1 0 0,0 0 0,1 0-530,-5 0 1,0 0-1,1 0 1,-1 0 529,7 0 0,0 0 0,-1 0 0,3 0 0,-1 0 0,2 0-439,-7 0 0,0 0 1,1 0-1,0 0 439,0 1 0,0-1 0,1 0 0,-1-1 0,4-1 0,1-1 0,-1-1 0,-2 2 0,3 0 0,-1 2 0,0-1 144,1-3 1,1-1-1,-3 2-144,-8 3 0,-1 0 0,2 0 0,1-4 0,1-1 0,1 0 0,-2 1 0,1 2 0,-1 2 0,0-2 0,8-4 0,1-1 0,-3 2 0,3 4 0,-4 2 0,-7-1 0,-1 0 0,3 0 0,0 0 478,-5 0 0,0 0-478,8 0 0,1 0 972,-3 0 1,0 0-973,4 0 0,-2 0 269,-7 0 1,-1 0-270,8 0 0,-2 0 0,0 0 0,-4 0 0,-2 0 0,-7 0 0,12 0 0,-14 0 0,17 0 0,-12 0 0,0 0 0,0 0 0,1 0 0,8 0 0,-1 0 0,9 0 0,-7 0 0,2 0 0,-3 0 0,2 0-470,-2 0 0,2 0 1,2 0 469,-6 0 0,1 0 0,1 0 0,0 0 0,1 0 0,0 0 0,1 0 0,-2 0 0,6 0 0,-1 0 0,-1 0 0,-2 0 0,1 0 0,-6 0 0,11 0 0,-14 0 0,-5 0 0,-15 0 0,-3 0 0,-3 0 1409,-9 0-1409,12 0 0,0 0 0,0 0 0</inkml:trace>
  <inkml:trace contextRef="#ctx0" brushRef="#br0" timeOffset="92817">15703 10200 24575,'26'0'0,"0"0"0,0 0 0,1 0 0,-1 0 0,2 0 0,2 0 0,1 0 0,0 0-758,6 0 1,0 0-1,0 0 758,-5 0 0,0 0 0,1 0 0,3 0 0,1 0 0,0 0 0,0 0 0,-1 0 0,1 0 0,-1 0 0,0 0 0,1 0 0,-5 0 0,0 0 0,1 0 0,1 0-490,0 0 0,0 0 1,1 0-1,0 0 490,1 0 0,1 0 0,0 0 0,0 0 0,-7-1 0,1 1 0,0 0 0,-1 0 0,1 1 0,6 1 0,-1 1 0,0 1 0,0-2 0,-2 0 0,-1-2 0,0 0 0,0 1-49,-3 2 1,0 0 0,-1 1-1,1-2 49,-1-1 0,1-1 0,-1-1 0,0 1 0,6 0 0,-2 0 0,1 0-260,0-1 1,1 1-1,0 1 260,-1 4 0,-1 2 0,-2-1 0,-5-4 0,-1-2 0,1 2 0,5 4 0,2 1 0,-3-2 403,2-5 0,-1 0-403,-5 3 0,0 2 0,0-1 0,8-3 0,-2 1 978,-1 3 0,-1 1-978,-4 1 0,0-2 652,4-4 1,-2 1-653,-10 4 0,1 0 493,4-5 0,-2-2-493,-7 1 152,16 17-152,-26-12 0,14 12 0,-18-17 0</inkml:trace>
  <inkml:trace contextRef="#ctx0" brushRef="#br0" timeOffset="105681">2831 10610 24575,'0'0'0</inkml:trace>
  <inkml:trace contextRef="#ctx0" brushRef="#br0" timeOffset="107583">2712 10200 24575,'22'0'0,"0"0"0,1 0 0,3 0 0,-2 0 0,3 0 0,-1 0-433,1 0 1,0 0 0,0 0 432,4 0 0,0 0 0,0 0 0,-4 0 0,0 0 0,0 0 211,9 0 1,0 0-212,-3 0 0,-2 0 0,0 0 0,-1 0 107,-6 0 1,0 0-108,7 0 0,0 0 0,-6 0 0,-1 0 0,-1 0 0,2 0 329,6 0 1,0 0-330,-7 0 0,0 0 0,1 0 0,3 0 0,-3 0 0,1 0 0,0 0 0,11 0 0,-1 0 0,-5 0 0,-6-9 0,0 0 0,3 5 0,-8-14 0,10 18 0,-26 0 0,26 0 0,-16 0 0,19 0 0,-14 0 0,1 0 0,0 0 0,2 0 0,6 0 0,1 0 0,8 0 0,-6 0 0,-1 0 0,1 0 0,-9 0 0,0 0 0,11 0 0,-17 0 0,1 0 0,-5 0 0,21 0 0,-3 0 0,-4 0 0,-2 0 0,4 0 0,5 0 0,-1 0 0,-16 0 0,2 0 0</inkml:trace>
  <inkml:trace contextRef="#ctx0" brushRef="#br0" timeOffset="110784">8599 10067 24575,'22'0'0,"0"0"0,-1 0 0,1 0 0,9 0 0,2 0 0,3 0 0,0 0 0,-1 0 0,-1 0 0,-3 0 0,-1 0 0,-4 0 0,-2 0 0,4 0 0,-8 0 0,10 0 0,-14 0 0,16 0 0,0 0 0,-4 0 0,-7 0 0,2 0 0,-20 0 0,27 0 0,-26 0 0,26 0 0,-27 0 0,26 0 0,-25 0 0,14 18 0,-18-14 0,12 14 0,-9-18 0,15 0 0,5 0 0,-4 0 0,5 0 0,2 0 0,-6 0 0,0 0 0,1 0 0,-1 0 0,8 0 0,1 0 0,-26 0 0,9 0 0,-12 0 0,0 0 0,12 0 0,8 0 0,8 12 0,-8-11 0,-2 1 0,-2 10 0,14-12 0,-27 0 0,9 0 0,-12 0 0</inkml:trace>
  <inkml:trace contextRef="#ctx0" brushRef="#br0" timeOffset="113750">10517 10067 24575,'15'0'0,"8"0"0,1 0 0,2 0 0,-3 0 0,1 0 0,12 0 0,-1 0 0,-8 0 0,-3 0 0,-3 0 0,0 0 0,-2 0 0,1 0 0,6 0 0,-2 0 0,-5 0 0,4 0 0,-4 0 0,-17 0 0,28 0 0,-26 0 0,26 0 0,-27 0 0,8 18 0,-11-14 0,0 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37:19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5569 7990 24575,'15'0'0,"4"0"0,3 0 0,1 0 0,3 0 0,4 0 0,4 0 0,0 0-891,-2 0 1,0 0 0,1 0 890,-2 0 0,2 0 0,0 0 0,-2 0 0,3 0 0,-2 0 0,-1 0-13,0 0 0,0 0 1,0 0 12,1 0 0,0 0 0,-2 0 171,-1 0 1,1 0-172,0 0 0,3 0 0,-2 0 0,0 0 0,1 0 0,-3 0 0,1 0 0,1 0 0,1 0 0,1 0 0,0 0-281,-1 0 1,0 0 0,1 0 280,4 0 0,0 0 0,-1 0 0,-4 0 0,-2 0 0,1 0 0,0 0 0,1 0 0,-2 0 625,5 0 0,-1 0-625,-5 0 0,-1 0 344,-1 0 1,-4 0-345,-4 0 158,2 0 0,-1 0-158,1 0 952,-5 0-952,13 0 0,-26 0 0,9 0 0,-12 0 0,12 0 0,-9 0 0,9 0 0</inkml:trace>
  <inkml:trace contextRef="#ctx0" brushRef="#br0" timeOffset="3835">4154 4723 24575,'24'0'0,"0"0"0,2 0 0,-2 0 0,-3 0 0,-2 0 0,5 0 0,-3 0 0,-1 0 0,-4 0 0,16 0 0,1 0 0,-5 0 0,-8 0 0,10 0 0,-26 0 0,25 0 0,-14 0 0,17 0 0,-15 0 0,12 0 0,-26 0 0,9 0 0</inkml:trace>
  <inkml:trace contextRef="#ctx0" brushRef="#br0" timeOffset="6450">10319 4683 24575,'34'0'0,"-10"0"0,2 0 0,3 0 0,2 0 0,-5 0 0,1 0 0,1 0-291,2 0 0,2 0 1,-2 0 290,-2 0 0,-1 0 0,-1 0 143,5 0 0,-2 0-143,-2 0 0,-4 0 145,-6 0-145,12 0 0,-26 0 0,9 0 441,5 0-441,-12 0 0,12 0 0,-5 0 0,-9 0 0,9 0 0,-12 0 0,0 0 0,0 0 0</inkml:trace>
  <inkml:trace contextRef="#ctx0" brushRef="#br0" timeOffset="18701">6257 7898 24575,'22'0'0,"1"0"0,1 0 0,7 0 0,-7 0 0,3 0 0,-1 0 0,5 0 0,1 0 0,-6 0 0,0 0 0,0 0 0,7 0 0,0 0 0,0 0 0,0 0 0,-3 0 0,0 0 0,3 0 0,-1 0 0,-2 0 0,0 0 0,3 0 0,1 0 0,-4 0 0,0 0 0,-3 0 0,-1 0 0,-5 0 0,-3 0 0,3 0 0,-9 0 0,-12 0 0</inkml:trace>
  <inkml:trace contextRef="#ctx0" brushRef="#br0" timeOffset="31901">5001 3149 24575,'33'0'0,"0"0"0,-11 0 0,0 0 0,15 0 0,-10 0 0,3 0 0,2 0 0,1 0 0,-2 0 0,1 0 0,-6 0 0,1 0 0,-2 0 0,0 0 0,-2 0 0,4 0 0,-4 0 0,-7 0 0,14 0 0,-16 0 0,1 0 0,4-1 0,3 2 0,10 4 0,2 1 0,3-5 0,0 1-156,-7 7 0,0 3 0,0-3 156,-4-7 0,-1-2 0,0 2 0,7 7 0,-1 0 0,-5-8 0,0-2 0,0 1 0,8 0 0,-2 0 0,-1 0 0,-1 0 0,-3 0 0,-1 0 0,-6 0 0,-1 0 0,1 0 0,-2 0 0,-1 0 0,12 0 468,-14 11-468,-1-8 0,16 9 0,-14-12 0,8 0 0,2 0 0,5 0 0,-7 0 0,2 0 0,-6 0 0,-1 0 0,7 6 0,1 0 0,3-5 0,1 1 0,2 12 0,0 1 0,-3-13 0,0 1 0,3 12 0,-1-1 0,-8-12 0,0-1 0,0 5 0,-2 0 0,-2-6 0,4 0 0,-4 0 0,-3 0 0,12 0 0,-26 0 0,9 0 0,0 0 0,8-12 0,8 9 0,-9-3 0,0 0 0,9 6 0,5-17 0,-1 12 0,-4-12 0,-8 17 0,4 0 0,-4 0 0,8 17 0,-9-15 0,1 1 0,8 14 0,4-17 0,0 0 0,-16 0 0,2 0 0,-18 0 0,0 0 0</inkml:trace>
  <inkml:trace contextRef="#ctx0" brushRef="#br0" timeOffset="40468">9287 2963 24575,'30'0'0,"0"0"0,-3 0 0,1 0 0,-1 0 0,-1 0 0,-1 0 0,1 0-526,6 0 1,1 0-1,0 0 526,-2 0 0,0 0 0,0 0 0,0 0 0,0 0 0,0 0 0,0 0 0,0 0 0,-1 0 0,-2 0 0,-2 0 0,1 0 170,0 0 1,-1 0 0,-1 0-171,0 0 0,-2 0 130,9 0 1,-2 0-131,1 0 0,-6 0 0,0 0 0,3 0 804,-7 0-804,2 0 0,-20 0 0,26 0 0,-24 0 0,24 0 0,-8 0 0,7 0 0,-8 0 0,4 0 0,-21 0 0,26 0 0,-24 12 0,12-9 0,-17 9 0</inkml:trace>
  <inkml:trace contextRef="#ctx0" brushRef="#br0" timeOffset="43286">13692 3082 24575,'15'0'0,"14"0"0,-1 0 0,-3 0 0,3 0 0,2 0 0,0 0 0,3 0 0,1 0 0,-4 0 0,0 0 0,2 0 0,0 0 0,-1 0 0,-1 0 0,3 0 0,0 0 0,1 0 0,-2 0 0,-8 0 0,1 0 0,6 0 0,-1 0 0,1 0 0,-1 0 0,2 0 0,-2 0 0,0 0 0,-4 0 0,0 0 0,6 2 0,-3-4 0,-1-9 0,5 8 0,-1-9 0,-10 11 0,2 2 0,12-1 0,-14 0 0,0 0 0,11 0 0,-5 0 0,-4 0 0,2 0 0,4 0 0,-4 0 0,-2 0 0,-7 0 0,12 0 0,-26 0 0,20 0 0,-20 0 0,9 0 0,6 0 0,-2 0 0,2 0 0,2 0 0,0 0 0,0 0 0,1 0 0,-1 0 0,8 0 0,1 0 0,-26 0 0,-3 0 0,-20 0 0,4 0 0,-2 0 0</inkml:trace>
  <inkml:trace contextRef="#ctx0" brushRef="#br0" timeOffset="48934">14949 5159 24575,'15'0'0,"4"0"0,3 0 0,1 0 0,2 0 0,9 0 0,1 0 0,-9 0 0,1 0 0,-2 0 0,9 0 0,-2 0 0,-7 0 0,-1 0 0,8 0 0,-2 0 0,1 0 0,-6 0 0,0 0 0,2 0 0,6 0 0,-1 0 0,-16 0 0,14 0 0,-27 0 0,8 0 0</inkml:trace>
  <inkml:trace contextRef="#ctx0" brushRef="#br0" timeOffset="52734">14764 6707 24575,'32'0'0,"-13"0"0,2 0 0,4 0 0,3 0 0,7 0 0,2 0-571,-11 0 0,1 0 1,1 0 570,4 0 0,1 0 0,0 0 0,-2 0 0,1 0 0,-1 0 0,2 0 0,0 0 0,0 0 0,-5 0 0,-1 0 0,-2 0 277,6 0 0,-1 0-277,2 0 0,-3 0 283,2 0-283,-1 0 0,2 0 0,-7 0 0,-1 0 0,0 0 0,0 0 437,-2 0 1,0 0-438,1 0 0,-2 0 0,10 0 0,-6 0 0,0 0 0,-2 0 0,0 0 0,0 0 0,2 0 0,7 0 0,1 0 0,3 0 0,0 0 0,-2 0 0,1 0 0,-9 0 0,0 0 0,0 0 0,7 0 0,0 0 0,-3 0 0,0 0 0,3 0 0,-1 0 0,-1 0 0,-2 0 0,-4 0 0,-1 0 0,2 0 0,-2 0 0,4 0 0,-8 0 0,4 0 0,-4 0 0,8 0 0,5 0 0,-1 12 0,-9-11 0,-1 1 0,-3 4 0,-1 0 0,13-5 0,0-2 0,0 1 0,-6 0 0,0 0 0,3 0 0,4 0 0,-10 0 0,0 0 0,2 0 0,1 0 0,-1 0 0,0 0 0,8 0 0,-2 0 0,1 0 0,0 0 0,0 0 0,-1 0 0,-4 5 0,-2 1 0,4-3 0,-9 3 0,1 0 0,7-6 0,6 0 0,-1 0 0,-16 0 0,14 0 0,-16 0 0,19 0 0,-5 0 0,-8 0 0,10 0 0,-14 0 0,4 0 0,-8 0 0,-12 0 0,0 0 0,0 0 0</inkml:trace>
  <inkml:trace contextRef="#ctx0" brushRef="#br0" timeOffset="59501">14473 8189 24575,'34'0'0,"-16"0"0,2 0 0,8 0 0,1 0 0,-4 0 0,2 0 0,3 0 0,3 0 0,-2 0 0,-2 0 0,0 0 0,-1 0 0,1 0 0,-3 0 0,-4 1 0,-2-2 0,6-8 0,-2 0 0,4 5 0,-3-5 0,0 0 0,6 9 0,-6 0 0,0 0 0,3 0 0,-9 0 0,0 0 0,9 0 0,-7 0 0,2 0 0,-2 0 0,-5 0 0,13 0 0,-14 0 0,0 0 0,14-12 0,5 9 0,-16-3 0,1 1 0,3 4 0,0 2 0,10-1 0,-4 0 0,4 0 0,-17 0 0,-3 0 0,-12 0 0</inkml:trace>
  <inkml:trace contextRef="#ctx0" brushRef="#br0" timeOffset="78967">14764 9287 24575,'22'0'0,"0"0"0,9 0 0,0 0 0,-1 0 0,1 0 0,-6 0 0,0 0 0,3 0 0,-9 0 0,0 0 0,1 0 0,0 0 0,0 0 0,1 0 0,8 0 0,0 0 0,7 0 0,-4 0 0,-2 0 0,1 0 0,-8 0 0,-2 0 0,-6 0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1:51.1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15015 4405 24575,'32'0'0,"-4"0"0,-3 0 0,0 0 0,6 0 0,0 0 0,0 0 0,0 0 0,-6 0 0,0 0 0,3 0 0,-3 0 0,0 0 0,6 0 0,-6 0 0,0 0 0,2 0 0,6 0 0,-1 0 0,-16 0 0,14 0 0,-27 0 0,20 0 0,-2 0 0,7 0 0,-8 0 0,10 0 0,-26 0 0,25 0 0,-26 0 0,9 0 0,0 0 0,-9 0 0,9 0 0,-12 0 0,17 0 0,-12 0 0,24 0 0,-14 0 0,-1 0 0,16 0 0,4 0 0,2 0 0,-13 0 0,-1 0 0,10 0 0,-10 0 0,1 0 0,14 0 0,-15 0 0,0 0 0,11 0 0,-5 0 0,4 0 0,0 0 0,-16 0 0,14 0 0,-10 0 0,8 0 0,-7 0 0,2 0 0,-2 0 0,-5 0 0,14 0 0,-16 0 0,7 0 0,2 0 0,14 0 0,-14 0 0,0 0 0,9 0 0,0 0 0,-16 0 0,14 0 0,-27 0 0,20 0 0,-20 0 0,27 0 0,-26 0 0,14 0 0,-18 0 0,11 0 0,-8 0 0,27 0 0,-26 0 0,26 0 0,-16 0 0,1 0 0,14 0 0,-24 0 0,24 0 0,-26 0 0,9 0 0,-12 0 0,0 0 0,-12 0 0,9 0 0,-9 0 0,12 0 0,0 0 0</inkml:trace>
  <inkml:trace contextRef="#ctx0" brushRef="#br0" timeOffset="18084">1601 6046 24575,'22'0'0,"-3"0"0,3 0 0,9 0 0,3 0-739,-9 0 0,1 0 1,2 0 738,2 0 0,3 1 0,0-1 0,-1-1 0,5-4 0,-1-2 0,0 1 0,-2 5 0,0 1 0,-1-3 236,-2-6 1,0-3 0,-3 3-237,-3 7 0,-2 1 183,-1-5 0,0 1-183,0 4 0,0 2 0,2-1 0,1 0 0,8 0 0,0 0 0,-3 0 0,0 0 570,3 0 0,-1 0-570,-2 0 0,0 0 0,3-6 0,0 0 0,-7 4 0,1 2 0,-2-1 0,10-5 0,-1 0 0,3 5 0,-2 2 0,-1 0 0,-3-2 0,-6-7 0,-1-2 0,-1 9 0,-1-2 0,11-15 0,-1 18 0,-4 0 0,4 0 0,0 0 0,-4 0 0,-3 0 0,0 0 0,6 0 0,-6 0 0,0 0 0,3 0 0,5 0 0,-1-11 0,-4 8 0,-9-3 0,0 0 0,9 6 0,4 0 0,1 0 0,-5 0 0,-9 0 0,0 0 0,9 0 0,4 0 0,0 0 0,-15 0 0,12 0 0,-26 0 0,9 0 0,-12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3:32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1323 7964 24575,'28'0'0,"0"0"0,5 0 0,3 0 0,-6 0 0,2 0 0,0 0-556,1 0 1,0 0 0,-1 0 555,0 0 0,-1 0 0,-1 0 0,-3 1 0,0-1 0,0-1 0,3-4 0,0-2 0,0 1 0,-4 4 0,1 2 0,0-2 0,9-4 0,2-1 0,-1 2 0,-5 4 0,0 2 0,1-1 0,3 1 0,2-1 0,-2-1 0,-4-2 0,-2-2 0,0 2 0,-2 1 0,-1 2 0,-1-1 0,10-5 0,0 0 0,-1 1 0,2 1 0,-3 1 0,2 2 0,-1-1 0,-4-2 0,3 0 0,-4 0 270,1 5 0,-4-2-270,-7-7 0,1-1 0,4 6 0,1 1 0,9-6 0,1-1-165,-12 4 1,2 1 0,0 1 164,9 2 0,3 1 0,-1-2-300,-8-3 0,-1-2 0,0 0 0,1 2 300,7 4 0,0 2 0,0-3 0,-8-5 0,0-1 0,0-1 0,-1 3 0,4 4 0,0 2 0,-1-2 76,-2-7 1,-2-3 0,1 3-77,3 7 0,0 2 0,0-1 0,-3-2 0,0-2 0,0 2 0,-1 2 0,1 1 0,0 1 0,7-1 0,0 1 0,0-2 0,-4-4 0,-1-2 0,2 1 0,3 4 0,2 1 0,-1 0-349,-2-5 1,0-1-1,0 2 349,1 4 0,1 1 0,0 1 0,-7-1 0,0 0 0,1 0 0,-1 0 0,2 0 0,0 0 0,0 0 0,1 0 0,1 0 0,1 0 0,0 0 0,0 0 0,-3 0 0,0 0 0,0 0 0,0 0 0,0 0 0,0 0 0,0 0 0,-1 0 0,1 0 0,0 0 0,-1 0 0,0 0 0,5 0 0,0 0 0,-1 0 0,-1 0 0,-2 0 0,1 0 124,-1 0 1,1 0 0,-2 0-125,6 0 0,-1 0 585,-4 0 0,0 0-585,-4 0 0,-2 0 550,4 0-550,4 0 1176,1 0-1176,-6 0 182,-7-1 1,-1 2-183,9 17 0,4-14 0,-11 11 0,2-1 0,1-11 0,1-3 0,7 5 0,2 2 0,-4 2 0,0 0 0,3-7 0,-1 0 0,-10 7 0,-2 0 0,13-9 0,-4 0 0,-25 0-820,-4 0 1,-4 0 0,-14 0 0</inkml:trace>
  <inkml:trace contextRef="#ctx0" brushRef="#br0" timeOffset="4616">1191 9446 24575,'33'0'0,"-3"0"0,2 0 0,-1 0 0,1 0-910,3 0 1,3 0 0,0 0 909,-2 0 0,-1 0 0,2 0 0,-5 0 0,1 0 0,0 0 0,0 0-457,1 0 1,1 0 0,-1 0-1,1 0 457,2 0 0,-1 0 0,1 0 0,0 0 0,-5 0 0,-1 0 0,1 1 0,0-1 0,0-1 0,0-2 0,0-1 0,1 0 0,-2 0 0,0 1 0,2 1 0,-1 2 0,0-1 0,0 0 76,2-3 0,1-2 1,-1 1-1,-3 2-76,-2 2 0,-2 2 0,1-1 0,5-3 0,1-2 0,0 1 0,-1 3 0,0 1 0,0-2 0,-1-1 0,0-2 0,1 1 0,-4 4 0,2 0 0,0 0 0,0 0-284,-3 1 0,0-1 0,0 0 1,1-1 283,1-1 0,0-1 0,0-1 0,0 2 0,3 1 0,0 0 0,0 1 0,-1-1 0,-1-1 0,-1-1 0,0 0 0,0-1 0,0 0 0,0-1 0,0 0 0,-1 1 0,7 3 0,-1 1 0,0-3 125,-2-6 1,0-3-1,-1 4-125,-1 6 0,1 3 0,-2-3 0,-3-7 0,0-3 0,0 3 920,9 7 0,0 0-920,-4-7 0,0 0 0,4 9 0,0 0 104,-9-3 1,0-2 0,0 1-105,0 3 0,0 1 0,0-2 0,-1-1 0,1-1 0,-2 0 0,9-3 0,-2 2 662,-2 4 1,0-1-663,3-3 0,-1-2 0,-2-2 0,0 1 0,3 5 0,0 1 0,-7-3 0,0-2 0,0 2 0,1 3 0,0 3 0,0 0 0,0-1 0,0 0 0,0 0 0,-1 0 0,1 0 0,-2 0 0,5 0 0,0 0 454,3 0 1,-1 0-455,-11 0 0,0 0 47,11 0 0,-2 0-47,7 0 263,-9 0 0,1 0-263,-2 0 0,-1 0 0,-4 0 0,-1 0 0,4 0 0,0 0 0,-2 0 0,-1 0 0,15 0 0,-7-2 0,2 4 0,-3 6 0,2 1-351,-5-7 0,1-2 0,1 3 351,-1 2 0,0 4 0,2-1 0,-2-1 0,6-2 0,-1-1 0,0 2 0,-4 1 0,0 1 0,-1 1 0,0-1 0,5 2 0,-2-1 0,1 0 0,0-1 0,0-1 0,0-1-33,-4-2 1,1-1-1,-2 1 33,5 6 0,-2-2 0,-3-7 0,-2 2 0,-4 12 0,-1 0 0,2-13 0,0-1 0,-1 4 0,-1 1 523,1 1 1,-1-2-524,8-2 52,-2 12 0,0 0-52,6-11 0,-9 4 0,0 2 0,11 1 0,-11-9 0,1-1 0,-4 5 0,-1 0 0,4-5 0,0-2 0,1 0 0,-2 2 0,10 11 0,-5-11 0,-2 1 0,-8 10 0,14-24 0,-27 9 0,8-9 0,-11 12 0</inkml:trace>
  <inkml:trace contextRef="#ctx0" brushRef="#br0" timeOffset="14198">1072 11073 24575,'27'0'0,"1"0"0,-2 0 0,1 0 0,1 0 0,7 0 0,1 0 0,2 0-656,-8 0 1,2 0-1,1 0 1,0 0 0,-1 0 130,-1 0 1,-1 0 0,1 0 0,1 0 0,2 0 524,0 0 0,2 0 0,3 0 0,0 0 0,0 0 0,-1 0 0,-2 0 0,-1 0 0,-1 0 0,-1 0 0,0 0 0,0 0 0,2 0 0,-1 0 0,1 0 0,1 0 0,0 0 0,0 0 0,-2 0 0,-1 0 0,3 0 0,-1 0 0,-2 0 0,0 0 0,1 0 0,-2 0 0,0 0 0,0 0 0,-1 0 0,0 0-9,7 0 1,-1 0-1,-1 0 1,0 0 8,-3 0 0,-1 0 0,-1 0 0,0 0 0,7 0 0,-1 0 0,-2 0 254,-7 0 1,-2 0 0,1 0-255,2 0 0,2 0 0,-2 0 0,-1 0 0,-2 0 0,1 0 0,4 0 0,0 0 0,0 0 0,-4 0 0,0 0 0,0 0 0,2 0 0,1 1 0,0-2 0,3-3 0,0 0 0,0 0 0,2 3 0,0 0 0,4 0 0,-10 0 0,3-1 0,2 0 0,0 0 0,0-1 0,-2 1 0,3 0 0,-1-1 0,-1 1 0,2-1 0,0 2-391,0 0 1,1 0 0,1 1 0,-1 0-1,1 0 1,-2-1 390,-2-1 0,-2 0 0,1 0 0,-1-1 0,0 1 0,-1 1 0,3 0 0,0 1 0,-1 0 0,0 1 0,0-1 91,2 0 0,0 0 1,1 0-1,-1 0 1,0 0-92,-2 0 0,0 0 0,0 0 0,-1 0 0,0 0 0,5 0 0,0 0 0,-1 0 0,-1 0 87,-2 0 1,0 0-1,-1 0 1,-1 0-88,6 0 0,-1 0 0,-1 0 11,-7 0 1,0 0-1,0 0-11,3 0 0,0 0 0,-1 0 0,7 0 0,-3 0 1247,-2 0 0,-1 0-1247,0 0 0,1 0 0,-1 0 0,1 0 0,2 0 0,3 0 529,-7 0 0,1 0 0,0 0-529,-3 0 0,0 0 0,0 0 0,3 0 0,1 0 0,1 0 0,-3 0 0,2 0 0,0 0 0,0 0-124,-2 0 1,0-1-1,0 1 1,1 1 123,4 1 0,1 2 0,0-1 0,0 0 0,-2-2 0,0-1 0,0 0 0,-2 2 2,3 1 1,-2 2 0,-1-2-3,0-2 0,0-1 0,-3-1 0,0 1 0,-3 0 0,-4 0 0,-2 0 753,1 0-753,-8 0 1689,-12 0-1689,18 0 632,-14 12-632,25-9-820,-26 9 1,9-12 0,-12 0 0</inkml:trace>
  <inkml:trace contextRef="#ctx0" brushRef="#br0" timeOffset="15898">6800 10769 24575,'28'0'0,"0"0"0,5 0 0,3 0 0,-3 0 0,3 0 0,1 0-663,-8 0 1,1 0-1,0 0 1,0 0 662,6 0 0,0 0 0,0 0 0,2 0 0,0 0 0,-3 0 421,-3 0 1,-1 0-422,2 0 0,-4 0 436,-13 0-436,13 0 0,-38 0 0,18 0 1371,-21 0-1371,-5 0 0,1 0 0,-3 0 0,-1 0 0,-8 0 0,-4 0 0,0 0 0,4 0 0,-4 0 0,10 0 0,-1 0 0,0 0 0,-2 0 0,-8 0 0,0 0 0,7 0 0,3 0 0,-9 0 0,20 0 0,12 0 0</inkml:trace>
  <inkml:trace contextRef="#ctx0" brushRef="#br0" timeOffset="18898">3215 10663 24575,'14'0'0,"10"0"0,-21 17 0,26-12 0,-24 12 0,24-5 0,-8-9 0,7 9 0,4-12 0,0 0 0,-16 0 0,14 0 0,-15 0 0,-1 0 0,-2 0 0,-12 17 0,-12-12 0,-2 13 0,-19-7 0,5-8 0,8 9 0,-4-12 0,21 0 0,-9 0 0,-5 0 0,12 0 0,-12 0 0,5 0 0,9 0 0,-9 0 0,12 0 0,-17 0 0,12 0 0,-12 0 0,5 0 0,9 0 0,-9 0 0,12 0 0,-12 0 0,9 0 0,-8 0 0,-7 0 0,2-12 0,-5 9 0,-2-8 0,2 11 0,5 0 0,-2 0 0,7 0 0,8 0 0,-9 0 0,12 0 0,-18 0 0,14 0 0,-26 0 0,28 0 0,-22 0 0,21 0 0,-9 0 0,24 0 0,-9 0 0,21 0 0,-22 0 0,28 0 0,-14 0 0,3 0 0,0 0 0,-3 0 0,14 0 0,-27 0 0,9 0 0,-12 0 0</inkml:trace>
  <inkml:trace contextRef="#ctx0" brushRef="#br0" timeOffset="22148">2990 12462 24575,'14'0'0,"20"0"0,3 0 0,-15 0 0,0 0-338,11 0 0,6 0 0,-4 0 338,1 0 0,-2 0 166,-3 0 0,-2 0-166,-6 0 0,-2 0 168,11 0-168,-4 0 0,5 0 0,-1 0 514,-4 0-514,-9 0 0,0 0 0,9 0 0,4 0 0,1 0 0,-5 0 0,-8 0 0,9 0 0,-24 0 0,13 12 0,-18-9 0,0 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4:34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6641 1323 24575,'15'0'0,"14"0"0,5 0 0,3 0 0,-16 0 0,2 0 0,-1 0 0,0 0 0,2 0 0,0 0 0,9 0 0,1 0 0,-10 0 0,0 0 0,0 0 0,-4 0 0,-5 0 0,-3 0 0,5 0 0,-12 0 0,24 0 0,-26 0 0,21 12 0,-22-9 0,10 8 0</inkml:trace>
  <inkml:trace contextRef="#ctx0" brushRef="#br0" timeOffset="1550">12687 1164 24575,'22'0'0,"0"0"0,2 0 0,0 0 0,6 0 0,1 0 0,1 0 0,0 0 0,-7 0 0,-1 0 0,-1 0 0,-1 0 0,11 0 0,-1 0 0,-4 0 0,4 0 0,-17 0 0,14 0 0,-24 0 0,12 12 0,-17-9 0,0 9 0,0-12 0,0 0 0,0 0 0</inkml:trace>
  <inkml:trace contextRef="#ctx0" brushRef="#br0" timeOffset="15065">1416 7144 24575,'22'0'0,"0"0"0,1 0 0,2 0 0,-1 0 0,3 0 0,0 0-667,5 0 1,1 0 0,1 0 666,-3 0 0,1 0 0,2 0 0,-5 0 0,2 0 0,0 0 0,0 0 0,-3 0 0,1 0 0,-1 0 0,0 0 0,8 0 0,0 0 0,0 0 0,-5 0 0,-1 0 0,1 0 0,-1 0 0,-1 0 0,-1 0 0,0 0 0,1 0 0,1 0 0,0 0 0,0 0 0,0 0 0,0 0 0,0 0 0,0 0 0,-1 0-320,1 0 0,-1 0 0,0 0 0,1 0 320,0 0 0,-1 0 0,1 0 0,0 0 0,0 0 0,0 0 0,0 0 0,0 0 0,2 0 0,0 0 0,1 0 0,1 0 0,1-2 0,1 0 0,0 0 0,1-1 0,-1 0 0,-4 0 0,-1-1 0,0-1 0,0 1 0,1-1-259,4 0 1,1-1 0,0 1-1,0-1 1,-2 0 258,2 1 0,-1-1 0,-1 1 0,0 1 0,-4 1 0,-1 0 0,0 0 0,-1 0-223,0-1 1,-1-1-1,1 0 1,-2 2 222,9 1 0,0 1 0,-3-1 395,3-7 1,-3 0-396,-3 9 0,-3 0 654,-7 0 0,-2 0-654,10 0 2215,-7 0-2215,-9 0 1147,-1 0-1147,10 0 0,7 18 0,-4-15 0,2-1 0,-2 7 0,0-1 0,0-7 0,1-2 0,7 1 0,-2 0 0,1 0 0,-1 0 0,1 0 0,0 0 0,-6 0 0,0 0 0,-5 0 0,0 0 0,0 0 0,1 0 0,-1 0 0,0 0 0,-1 0 0,0 0 0,1 0 0,0 0 0,0 0 0,1 0 0,4 0 0,1 0 0,-5 0 0,-1 0 0,9 0 0,0 0 0,-5 1 0,0-2 0,8-7 0,1-1 0,-2 7 0,-2-1 0,-4-6 0,-1 0 0,2 8 0,-2 2 0,-8-1 0,1 0 0,-5 0 0,-9 0 0,9 0 0,-12 0 0,12 0 0,-9 0 0,8 0 0,-11 0 0</inkml:trace>
  <inkml:trace contextRef="#ctx0" brushRef="#br0" timeOffset="35600">15796 6416 24575,'22'0'0,"1"0"0,11 0 0,3 0 0,-12 0 0,0 0 0,1 0-696,6 0 1,2 0 0,-1 0 695,-2 0 0,0 0 0,-1 0 0,1 0 0,0 0 0,0 0 0,-1 0 0,1 0 0,0 0 0,6 0 0,0 0 0,0 0 0,-1 0 0,0 0 0,0 0 0,-3 0 0,0 0 0,0 0 0,-1 0 0,5 0 0,-1 0 0,0 0 0,1 0 0,1 0 0,-3 0 0,-7 0 0,-1 0 0,-1 0 223,1 0 1,0 0 0,-3 0-224,1 0 0,-1 0 172,-2 0 0,0 0-172,1 0 0,-2 0 0,-2 0 0,5 0 0,-1 0 1071,-7 0-1071,5 0 0,-10 0 0,1 0 0,-9 0 0,27 0 0,-26 0 0,25 0 0,-14 0 0,0 0 0,-3 0 0,-12 18 0,0-14 0,0 14 0</inkml:trace>
  <inkml:trace contextRef="#ctx0" brushRef="#br0" timeOffset="45632">19169 7170 24575,'0'34'0,"0"-4"0,0 2 0,0-7 0,0 1-599,0 8 0,0 3 1,0 0 598,0-9 0,1 0 0,-2 1 0,-1 0 0,-2 2 0,1 0 0,0 0 0,3-3 0,0 1 0,0-1 0,-3 0 0,-3 0 0,-2-1 0,-1 0 0,3 0 0,4 7 0,3 0 0,-4-4 0,-12 2 0,0-4 290,13-5 0,1-1-290,-11 10 297,12-4-297,0-9 0,0 0 0,0 1 0,0 0 0,0 1 0,0-1 919,0 8-919,0 1 0,0-26 0,0 21 0,0 8 0,0 5 0,0-14 0,0-1 0,0 11 0,0-1 0,0-16 0,0 2 0,0-6 0,0-9 0,0 8 0,0 1 0,0-9 0,0 9 0,0 5 0,0-12 0,0 24 0,0-26 0,0 9 0,0 6 0,0-14 0,0 14 0,0-18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0:08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2990 5159 24575,'33'0'0,"0"0"0,-8 0 0,2 0 0,-1 0 0,0 0 0,1 0 0,1 0-660,2 0 0,1 0 0,0 0 660,4 0 0,0 0 0,0 0 0,-2 0 0,1 0 0,0 0 0,-5 0 0,1 0 0,0 0 0,-1 0 0,5 0 0,0 0 0,-1 0 0,-2 0 0,0 0 0,0 0 0,-1 0 0,0 0 0,-1 0 6,6-1 0,-1 2-6,-7 4 0,0 2 0,-3-1 237,2-4 0,-3 0-237,-1 8 0,0-2 0,10-8 0,-4 0 495,-9 0 0,0 0-495,9 0 504,5 0-504,-1 0 0,-16 0 0,14 0 0,-27 0 0,8 0 0,1 0 0,9 0 0,1 0 0,1 0 0,14 0 0,-15 0 0,0 0 0,10 0 0,-4 0 0,-7 0 0,-9 0 0,-12 0 0</inkml:trace>
  <inkml:trace contextRef="#ctx0" brushRef="#br0" timeOffset="6334">2765 7422 24575,'33'0'0,"0"0"0,-7 0 0,0 0 0,0 0 0,8 0 0,1 0 0,-9 0 0,1 0 0,-2 0 0,0 0 0,-2 0 0,0 0 0,-1 0 0,0 0 0,0 0 0,9 0 0,-7 0 0,1 0 0,-2 0 0,0 0 0,1 0 0,1 0 0,6-6 0,2 0 0,-3 4 0,1 1 0,1-5 0,2 0 0,-9 5 0,1 2 0,1-1-281,-1 0 0,1 1 1,0-2 280,7-2 0,0-2 0,3 1-645,-3 3 0,1 2 1,2-1-1,-1-3 645,-5-1 0,0-3 0,0 0 0,1 1 0,1 1 0,0 3 0,1 1 0,2 2 0,-1-1 0,1 0 0,-2-2-517,-2-2 0,0-1 0,-1-1 0,0 0 0,1 1 0,0 1 517,4 2 0,0 2 0,1 0 0,0 1 0,1-1 0,-2-2 0,1-1 0,0-1 0,-1-1 0,1 1 0,-1 0 0,0 1 0,0 1 0,-1 2 0,0 0 0,0 0 0,0 0 0,0-1 0,1-1 0,0 0 0,0 0 0,0-1 0,0 1 0,-2 1 0,2 0 0,-1 1 0,0 1 0,-1-1 0,0 0-264,-2 0 1,1 1-1,-1 0 1,-1-2-1,-1 0 264,4-3 0,-2-1 0,0 0 0,-3 1 143,-1 3 0,-1 0 1,-1-1-144,0-4 0,0-1 0,-5 2 1975,-2 5-1975,2 0 0,-1 0 3276,1 0-3208,-5 0 890,4 0 1,1 0-959,3 0 0,9 0 0,3 0 0,-7 0 0,-1 0 0,8 0 0,0 0 0,-2 0 0,-3 0 87,-10 0 1,1 0-88,3 0 0,3 0 0,-2 0 0,-3 0 0,1 0 0,2 0 0,3 0 0,-2 0 0,4 0 0,-1 0 0,3 0 0,0 0 0,-3 0 0,0 0 0,-2 0 0,-3 0 0,3 0 0,1 0 0,-26 0 0,27 0 0,-14 0 0,8 0 0,2 0 0,5 0 0,-9 0 0,0 0 0,10 0 0,-16 0 0,14 0 0,-27 0 0,8 0 0,7 0 0,10 0 0,-3 0 0,3 0 0,2 0 0,0 0 0,-6 0 0,1 0 0,7 0 0,-3 0 0,-10 0 0,2 0 0,0 0 0,-1 0 0,8 0 0,-9 0 0,0 0 0,9 0 0,5 0 0,-11 0 0,0 0 0,9 0 0,1 0 0,-3 0 0,-24 0 0,12 0 0,-17 0 0,0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0:52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2805 4180 24575,'32'0'0,"-13"0"0,2 0 0,10 0 0,2 0 0,-7 0 0,1 0 0,1 0-703,6 0 1,2 0 0,0 0 702,-2 0 0,0 0 0,-1 0 0,-1 0 0,-1 0 0,-1 0 225,-3 0 1,0 0 0,-3 0-226,0 0 0,0 0 174,8 0 0,-2 0-174,1 0 0,1 0 0,-2 0 0,-11 0 541,1 0 0,1 0-541,0 0 0,7 0 0,-10 0 0,2 0 0,-1 0 0,1 0 0,6 0 0,1 0 0,3 0 0,1 0 0,2 0 0,0 0 0,-9 0 0,0 0 0,8 0 0,-2 0 0,1 0 0,-10 0 0,2 0 0,-1 0 0,0 0 0,15 0 0,-15 0 0,1 0 0,2 0 0,0 0 0,-3 0 0,-1 0 0,5 0 0,1 0 0,2 0 0,-1 0 0,9 0 0,-15 0 0,0 0 0,1 0 0,-2 0 0,10 0 0,-7 1 0,2-2 0,-3-4 0,0-1 0,0 4 0,2 1 0,7-5 0,1 0 0,3 6 0,0 0 0,-2-6 0,1 0 0,-9 5 0,0 1 0,0-2 0,7-4 0,0 1 0,-3 4 0,0 2 0,3-1 0,-1 0 0,-2 0 0,0 0 0,3 1 0,0-2 0,-3-8 0,1 0 0,-7 7 0,2 1 0,0-1-246,1-3 1,-1-2 0,2 2 245,2 3 0,2 3 0,0 0 0,4-1 0,2 0 0,-2 0 0,-4 0 0,0 0 0,0 0 0,4 0 0,1 0 0,0 0-380,-2 0 0,1 0 0,-1 0 380,-1 0 0,-1 0 0,1 0 0,1 0 0,-1 0 0,2 0 0,0 0 0,1 0 0,0 0 0,-5 0 0,0 0 0,1 0 0,-2 0 0,2 0 0,0 0 0,-2 0 0,2 0 0,-2 0 0,2 0 0,-4 0 0,2 0 0,0 0 0,0 0 0,-3 0 0,0 0 0,0 0 0,1 0 0,1 0 0,0 0 0,0 0 0,0 0 0,3 0 0,0 0 0,0 0 0,-1 0 0,5 0 0,-1 0 0,0 0 0,2 0 0,0 0 0,-4 0 0,-1 0 0,-3 0 0,4 0 0,-6 0 0,-12 0 0,14 0 0,-27 0 173,8 0 1,-11 0-1,0 0 1</inkml:trace>
  <inkml:trace contextRef="#ctx0" brushRef="#br0" timeOffset="30564">2897 5980 24575,'22'0'0,"0"0"0,2 0 0,1 0 0,0 0 0,1 0 0,1 0 0,7 0 0,1 0 0,1 0 0,0 0 0,-3 0 0,-2 0 0,0 0 0,-1 0 0,3 0 0,0 0 0,-8 0 0,-2 0 0,0 0 0,-1 0 0,10 0 0,-4 0 0,-9 0 0,0 0 0,9 0 0,-3 0 0,0 0 0,6 0 0,-6 0 0,0 0 0,3 0 0,4 0 0,-10 0 0,0 0 0,9 0 0,-6 0 0,0 0 0,3 0 0,-9 0 0,0 0 0,9 0 0,4 0 0,1 0 0,-14 0 0,1 0 0,7 0 0,-1 0 0,-2 0 0,1 0 0,3 0 0,1 0 0,-2 0 0,-1 0 0,4 0 0,0 0 0,4 0 0,-2 0 0,-7 0 0,-1 0 0,8 0 0,-2 0 0,1 0 0,-1 0 0,1 0 0,0 0 0,-6 0 0,0 0 0,-5 0 0,0 0 0,6 0 0,1 0 0,3 0 0,0 0 0,-6 0 0,1 0 0,6 0 0,-1 0 0,1 0 0,-5 0 0,-2 0 0,-8 0 0,14 0 0,-27 0 0,26 0 0,-25-12 0,14 9 0,-18-9 0,0 12 0</inkml:trace>
  <inkml:trace contextRef="#ctx0" brushRef="#br0" timeOffset="44566">7779 6615 24575,'22'0'0,"0"0"0,1 0 0,2 0 0,0 0 0,2 0 0,-1 0 0,6 0 0,-1 0 0,-5-1 0,0 1 0,-1 1 0,6 4 0,-2 1 0,-5-4 0,1-1 0,6 5 0,-1 0 0,1-6 0,2 0 0,-4 0 0,-25 0 0,26 0 0,-27 0 0,26 0 0,-13 0 0,5 0 0,-9 0 0,-12 0 0</inkml:trace>
  <inkml:trace contextRef="#ctx0" brushRef="#br0" timeOffset="60931">7580 10517 24575,'0'30'0,"0"-1"0,0-1 0,0 3 0,0 0 0,0 0 0,0 2 0,0 0-775,0-6 0,0 1 0,0 1 0,0 0 775,0 4 0,0 0 0,0 1 0,0 0-510,1-2 0,-1-1 1,0 1-1,-1 2 510,0-2 0,-2 2 0,0 1 0,1 0 0,0-1-275,1 2 0,1 0 0,0 0 0,-1 0 0,0 0 275,-2-5 0,-1 1 0,0-1 0,0 1 0,-1-1 0,1-2 0,0 3 0,0-2 0,0 0 0,-1 0 0,2-2-84,-2 5 0,2-2 0,-1 0 0,-1-4 84,-4 11 0,1-4 583,8-7 0,0-1-583,-6 4 0,0-2 2132,3 8-2132,-3-5 0,0 0 1529,6-7 1,0 1-1530,1 4 0,-2 2 0,-7 1 0,-1 1 0,7-3 0,-1 0 246,-6-6 1,1 0-247,6 7 0,4 0 0,-2-7 0,0 1 0,0 4 0,0 2 0,0 1 0,0 1 0,0-3 0,0 0 0,0-6 0,0 0 0,0 3 0,0-4 0,0-7 0,0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6:37:32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3241 12462 24575,'22'0'0,"0"0"0,15 0 0,-3 0 0,-5 0 0,-14 0 0,4 0 0,6 0 0,3 0 0,3 0 0,0 0 0,-6 0 0,0 0 0,1 0 0,3 0 0,3 0 0,-1 0 0,-4 0 0,0 0 0,-2 0 0,-3 0 0,0 0 0,7 0 0,-7 0 0,2 0 0,3 0 0,3 0 0,2 0 0,3 0 0,-1 0 0,-5 0 0,-1 0 0,-1 0 0,0 0 0,1 0 0,-2 0 0,10 1 0,-3-2 0,-12-5 0,-1 0 0,6 5 0,0-1 0,-5-4 0,-1 0 0,-1 6 0,2 0 0,5 0 0,-2 0 0,-5 0 0,10 0 0,-29 0 0,0 0 0,12 0 0,20 0 0,-1 0 0,1 0 0,-2 0 0,-26 0 0,26 0 0,-27 0 0,8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2:42.7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3559 4498 24575,'0'22'0,"0"7"0,0-14 0,-18 17 0,14-4 0,-14-7 0,18 2 0,0-20 0,-12 27 0,9-26 0,-8 14 0,11-6 0,0-9 0,-12 26 0,9-25 0,-9 26 0,12-27 0,0 20 0,-18-20 0,14 9 0,-14 6 0,18-14 0,0 25 0,0-26 0,0 21 0,0-21 0,0 8 0,0-11 0,0 0 0,0 18 0,0-13 0,0 24 0,0-26 0,0 26 0,0-24 0,0 24 0,0-26 0,0 9 0,0 0 0,0-10 0,0 28 0,0-26 0,0 14 0,0-18 0,0 0 0</inkml:trace>
  <inkml:trace contextRef="#ctx0" brushRef="#br0" timeOffset="14199">6615 5702 24575,'14'0'0,"10"0"0,-4 0 0,2 0 0,2 0 0,13 0 0,-7 0 0,1 0 0,-1 0 0,1 0 0,-5 0 0,1 0 0,1 0 0,-1 0 0,0 1 0,-1-2 0,11-8 0,-2 0 0,-2 7 0,-1 0 0,-1-7 0,-2 0 0,-4 8 0,-1 2 0,8-1 0,-2 0 0,0 0 0,-5 0 0,0 0 0,-1 0 0,-2 0 0,15 0 0,-6 0 0,-1 0 0,1 0 0,-5 0 0,-2 0 0,-7 0 0,12 0 0,-26 0 0,20 0 0,-2 0 0,7 0 0,4 0 0,1 0 0,-6 0 0,-7 0 0,-1 0 0,-3 0 0,13 0 0,-14 0 0,0 0 0,14 0 0,-25 0 0,26 0 0,-15 0 0,17 0 0,-4 0 0,-3 0 0,0 0 0,-6 0 0,3 0 0,-3 0 0,-16 0 0,26 0 0,-12 18 0,3-14 0,4 14 0,-21-18 0,26 0 0,-13 0 0,8 0 0,2 0 0,5 0 0,-5 0 0,-2 0 0,-8 0 0,14 0 0,-10 0 0,-4 0 0,2 12 0,-6-10 0,2 10 0,19-12 0,-5 0 0,4 0 0,-10 0 0,0 0 0,15 0 0,-3 0 0,-5 0 0,-26 0 0,-3 0 0,-3 0 0,-9 0 0</inkml:trace>
  <inkml:trace contextRef="#ctx0" brushRef="#br0" timeOffset="18751">9194 6231 24575,'22'0'0,"0"0"0,9 0 0,-1 0 0,2 0 0,-7 0 0,-2 0 0,1 0 0,1 0 0,6 0 0,0 0 0,-7 0 0,0 0 0,5 0 0,2 0 0,-3 0 0,1 0 0,-3 0 0,-2 0 0,-1 0 0,8 0 0,0 0 0,1 0 0,-16 0 0,2 0 0,-18 0 0</inkml:trace>
  <inkml:trace contextRef="#ctx0" brushRef="#br0" timeOffset="20684">10636 6866 24575,'23'0'0,"0"0"0,-3 0 0,1 0 0,4 0 0,1 0 0,1 0 0,-1 0 0,5 0 0,-1 0 0,-6 0 0,0 0 0,8 0 0,-2 0 0,1 0 0,-1 0 0,1 0 0,-6 0 0,-1 0 0,0 0 0,0 0 0,7 0 0,0 0 0,-7 0 0,1 0 0,-1 0 0,3 0 0,0 0 0,7 0 0,1 0 0,-10 0 0,1 0 0,1 0-163,-1 0 1,-1 0 0,2 0 162,-1 0 0,1 0 0,0 0 0,0 0 0,1 0 0,-2 0 0,11 0 0,-2 0 0,-2 0 0,-1 0 0,-1 0 0,-2 0 0,-5 0 0,1 0 0,6 0 0,-1 0 0,1 0 0,0 0 0,0 0 487,6 0-487,-14 0 0,-1 0 0,-1 0 0,-9 0 0,-12 0 0</inkml:trace>
  <inkml:trace contextRef="#ctx0" brushRef="#br0" timeOffset="69218">2514 10702 24575,'22'0'0,"1"0"0,11 0 0,3 0 0,-13 0 0,1 0 0,2 0-790,3 0 0,3 0 0,0 0 0,-1 0 790,6 0 0,-2 0 0,2 0 0,-7 0 0,0 0 0,1 0 0,-1 0 0,4 0 0,-1 0 0,1 0-86,2 0 1,0 0 0,-1 0 85,-3 0 0,-2 0 0,2 0 0,-2 0 0,2 0 0,0 0 0,-2 0 0,2 0 0,-2 0 0,2 0 0,-3 1 0,2 0 0,-1-1 0,-2-2 0,0-3 0,-2-2 0,1 2 0,6 3 0,1 2 0,-3-3 173,3-5 1,-1-1-174,-4 4 0,1 1 0,-2 1 0,6 2 0,-1-1 0,-8-2 0,1 0 0,-2 0 0,6 4 0,-2 0 0,4 1 0,-1-2 0,-10-5 0,-1 0 761,4 5 0,0 0-761,3-11 515,-4 11 1,2 2-516,4-1 0,0 0 0,2 0 0,-2 0 0,0 0 0,4 1 0,2-2 0,-7-4 0,2-2 0,-2 1 0,6 4 0,-1 0 0,-8-4 0,0-1 0,0 2 0,0 4 0,0 1 0,0 1 0,8-1 0,1 0-118,-6 0 1,1 0-1,1 0 118,-1 0 0,1 1 0,0-2-319,-3-1 1,0-2 0,1 1-1,0 0 319,0 2 0,1 1 0,1-1 0,-1 0-426,2-1 0,1-1 0,0 0 0,0 0 426,1-1 0,1 1 0,0 0 0,-1 1 0,-1 1 0,-1 0 0,0 1 0,0-1 0,4-1 0,1-1 0,-1 0 0,-2-1 0,3-2 0,-1 0 0,0 1-278,1 3 0,0 1 0,-1-1 278,-4-3 0,-2-2 0,1 2 0,0 3 0,0 3 0,-1 0 0,-3-1 0,0 0 0,0 0 0,3 0 0,0 0 0,0 0 0,-3-1 0,0 2 0,0-1 97,-1 0 1,1 0 0,0 0-98,3 0 0,0 0 0,0 0 0,-3 0 0,0 0 0,0 0 0,0-4 0,0-1 0,0 2 0,3 1 0,0 2 0,0-1 0,4-5 0,1 0 0,-9 5 0,0 2 0,0-1 559,4 0 0,0 0-559,2 0 0,0 0 0,-1 0 0,-1 0 0,2 0 0,2 0 0,-8 0 0,1 0 0,-2 0 0,1 0 0,-1 0 882,7 0 0,-2 0-882,-2 0 1001,4 0-1001,1 0 505,-6 0-505,-7 0 0,-1 0 0,-3 0 0,4 0 0,1 0 0,3 0 0,-6-8 0,3-2 0,4 8 0,0 0 0,-1-7 0,1 0 0,-1 8 0,4 1 0,-2 1 0,5-1 0,1 0-288,-2 0 0,3 0 0,-2 0 288,-5 0 0,-1 0 0,0 0 0,4 0 0,-1 0 0,2 0 0,4 0 0,0 0 0,-1 0 0,-5 0 0,-1 0 0,2 0 0,1 0 0,1 0 0,1 0 0,-3 0 0,-1 0 0,-3 0 0,2 0 0,5 0 0,0 0 0,-2 0 0,-5 0 0,-2 0 0,1 0 0,-2 0 0,-2 0 0,-8 0 0</inkml:trace>
  <inkml:trace contextRef="#ctx0" brushRef="#br0" timeOffset="72434">2990 11483 24575,'32'0'0,"-4"0"0,1 0 0,0 0 0,0 0 0,7 0 0,0 0 0,-3 0 0,-2 0 0,0 0 0,-1 0 0,-6 0 0,0 0 0,7 0 0,0 0 0,-6 0 0,-1 0 0,0 0 0,0 0 0,1 0 0,0 0 0,-5 0 0,0 0 0,0 0 0,1 0 0,13 0 0,1 0 0,-7-1 0,1 2-164,0 4 0,2 2 0,-1-1 164,4-4 0,1 0 0,-5 4 0,1 1 0,-2-2 0,-3-5 0,-1 0 0,4-1 0,-2 2 0,5 10 0,-4-8 0,-3 3 0,0 0 0,6-6 246,-6 0 0,0 0-246,3 0 0,4 0 0,1 0 0,-5 0 0,-4 0 0,2 0 0,-2 0 0,0 0 0,5 0 0,2 0 0,-4 0 0,2 0 0,-2 0 0,2 0 0,0 0 0,-1 0 0,0 0 0,-1 0 0,-2 0 0,-2 0 0,11 0 0,-16 0 0,-18-12 0,0 9 0,0-8 0</inkml:trace>
  <inkml:trace contextRef="#ctx0" brushRef="#br0" timeOffset="81300">7739 10001 24575,'34'0'0,"-9"0"0,0 0 0,6 0 0,-6 0 0,0 0 0,3 0 0,-3 8 0,0 2 0,5 6 0,-8 3 0,1 0 0,-1-5 0,0 0 0,-3 2 0,-2 1 0,0 0 0,0-2 0,13 1 0,-27 13 0,20-26 0,-20 9 0,26-12 0,-12 18 0,15-2 0,-17 5 0,14-10 0,-25-11 0,14 0 0</inkml:trace>
  <inkml:trace contextRef="#ctx0" brushRef="#br0" timeOffset="82966">8374 10041 24575,'-22'12'0,"4"8"0,18-4 0,-11 2 0,8-18 0,-9 12 0,0 20 0,-3-17 0,-2 1 0,2 14 0,-1 2 0,-10-8 0,2 0 0,15 0 0,2 1 0,-9-1 0,2-4 0,11-5 0,-8-4 0</inkml:trace>
  <inkml:trace contextRef="#ctx0" brushRef="#br0" timeOffset="121151">15888 4471 24575,'34'0'0,"-10"0"0,2 0 0,4 0 0,0 0 0,4 0 0,1 0 0,-8 0 0,-1 0 0,-1 0 0,0 0 0,-1 0 0,-2 6 0,0 0 0,10-3 0,-4 9 0,-9-11 0,0-2 0,9 1 0,5 0 0,-11-1 0,0 2 0,9 17 0,-7-16 0,2 0 0,-3 7 0,-1 0 0,15-9 0,-15-1 0,0 2 0,10 10 0,-4-8 0,5 9 0,-19-12 0,-2 0 0,-12 0 0,18 0 0,-14 0 0,25 0 0,-8 0 0,7 0 0,-7 0 0,-10-12 0,1 9 0,-9-8 0,9 11 0</inkml:trace>
  <inkml:trace contextRef="#ctx0" brushRef="#br0" timeOffset="126916">17939 5847 24575,'22'0'0,"-2"0"0,1 0 0,14 0 0,-6 0 0,3 0 0,-7 0 0,1 0 0,0 0 0,9 0 0,-1 0 0,3 0 0,-1 0 0,-4 0 0,0 0 0,-1 0 0,-2 0 0,-4 0 0,-1 0 0,8 0 0,-2 0 0,1 0 0,-6 0 0,0 0 0,2 0 0,-7 0 0,-1 0 0,9 0 0,-4-5 0,2-1 0,4 3 0,-4-4 0,-2 2 0,4 5 0,5 0 0,-1 0 0,-4 0 0,4 0 0,1 0 0,-5 0 0,-4 0 0,2 0 0,4 0 0,1 0 0,0 0 0,0 0 0,-6 0 0,0 0 0,3 0 0,-9 0 0,0 0 0,9 0 0,4 0 0,1 0 0,-5 0 0,-8 0 0,4 0 0,-4 0 0,-3 0 0,12 0 0,-8 0 0,6 0 0,6 0 0,-1 0 0,-4 0 0,-9 0 0,0 0 0,9 0 0,-7 0 0,2 0 0,-2 0 0,-5 0 0,2 0 0,-18 0 0,11 0 0,-8 0 0,21 0 0,-21 0 0,26 0 0,-24 0 0,24 0 0,-26 0 0,26 12 0,-24-9 0,12 8 0,-5-11 0,-9 0 0,9 0 0,0 0 0,-9 0 0,26 0 0,-25 0 0,26 0 0,-27 0 0,20 0 0,-20 0 0,27 0 0,-14 18 0,2-16 0,2 0 0,8 16 0,-8-18 0,4 0 0,-3 0 0,-5 0 0,13 0 0,-26 0 0,9 0 0,-12 0 0,12 0 0,-9 0 0,8 0 0,7 0 0,-14 0 0,14 0 0,-6 0 0,8 0 0,-1 0 0,2 0 0,5 0 0,1 0 0,-3 0 0,0 0 0,5 0 0,0 0 0,-8 0 0,-1 0 0,8 0 0,1 0 0,-14 0 0,0 0 0,14 0 0,-25 0 0,26 0 0,-10 0 0,8 0 0,-7 0 0,2 0 0,-20 0 0,27 0 0,-26 0 0,14 0 0,-18 0 0,12 0 0,-9 0 0,20 0 0,-20 0 0,26 0 0,-12 0 0,7 0 0,2 0 0,4 0 0,-4 0 0,-2 0 0,4 0 0,5 0 0,-1 0 0,-16 0 0,14 0 0,-28 0 0,28 0 0,-26 0 0,14 0 0,-18 0 0,12 0 0,-9 0 0,20 0 0,-20 0 0,26 0 0,-24 0 0,13 0 0,-18 0 0,0 0 0,0 0 0</inkml:trace>
  <inkml:trace contextRef="#ctx0" brushRef="#br0" timeOffset="133366">19103 6456 24575,'-32'0'0,"4"0"0,7 0 0,-2 0 0,20 0 0,-9 0 0,-6 0 0,14 0 0,-26 0 0,-2 0 0,9 0 0,-2 0 0,-5 0 0,-1 0 0,4 0 0,1 0 0,6 0 0,1 0 0,-1 0 0,1 0 0,3 0 0,-13 0 0,26 0 0,-9 0 0,0 0 0,-8 0 0,-8 0 0,-4 0 0,-1 0 0,5 0 0,8 0 0,-10 0 0,26 0 0,-14 0 0,7 0 0,-4 0 0,-17 0 0,12 0 0,0 0 0,0 0 0,-1 0 0,-8 0 0,0 0 0,-7 0 0,13 0 0,2 0 0,-12 0 0,5 0 0,8 0 0,-4 0 0,4 0 0,-8 0 0,9 0 0,-1 0 0,-8 0 0,-4 0 0,17 0 0,4 0 0,11 0 0,-18 0 0,14 0 0,-26 0 0,27 0 0,-15 0 0,-5 0 0,4 0 0,-5 0 0,-2 0 0,-2 0 0,-4 0 0,-1 0 0,6 0 0,6 0 0,-8 0 0,12 0 0,-15 0 0,17 0 0,-14 0 0,25 0 0,-14 0 0,6 0 0,9 0 0,-9 0 0,1 0 0,-10 0 0,-7 0 0,9-1 0,0 2 0,-9 11 0,-4-9 0,-1 8 0,17-11 0,-1 0 0,17 0 0,-12 0 0,9 0 0,-21 0 0,21 0 0,-8 0 0,11 0 0</inkml:trace>
  <inkml:trace contextRef="#ctx0" brushRef="#br0" timeOffset="141250">18256 7580 24575,'33'0'0,"-5"0"0,1 0 0,3 0 0,-1 0 0,1 0-609,-2 0 1,1 0 0,1 0 608,1 0 0,-1 0 0,2 0 0,0 0 0,1 0 0,1 0-334,-4 1 0,2-1 0,-1 0 0,-1-1 334,6-2 0,-2-2 0,2 2 0,-3 1 0,1 2 0,0 0 0,-3-1 0,-6-3 0,-2-1 0,2 2 91,10 2 1,2 1 0,-3 1-92,-6-1 0,-2 0 0,8 0 0,-1 0 0,-8 0 0,-3 0 420,-3 0 0,0 0-420,7 0 0,1 0 1517,8 0-1517,-7 0 0,1 0 0,-1 0 0,1 0 0,2 0 0,3 0 0,-7 0 0,2 0 0,-2 0 0,6 0 0,0 0 0,1 0 0,0 0 0,-4 0 0,0 0 0,-1 0 0,-2 0 264,-4 0 1,-1 0-265,2 0 0,-2 0 0,4 0 0,-8 0 0,-8 0 0,0 0 0,9 0 0,6 0 0,6 0 0,-1 0 0,-4 0 0,-3 0 0,0 0 0,6 0 0,-1 0 0,2 0 0,4 0 0,-13 6 0,0 0 0,9-3 0,-17 8 0,14-11 0,-12 18 0,6-15 0,4-2 0,-3 8 0,0 0 0,6-2 0,0-2 0,-3-4 0,-1 1 0,0 3 0,0 1 0,-5 1 0,-1-2 0,0-3 0,0-1 0,-1 5 0,0 0 0,9-6 0,-3 0 0,0 0 0,6 0 0,-1 0 0,1 0 0,-6 0 0,-1 0 0,0-1 0,0 2 0,-1 7 0,-2 2 0,12-6 0,-17 14 0,2-18 0,-7 0 0,-8 0 0,9 0 0,-12 0 0,12 0 0,8 0 0,2 1 0,2-2 0,0-8 0,0 0 0,8 7 0,1 0 0,-3-13 0,0 0 0,4 13 0,-1 1 0,-15-5 0,0 0 0,6 6 0,-7 0 0,-14 0 0,9 0 0,-12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6:38:10.9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3969 11483 24575,'22'0'0,"0"0"0,7 0 0,2 0 0,3 0 0,1 0 0,-8 0 0,-1 0 0,-1 0 0,0 0 0,-1 0 0,-2 0 0,0 0 0,10 0 0,-16 0 0,2 0 0,-6 0 0,-9 0 0,20 0 0,-2 0 0,-5 0 0,13 0 0,-8 0 0,2-3 0,7-1 0,-2-1 0,3-1 0,1-3 0,0 0 0,4-3 0,-3 1 0,-6 2 0,-1 0 0,-1-1 0,-1-2 0,-1-2 0,-1 2 0,4 3 0,-3 2 0,6-11 0,-41 6 0,9 9 0,-8-8 0,11 11 0,-18 0 0,14 0 0,-14 0 0</inkml:trace>
  <inkml:trace contextRef="#ctx0" brushRef="#br0" timeOffset="8136">1164 11483 24575,'0'22'0,"0"-4"0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05:41.9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 3215 24575,'26'0'0,"-1"0"0,0 0 0,1 0 0,-1 0 0,1 0 0,6 0 0,1 0 0,0 0-758,2 0 0,0 0 0,0 0 758,-1 0 0,-1 0 0,1 0 0,1 0 0,1 0 0,-1 0 0,2 0 0,0 0 0,-1 0 0,-4 0 0,-1 0 0,2 0 0,-4 0 0,2 0 0,0 0 0,0 0 0,5 0 0,0 0 0,1 0 0,-9 0 0,0 0 0,0 0 0,1 0 0,1 0 0,1 0 0,0 0 0,-1 0 0,3 0 0,-2 0 0,2 0 0,3 0 0,2 0 0,-2 0 0,-5 0 0,0 0 0,0 0 0,2 0 0,0 0 0,-1 0 92,-6 0 1,-1 0 0,1 0-93,5 0 0,1 0 0,-1 0 0,1 0 0,-1 0 240,2 0 0,0 0-240,-3 0 0,-3 0 0,-6 0 0,-1 0 0,0 0 0,0 0 575,5 0-1,0 0-574,-1 0 0,1 0 0,4 0 0,2 0 0,-4 0 0,1 0 0,-1 0 0,3 0 0,-1 0 0,-2 0 0,1 1 0,-1-2 0,4-8 0,-1 0 0,3 7 0,0 0 183,-9-7 1,0 0-184,8 8 0,-2 2 0,1-1 0,-8 0 0,-2 0 0,-6 0 0,14 0 0,-25 0 0,14 0 0</inkml:trace>
  <inkml:trace contextRef="#ctx0" brushRef="#br0" timeOffset="17201">18534 2738 24575,'34'0'0,"-2"0"0,-10 0 0,0 0 0,2 0 0,1 0 0,7 0 0,2 0 0,-1 0 0,0 0 0,-3 0 0,0 0 0,3 0 0,-1 0 0,-1 0 0,-2 0 0,-4 0 0,-1 0 0,2 0 0,-2 0 0,4 0 0,4 0 0,0 0 0,-15 0 0,12 0 0,-26 0 0,20 0 0,10 0 0,4 0 0,-15 0 0,1 0 0,3 0 0,-2 0 0,7 0 0,-8 0 0,-2 0 0,-6 0 0,14-11 0,-24 8 0,12-9 0</inkml:trace>
  <inkml:trace contextRef="#ctx0" brushRef="#br0" timeOffset="27237">14473 2858 24575,'22'0'0,"7"0"0,-8 0 0,-2 0 0,1 0 0,1 0 0,0 0 0,-2 0 0,1 0 0,6 0 0,-2 0 0,7 0 0,0-1 0,0 2 0,0-1 0,0 0 0,-1 0 0,1 0 0,-1 0 0,2 0 0,-2-1 0,0 2-147,-2-1 0,2 0 0,-1 0 147,-3 0 0,-1 0 0,0 0 0,12 0 0,-3 0 0,-13 0 0,-2 0 0,13 0 0,0 0 0,-15 0 0,0 0 0,-17 0 0</inkml:trace>
  <inkml:trace contextRef="#ctx0" brushRef="#br0" timeOffset="56650">11986 5133 24575,'31'0'0,"1"0"0,1 0 0,3 0 0,-8 0 0,3 1 0,1-1 0,-1-1-724,-2-3 1,1-1-1,-1 0 1,1 1 723,1 3 0,1 0 0,-1 1 0,1-2 0,-1-2 0,-1 0 0,1-1 0,-1 0 0,-1 2 0,-1-1 0,0 2 0,0-1 0,8 2 0,0 1 0,1-1 0,-7-2 0,2-1 0,-1 1 0,-2 1 11,0 1 0,-2 2 0,1-1-11,5-4 0,2 0 0,-2 0 338,2 3 0,-1-1-338,-4-2 0,1 0 0,-2 0 0,0 4 0,-1 0 0,7 0 0,-1 0 0,-12 0 0,-3 0 723,1 0 1,0 0-724,5 0 0,0 0 738,6 0-738,-1 0 0,2 0 0,-8 0 0,0 0 0,0 0 0,1 0 0,6 0 0,-1 0 0,-5 0 0,-1 0 0,0 0 0,0 0 0,8 0 0,-2 0 0,-8 0 0,-1 0 0,5 0 0,1 0 0,2 0 0,-1 0 0,9 0 0,-7 0 0,2 0 0,-3 0 0,2 0 0,2 0 0,3 0 0,-7 0 0,2 0 0,-1 0-250,-3 0 1,-1 0-1,1 0 250,4 0 0,0 0 0,0 0 0,-4 0 0,0 0 0,0 0 0,3 0 0,0 0 0,0 0 0,5 0 0,-1 0-94,2 0 1,0 0 93,-4 0 0,0 0 0,-2 0 0,1 0 0,1 0 0,2 0 0,-1 0 0,0 0 0,-3 0 0,0 0 0,2 0 0,1 0 0,-3 0 0,0 0 0,3 0 0,0 0 0,-7 1 0,1 0 0,-2-3 0,7-6 0,-1-1 0,-5 7 0,0 1 0,-1-1 0,6-7 0,-2 1 0,-5 7 0,1 2 0,6-1 0,-1 0 0,1 0 0,-1 0 0,2 0 0,-8 0 0,0 0 0,9-6 0,1 0 371,-1 4 0,0 1-371,-3-5 0,0 0 97,-3 6 0,-1 0-97,0 0 0,-1 0 0,-3 0 0,-3 0 0,9 0 0,2 0 0,-27 0 0,26 0 0,-13 0 0,8-8 0,2-1 0,-5 6 0,1 1 0,9-7 0,3 0 0,1 9 0,2 0-484,-6-3 0,2-2 1,1 2 483,2 2 0,0 1 0,1-2 0,-8-3 0,1-2 0,0 0 0,0 2 0,-1 3 0,1 2 0,0 0 0,-1-1 0,5-2 0,0-1 0,-1 0-161,-2-2 1,0-1 0,0 2 160,-5 3 0,1 2 0,-3-2 0,7-8 0,-1 2 0,-4 7 0,1 2 0,1-1 0,1 0 0,-5 0 0,0 0 0,0 0 0,2 0 0,1 0 207,3 0 0,1 0 0,0 0-207,1 0 0,1 0 0,0 0 0,3 0 0,1 0 0,0 0 0,-6 0 0,0 0 0,-1 0 0,3 0 0,1 0 0,-2 0 0,-6 0 0,-1 0 0,0 0 165,3 0 1,0 0-1,-1 0-165,3 0 0,0 0 0,3 0 0,0 0 0,-9 0 0,1 0 0,6 0 0,-1 0 0,1 0 0,-9 0 0,0 0 815,11 0-815,-6 0 0,-6 0 0,8 0 0,-24 0 0,24 0 0,-26 18 0,9-14 0,-12 14 0,0-18 0,0 0 0,0 11 0,-12-8 0,9 9 0,-8-12 0,11 0 0,0 0 0,0-12 0,0-8 0,0-8 0,0-5 0,0 19 0,0 2 0,0 12 0</inkml:trace>
  <inkml:trace contextRef="#ctx0" brushRef="#br0" timeOffset="88901">913 7276 24575,'26'0'0,"0"0"0,0 0 0,9 0 0,2 0 0,1 0 0,-2 0 0,1 0 0,2 0-656,-10 0 1,2 0-1,0 0 1,1 0 0,-1 0 231,0 0 1,-1 1-1,0-1 1,1 0 0,0-1 423,1-2 0,0 0 0,0-2 0,1 1 0,0 1 0,0 2 0,2 0 0,-1 1 0,0 0 0,0-2 0,-2-1 0,0-1 0,0 0 0,-1 0 0,1 1 0,0 2 0,-1 2 0,1-1 0,0 1 0,0-2 0,-1 0 0,1-2 0,0 0 0,0 1 0,-1 0 0,1 1 0,0 0 0,0 1 0,0 0 0,-1-1-146,5-2 0,-1 1 0,0-2 0,0 1 146,1-1 0,0-1 0,-1 0 0,1 1 0,-2 3 0,0 1 0,1-1 0,0-1-184,-4-3 1,0-1-1,1-1 1,0 0 0,1 2 183,1 3 0,0 2 0,1 1 0,0-1 0,0-1-368,-3-2 0,-1-1 0,1 0 0,0-1 0,0 1 0,0 0 368,0 1 0,-1-1 0,1 1 0,-1 0 0,0-1 0,-1 0 0,3-1 0,0 0 0,-1-1 0,0 0 0,0 0 294,5 1 0,0 1 0,-2-1 1,-2-1-295,-2-4 0,-2-1 0,-1 3 468,1 5 0,-1 3 0,-2-2-468,-4-7 0,-2 0 1142,6 8 1,-2 2-1143,4-1 3152,-7 0-3152,-1 0 0,1 0 1085,-2 0-1085,5 0 0,2 0 0,2 0 0,4-11 0,-17 8 0,-3-9 0</inkml:trace>
  <inkml:trace contextRef="#ctx0" brushRef="#br0" timeOffset="103500">16047 6760 24575,'22'0'0,"7"0"0,-8 0 0,7 0 0,-7 0 0,2 0 0,-2 0 0,7 0 0,-4 0 0,2 0 0,-2 1 0,0-2 0,0-5 0,1 0 0,6 5 0,-1-1 0,1-9 0,-8 10 0,-2 2 0,-6-1 0,14 0 0,-24 0 0,12 0 0,-5 0 0,-9 0 0,26 0 0,-1 0 0,-8-6 0,2 0 0,3 4 0,1 1 0,-5-5 0,-1 0 0,1 5 0,-2 2 0,1-1 0,10-17 0,-26 12 0,14-12 0</inkml:trace>
  <inkml:trace contextRef="#ctx0" brushRef="#br0" timeOffset="109133">14354 7422 24575,'14'0'0,"-2"0"0,-12 0 0,0 0 0,18 0 0,-14 0 0,14 0 0,-6 0 0,-10 0 0,10 0 0,0 0 0,-9 17 0,9-12 0,-12 12 0,0-17 0</inkml:trace>
  <inkml:trace contextRef="#ctx0" brushRef="#br0" timeOffset="111467">15174 8030 24575,'15'0'0,"14"0"0,-7 0 0,2 0 0,9 0 0,3 0 0,-10 0 0,1 0 0,0 0 0,4 0 0,-1 0 0,-1 0 0,3 0 0,-1 0 0,-5 0 0,0 0 0,-1 0 0,0 0 0,-2 0 0,1 0 0,-2 0 0,10 0 0,1 0 0,-17 0 0,4 0 0,1 0 0,2 0 0,5 0 0,2 0 0,6 0 0,-14 0 0,1 0 0,-2 0 0,2 0 0,0 0 0,2 0 0,0 0 0,1 0 0,1 0-154,0 0 0,-1 0 0,2 0 154,2 0 0,1 0 0,0 0-332,6 0 0,0 0 0,0 0 332,-5 0 0,0 0 0,1 0-401,-4 0 1,2 0 0,0 0-1,0 0 401,0 0 0,0 0 0,0 0 0,1 0 0,0 0 0,-1 0 0,2 0 0,0 0 0,-2 0 0,0 0 0,1 0 0,0 0 0,-2 0 0,0 0 0,0 0 0,-2 0 0,1 0 0,2 0 0,0 0 0,0 0 0,-2 0-100,4 0 1,-2 0-1,-2 0 100,6 0 0,-1 0 197,3 0 1,-5 0-198,-8 0 458,-3 0 1,-1 0-459,-4 0 1695,16 0-1695,1 0 352,-5 0-352,-9 0 0,0 0 0,9 0 0,4 0 0,0 0 0,-9 0 0,0 0 0,1 0 0,1 0 0,1 0 0,0 0 0,-5 0 0,-2 0 0,14 0 0,-1 0 0,-16 0 0,13 0 0,-26 0 0,27 0 0,-26 12 0,14-9 0,-18 9 0,0-12 0,0 0 0,-18-12 0,2 2 0,-2-1 0,-7-5 0,-4-2 0</inkml:trace>
  <inkml:trace contextRef="#ctx0" brushRef="#br0" timeOffset="198966">4842 12277 24575,'26'0'0,"-1"0"0,-1 0 0,1 0 0,7 0 0,1 0 0,-3 0 0,0 0 0,-6 0 0,0 0 0,8 0 0,-2 0 0,1 0 0,-6 0 0,0 0 0,3 0 0,-4 0 0,2 0 0,-2 0 0,0 0 0,6 0 0,1 0 0,1 0 0,0 0 0,4 0 0,0 0-171,-9 0 1,0 0 0,0 0 170,0 0 0,0 1 0,0-2 0,3-4 0,0-2 0,0 1 0,-3 4 0,0 2 0,-1-2 0,1-4 0,0-1 0,0 2 0,3 4 0,1 1 0,-2 1 0,6-1 0,-1 0 0,-8 0 0,0 0 0,0 0 0,8 0 0,-2 0 0,-8 0 0,1 0 0,6 0 0,-1 0 0,1 0 0,-8 0 0,-2 0 0,-6 0 0,-3 0 0,-12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6:38:57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1296 3307 24575,'24'0'0,"-1"0"0,-3 0 0,0 0 0,6 0 0,-2 0 0,-5 0 0,4 0 0,-5 0 0,-15 0 0,27 0 0,-2 0 0,-3 0 0,3 0 0,7 0 0,2 0-290,-11 0 1,1 0 0,0 0 289,6 0 0,0-1 0,0 2 0,-2 3 0,1 0 0,-1 0 0,1-3 0,1 0 0,1 0 0,-5 2 0,2 0 0,1 0 0,-2 0 0,3-3 0,0-1 0,0 2 0,-3 2 0,1 2 0,0 0 0,-1-1 0,1-2 0,1-2 0,-2 1 0,-1 1 0,2 3 0,-3 2 0,2-2-28,4-3 1,1-3-1,-3 0 28,-3 1 0,-5 0 0,4 0 0,-10 0 0,-7 0 0,10 0 432,5 0 0,5 0-432,-5 1 0,2 0 0,-1-3 0,1-3 0,0-2 0,0 2 29,3 3 0,0 2 0,-3-3-29,-3-5 0,-2-1 0,-1 2 0,0 2 0,0 3 0,0 1 0,2-5 0,1 0 0,8 5 0,0 2 0,-8-1 0,-2 0 0,0 0 0,-1 0 0,10 0 0,-4-8 0,1-1 0,-9 7 0,0-1 0,4-6 0,2-3 0,-3 4 0,14 5 0,-13-2 0,-2-2 0,-2-5 0,4 9 0,-21-8 0,26-7 0,-13 14 0,0-11 0,1 0 0,15 12 0,-16-8 0,2 11 0,-18 0 0,0 0 0</inkml:trace>
  <inkml:trace contextRef="#ctx0" brushRef="#br0" timeOffset="10537">14221 5001 24575,'26'0'0,"0"0"0,-2-1 0,1 1 0,4 1 0,0 1 0,4 1 0,2 1 0,0 0 0,-1 0-656,-3-1 1,-1 0-1,0 0 1,1 0 0,1 1 342,0 1 0,1 0 1,1 0-1,0 0 1,0 1-1,-1 1 313,-1 0 0,1 0 0,-1 1 0,-1 0 0,-1 0 0,-3-2 352,7 1 1,-3-2 0,0 2-353,-1 1 0,3 1 0,-3-1 0,-9-4 940,-6-4-940,15 0 0,-26 0 0,-4 18 900,-17-14 1,-11-4-1,-2 0-900,-3 6 0,-2 2 0,-3-4 0,10-5 0,-2-2 0,-1-2 0,0 0 0,-2 1-213,2 2 1,-1 0 0,-1 0 0,0-1-1,-1 0 1,-1-1 212,4 0 0,-2-2 0,1 0 0,-2-1 0,1 0 0,-1 1 0,1-1 0,0 0 0,-4 0 0,0 0 0,0 0 0,0 0 0,1 0 0,0 0 0,1 1 0,-1-1 0,-1 1 0,1 0 0,1 0 0,2 0 0,3 0 0,-15-5 0,5 0 0,22 4 0,43 5 0,21 4 0,-18-2 0,4 0 0,3 0 0,1 0 0,0 0 0,0 0-547,-2 0 1,0 0 0,1 0 0,0 0 0,0 0 0,2 0 489,-4 0 0,1 0 0,2 0 0,0 0 0,0 0 1,-2 0-1,-1 0 0,-2 0 57,4 0 0,-2 0 0,-2 0 0,-1 0 0,0 0 0,3-1 0,-1 0 0,-1 1 0,-1 2 0,6 3 0,-3 2 0,-3-2 692,-1-4 0,-10 3-692,-19 13 0,-19-17 0,-10 0 0,-3 0 1638,7 0 0,1 0-1238,-9 0 0,0 0-400,8 0 0,1 0 0,1 0 0,2 0 0,7 0 0,2 0 0,12 0 0,0 0 0</inkml:trace>
  <inkml:trace contextRef="#ctx0" brushRef="#br0" timeOffset="40723">1164 11020 24575,'22'0'0,"0"0"0,2-5 0,3-2 0,0 1 0,1 4 0,0 2 0,1-2-820,0-4 1,2-2 0,0 0 0,0 0 762,0 3 0,0-1 0,1 1 0,-1 1 57,4 0 0,0 0 0,1 0 0,-1 0 0,2-3 0,0-2 0,0 1 0,-1 2 0,-1 4 0,0 3 0,0-1 0,-1-2 0,-1-3 0,0-1 0,0-1 0,-2 2 0,6 4 0,-1 1 0,0-2 54,-8-4 0,0-3 1,0 1-1,-2 2-54,6 3 0,-1 4 0,-1-4 0,1-6 0,-1-2 0,2 2 0,4 6 0,2 4 0,-2-2 0,-7-6 0,-1-3 0,0 3 0,2 5 0,0 2 0,0-1 256,-4-2 0,0-1 1,-2 0-257,8-6 0,-1 2 0,3 6 0,-1-1 0,-10-6 0,-1 1 883,4 7 1,-2 2-884,7-1 376,-9 0 0,0 0-376,0 0 0,0 0 0,7-1 0,3 2 0,-6 3 0,1 3 0,0-1 0,1-1 0,0 0 0,-3 2 0,0 9 0,-1 0 0,1-8 0,-3-1 0,-6 4 0,4-11 0,13 8 0,5 2 0,-5-2 0,2 0 0,-8-1 0,2 0 0,-2 0 0,14 0 0,-8-2 0,-17-5 0,2 0 0</inkml:trace>
  <inkml:trace contextRef="#ctx0" brushRef="#br0" timeOffset="41286">3969 10888 24575,'0'0'0</inkml:trace>
  <inkml:trace contextRef="#ctx0" brushRef="#br0" timeOffset="47600">11642 10517 24575,'0'22'0,"0"0"0,0 9 0,0-9 0,0 0 0,0 11 0,0-5 0,0-5 0,0 3 0,0 4 0,0 1 0,0 2 0,0 3-167,0-7 1,0 2 0,0-1 166,0 4 0,0 1 0,0-5 0,0 1 0,0-3 0,0-1 0,0-2 0,0 7 0,0-3 0,0-1 0,0 5 0,0-1 0,0-4 249,0-3 1,0 0-250,0 6 0,0-7 0,0 2 0,0-6 0,0-1 0,0 7 0,0 1 0,0 4 0,0-1 0,0-5 0,0-2 0,0 10 0,0-4 0,0-25 0,0 14 0,0-6 0,0-9 0,0 20 0,0-20 0,0 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6:40:50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1548 4657 24575,'32'0'0,"0"0"0,1 0 0,-1 0 0,1 0 0,-1 0 0,0 0 0,6 0 0,-2 0 0,0 0 0,1 0 0,0 0 0,-2 0 0,1 0 0,0 0 0,0 0 0,-1 0 0,-1 0-820,4 0 1,-1 0 0,-1 0 0,0 0 691,-1 0 1,-1 0 0,1 0 0,-1 0 127,-1 0 0,0 0 0,-1 0 0,1 0 0,-3 0 0,0 0 0,-1 0 0,2 0 251,4 0 0,1 0 0,0 0 0,0 0-251,-1 0 0,1 0 0,-1 0 0,0 0 0,-2 0 0,-1 0 0,0 0 0,0 0 164,-1 0 1,-1 0-1,1 0 1,-1 0-165,1 0 0,0 0 0,0 0 0,-2 0 0,5 0 0,-1 0 0,0 0 0,1 0 0,1 0 0,-5 0 0,-5 0 0,-5 0 0,-2 0 0,-18 0 0</inkml:trace>
  <inkml:trace contextRef="#ctx0" brushRef="#br0" timeOffset="5117">12779 4432 24575,'33'0'0,"-6"0"0,3 0 0,-2 0 0,1 0 0,7 0 0,0 0 0,-4 0 0,1 0 0,-7 0 0,3 0 0,0 0 0,0 0 0,7 0 0,0 0 0,1 0-820,-1 0 1,3 0 0,-1 0 0,-1 0 794,-7 0 1,0 0-1,-1 0 1,1 0 24,6-3 0,2 0 0,-1 0 0,-1 0 0,1 2 0,-2 0 0,2 0 0,-5-2 0,2 0 0,0 0 0,0 0 224,-1 2 0,0 2 0,1-1 0,-1 0-224,0 0 0,0 0 0,0 0 0,1 0 0,-3 0 0,1 0 0,0 0 0,0 0 0,-1 0 0,5 0 0,-1 0 0,-1 0 0,0 0 147,-5 0 1,-1 0-1,0 0 1,0 0-148,10 0 0,-1 0 0,-2 0 0,-2 0 0,-1 0 0,0 1 0,-3-2 1751,4-10-1751,-14 9 0,1 1 69,6-5 0,1 0-69,2 5 0,3 2 0,-2-1 0,3 0 0,-1 0 0,-3 0 0,-1 0 0,0 0 0,4 0 0,-1 0 0,-1 0 0,5 0 0,-5 0 0,-2 0 0,1 0 0,3 0 0,-1 0 0,-5 0 0,-2 0 0,-8 0 0,2 0 0</inkml:trace>
  <inkml:trace contextRef="#ctx0" brushRef="#br0" timeOffset="7768">10954 5569 24575,'14'0'0,"6"0"0,2 0 0,14 0 0,-12 0 0,3 0 0,0 0 0,5 0 0,1 0 0,1 0-674,-5 0 1,1 0-1,0 0 1,1 0 673,5 0 0,0 0 0,1 0 0,0 0 0,-7 0 0,1 0 0,-1 0 0,1 0 0,0 0 0,0 0 0,2 0 0,-1 0 0,0 0 0,-2 0 0,4 0 0,-2 0 0,-1 0 0,2 0 0,1 0 0,0 0 0,1 0 0,1 0 0,-3 0 0,1 0 0,0 0 0,0 0 0,-1 0 0,-2 0 0,0 0 0,0 0 0,1 0 0,0 0 0,0 1 0,0-1 0,1 0 0,1 0 0,0 0 0,1-1 0,0 0 0,0 0 0,1-1 0,0 0 0,1 0 0,0 0 0,0 1 0,-2 0 0,0 1 0,0-1 0,0 1 0,1 0 0,-1 0 0,1 0 0,-1-1-364,0 0 1,0-1 0,0 0 0,0 1 0,0-1 0,0 0 0,-1 1-1,0 0 364,2 0 0,0 1 0,-1 0 0,0 0 0,0 1 0,-2-1 0,-2 0 0,2 0 0,-1 0 0,-1 0 0,-2 0 0,0 0-6,3 0 1,-2 0 0,0 0-1,2 0 6,-2 0 0,0 0 0,1 0 0,1 0 0,-1 0 0,3 0 0,1 0 0,0 0 0,-1 0 0,-1 0-212,-1 0 1,-1 0 0,0 0-1,0 0 212,3 0 0,2 0 0,-1 0 0,-4 0 521,-3 0 0,-2 0 1,-2 0-522,8 0 0,0 0 1092,-2 0 0,2 0 0,0 0-948,-7 0 1,0 0-1,1 0-135,9 0 1,3 0 0,-1 0-10,-9 0 0,1 0 0,-1 0 0,0 0 291,2 0 1,1 0-1,-1 0 1,0 0-292,-1 0 0,-1 0 0,0 0 0,0 0 0,9 0 0,0 0 0,-1 0 0,-4 0 0,-2 0 0,2 0 0,-1 0 0,1 0 0,0 0 0,1 0 0,2 0 0,0 0 0,0 0 0,1 0-82,-2 0 1,1-1 0,0 1 0,0 0 0,0 1 81,-2 1 0,1 0 0,-1 1 0,-2 0 0,0-1 0,7-1 0,-1-1 0,-4 2 0,7 4 0,-6-1 0,-2-5 0,-4 0 0,-8 0 0,-2 0 0,-1 0 406,12 0-406,-26 12 0,17-10 0,1-1 0,-14 11 0,23-12 0,-30 0 0</inkml:trace>
  <inkml:trace contextRef="#ctx0" brushRef="#br0" timeOffset="41718">1296 11681 24575,'23'0'0,"-1"0"0,7 0 0,2 0 0,3 0 0,1 0-623,-6 0 1,1 0 0,1 0 622,-1 1 0,1-1 0,0-1 0,-4-2 0,1-1 0,1-2 0,0 2-620,5 0 0,0 1 0,1-1 0,1-1 620,-5-2 0,0-1 0,1-1 0,0 1 0,0 1 0,0 3 0,0 1 0,0 0 0,0 1 0,2-2 0,0 0 0,2-2 0,1 0 0,-1 1 0,0 0 0,-3 2 0,3 1 0,-1 2 0,-2 0 0,2-1 0,-2-1 0,1-1 0,0 0 0,-1 1 0,-4 0 330,3 2 0,-3 0 0,3 0-330,-4-2 0,3 0 0,0-1 0,1 0 0,-3 1 0,2 2 0,-2 0 0,0 0 0,2-3 0,4-2 0,2-3 0,-1-1 0,-2 2 0,1 1 0,-2 1 0,1 0 279,-2-2 1,1 0-1,0 0-279,3-1 0,0 0 0,1 1 0,-7 1 0,0 1 0,0 0 0,-1 0 0,2 0 0,-2 0 0,-1-1 0,9-4 0,-3 2 1258,-13 8 1,-3 0-1259,3 0 0,-9 0 1,-12 0-1,0 0 1</inkml:trace>
  <inkml:trace contextRef="#ctx0" brushRef="#br0" timeOffset="52214">10702 11298 24575,'15'0'0,"14"0"0,-12 0 0,15 0 0,0 0 0,-15 0 0,0 0 0,-17 0 0,12 0 0,20-12 0,-5 10 0,5 2 0,-1-1 0,-6-2 0,0-1 0,1-1 0,8 0 0,2-1 0,-4 0 0,-4-2 0,-3-1 0,-6-1 0,1 0 0,10 2 0,2 4 0,-6 3 0,1 2 0,1-1 0,8 0 0,2 0 0,-3 0 0,1 0 0,0 0 0,-6 0 0,1 0 0,-10 0 0,-14 0 0,13 0 0,2 0 0,-2 0 0,2 0 0,2 0 0,12 0 0,-3 0 0,-4 0 0,-10 0 0,11 0 0,-7 0 0,13 0 0,-9 1 0,5 0 0,-2-3 0,-5-3 0,-1-2 0,1 1 0,2 5 0,0 1 0,-3-3 0,8-15 0,-12 17 0,1 2 0,10-1 0,-6 0 0,4 0 0,-1 0 0,2 0 0,-1 0 0,-2 0 0,1 0 0,-1 0 0,10 0 0,-2 0 0,-5 0 0,-2 0 0,-5 0 0,-1 0 0,8 0 0,2 0 0,-3 0 0,2 0 0,-5 0 0,0 0 0,7 0 0,-5 0 0,-11 0 0,2 0 0,3 0 0,0 1 0,3-2 0,0-2 0,3-2 0,0 2 0,-3 1 0,1 2 0,-1-1 0,12-5 0,-3 0 0,-14 5 0,-1 2 0,0-1 0,1 0 0,0 0 0,-1 0 0,5 0 0,-4 0 0,1 0 0,7 0 0,-2 0 0,1 0 0,4 0 0,-5 0 0,-5 0 0,-17 0 0,25 0 0,-14 0 0,18 0 0,-6 0 0,6 0 0,-4-1 0,4 2 0,-9 2 0,2 2 0,0-1 0,4-3 0,0-1 0,0 2 0,8 4 0,-4-1 0,-2-5 0,-3 0 0,-1 0 0,-8 0 0,1 0 0,0 0 0,-2 0 0,2 0 0,8 0 0,-1 0 0,3-1 0,3 2 0,-9 8 0,1 0 0,2-7 0,3-2 0,-3 2 0,1 8 0,-1-2 0,7-7 0,2-2 0,-10 1 0,1 0 0,0 0 0,-3 0 0,0 0 0,1 0 0,7 0 0,1 0 0,-2 0 0,0 0 0,-1 0 0,1 0 0,-3 0 0,-1 0 0,5 0 0,-11 0 0,0 0 0,15 0 0,-14 0 0,-1 0 0,10 0 0,-17 0 0,15 0 0,-14 0 0,4 0 0,4 0 0,-4 0 0,-3 0 0,0 0 0</inkml:trace>
  <inkml:trace contextRef="#ctx0" brushRef="#br0" timeOffset="63197">11179 11893 24575,'26'0'0,"3"0"0,4 0 0,-9 0 0,1 0 0,2 0-820,3 0 1,3 0 0,1 0 0,0 0 641,1 0 1,-1 0 0,2 0 0,0 0 177,-3 0 0,1 0 0,0 0 0,0 0 0,2 0 0,-3 0 0,1 0 0,1 0 0,0 0 0,-1 0 0,-2 0 0,4 0 0,-2 0 0,0 0 0,1 0 0,-2 0 0,1 0 0,0 0 0,-3 0 0,-3 0 353,8-1 1,-2 2-354,-5 4 0,2 2 0,-2-1 0,6-5 0,-1 2 0,-4 6 0,0 3 0,0-4 0,-3-5 0,-1-3 0,2 0 255,5 4 1,2 0 0,1 0-256,-2-1 0,3 1 0,-1-1 0,0-1 0,-4-1 0,-1-1 0,1 1 0,1 0 0,-2 1 0,1 1 0,1-1 0,-1 1 0,0-1 0,3-2 0,0 0 0,-1 0 0,0 0 0,-1 0 0,0 0 0,-1 0 0,-1 0 0,4 0 0,-1 0 0,-1 0 684,-5 0 1,-1 0-1,-1 0-684,5 0 0,2 0 153,0 0 0,2 0 0,2 0-153,-9 0 0,1 0 0,1 0 0,0 0 0,4 0 0,1 0 0,0 0 0,-1 0 0,-3 0 0,0 0 0,-2 0 0,-1 0 0,3 0 0,-2 0 0,0 0 0,-1 0 0,0 0 0,-2 0 0,5 0 0,-2 0 0,4 0 0,0 0 0,-7 0 0,0 0 0,0 0 0,4 0 0,0 0 0,3 0 0,-1-2 0,3-1 0,0-1 0,0 1 0,-2 0 0,0 0 0,0-1 0,0-1 0,-1-2 0,0-2 0,0 0 0,-2 2 0,4 1 0,-2 2 0,-2-2 0,1-10 0,-2 2 0,3 12 0,1 1 0,1-5 0,4 1 0,-10 3 0,3 2 0,1 0 0,-1 2 0,-1 0 0,1 1 0,-1 1 0,-1-2 0,9-1 0,-1 0 0,-3 0 0,1 6 0,-8-2 0,-15-5 0</inkml:trace>
  <inkml:trace contextRef="#ctx0" brushRef="#br0" timeOffset="99900">10795 12687 24575,'15'0'0,"14"0"0,-24 0 0,24 0 0,-9 0 0,-3 0 0,12 0 0,-26 0 0,9 0 0,-12 0 0,0 0 0,12 0 0,7 0 0,6 0 0,8 0 0,3 0 0,-11 0 0,1 1 0,-1-2 0,11-8 0,-1 0 0,-5 7 0,-3 0 0,-8-7 0,-1 0 0,4 2 0,0 2 0,10 2 0,-4-8 0,-7 11 0,2 0 0,-20 0 0,9 0 0,6 0 0,-2 0 0,2 0 0,2 0 0,-1 0 0,2 0 0,4 0 0,3 0 0,2 0 0,0 0 0,7 0 0,-14 0 0,-5 0 0,-15 0 0,26 0 0,-13 0 0,5 0 0,2 0 0,-2 0 0,-1 0 0,0 0 0,3 0 0,0 0 0,-5 0 0,-13 0 0,12 0 0,-17 0 0,0 0 0</inkml:trace>
  <inkml:trace contextRef="#ctx0" brushRef="#br0" timeOffset="117733">13533 12779 24575,'33'0'0,"-5"0"0,-4 1 0,2-2 0,-2-7 0,0-1 0,13 4 0,-8-12 0,-17 17 0,-9 0 0,21 0 0,-4 0 0,2 0 0,2 0 0,-1 0 0,2 0 0,0 0 0,1 0 0,0 0 0,6 1 0,-1-2 0,-6-5 0,-2 0 0,3 5 0,-5-1 0,-4-10 0,15 12 0,0 0 0,-16 0 0,14 0 0,-27 0 0,9 0 0</inkml:trace>
  <inkml:trace contextRef="#ctx0" brushRef="#br0" timeOffset="152067">1349 8242 24575,'33'0'0,"1"0"0,-9 0 0,1 0 0,0 0 0,1 0 0,0 0 0,0 0-758,3 0 0,1 1 0,1-2 758,4-3 0,1 0 0,0 0 0,-1 3 0,1 1 0,-1-2 0,-8-3 0,0-2 0,1 0 0,-1 3 0,10 2 0,-1 3 0,-2-3 0,-8-7 0,-3-3 0,2 3 242,2 7 1,1 2 0,-4-2-243,-3-7 0,-1 0 187,9 2 1,1 2-188,-6 4 0,-1-1 0,9-4 0,0 1 0,-2 5 0,-2 0 0,-2-9 0,-1 0 0,9 7 0,-1 0 0,-5-7 0,0 0 0,-5 7 0,3 3 0,0 0 390,2-1 0,0 0 1,2 0-391,-4 0 0,1 0 0,1 0 0,0 0 0,6 0 0,0 0 0,1 0 0,0 0 0,-1 0 0,0 0 0,0 0 0,1 0 0,-6 0 0,1 0 0,0 0 0,0 0 0,0 0 0,5 0 0,-1 0 0,0 0 0,0 0 0,-2 0 0,0 0 0,-1 0 0,-1 0 0,9 0 0,-2 0 0,-5 0 0,-8 0 0,-2 0 0,1 0 0,-7 0 0,-14 0 0,9 0 0,-12 0 0,18 0 0,-14 18 0,14-14 0,-4 11 0,1-1 0,4-11 0,4 4 0,-2-2 0,-6-5 0,-3 0 0</inkml:trace>
  <inkml:trace contextRef="#ctx0" brushRef="#br0" timeOffset="169017">12898 7898 24575,'34'0'0,"-13"0"0,-9 0 0,17 0 0,-10 0 0,6 0 0,0 0 0,-9 0 0,14 0 0,-27 0 0,20 0 0,-2 0 0,7 0 0,-8 0 0,10 0 0,-14 0 0,8 0 0,2 0 0,-7 0 0,9 0 0,3 0 0,-1 0 0,-2 0 0,6 0 0,-1 0 0,-7 0 0,0 1 0,1-2 0,5-3 0,2 0 0,-2 0 0,-1 3 0,-1 1 0,-1-2 0,6-3 0,-1-2 0,2-2 0,0 1 0,-3 6 0,-1-1 0,-2-11 0,0-1 0,3 12 0,0 3 0,-7-4 0,0 0 0,0 0 0,8 4 0,1 0 0,-5 0 0,1 0 0,-2 0 0,-3 0 0,-1 0 0,13 0 0,-2 0 0,-5 0 0,4 0 0,3 0 0,-12 0 0,0 0 0,4 0 0,0 0 0,-4 0 0,-2 0 0,4 0 0,-8 0 0,-2 0 0,-2 0 0,4 0 0,1 0 0,3 0 0,4 0 0,1 0 0,4 0 0,-14 0 0,0 0 0,3 0 0,7 0 0,4 0 0,-8 0 0,1 0 0,2 0 0,-1 1 0,2-1 0,0 0 0,-1-1 0,4-2 0,-1-2 0,-1 1 0,4 3 0,-2 0 0,-8-6 0,-3 2 0,12 5 0,-1 0 0,-16 0 0,14 0 0,-27 0 0,20 0 0,-20 0 0,9 0 0,-12 0 0</inkml:trace>
  <inkml:trace contextRef="#ctx0" brushRef="#br0" timeOffset="172718">10729 7805 24575,'34'0'0,"-2"0"0,0 0 0,-4 0 0,-7 0 0,8 0 0,-13 0 0,17 0 0,-19 0 0,-2 0 0,-12 0 0,18 0 0,-2 0 0,16 0 0,1 0 0,-17 0 0,13 0 0,-26 0 0,27 0 0,-14 0 0,16 0 0,-17 0 0,-3 0 0,-12 0 0,17 0 0,-12 0 0,24 0 0,-26 0 0,9 0 0,5 0 0,-12 0 0,12 0 0,-5 0 0,-9 0 0,9 0 0,-12 0 0</inkml:trace>
  <inkml:trace contextRef="#ctx0" brushRef="#br0" timeOffset="195647">10729 9194 24575,'22'0'0,"-4"0"0,-18 0 0,0 0 0,11 0 0,-8 0 0,9 0 0,-12 0 0,12 0 0,-9 0 0,8 0 0,-11 0 0,18 0 0,-13 0 0,12 0 0,-17 0 0,12 0 0,-9 0 0,9 0 0,-12 0 0,17 0 0,-12 0 0,12 0 0,-17 0 0,12 0 0,-9 0 0,9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6:57:57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1257 5318 24575,'26'0'0,"0"0"0,0 0 0,6 0 0,2 0 0,-2 0 0,2 1 0,0-2 0,-3-2 0,2-2 0,-6 1 0,4 1 0,-9-3 0,0 1 0,10 5 0,-4 0 0,-7 0 0,8 0 0,-24 0 0,12 0 0,7 0 0,-1 0 0,-4 0 0,2 0 0,5 0 0,-2 0 0,-5 0 0,10 0 0,1 0 0,-11 0 0,2 0 0,2 0 0,9 0 0,-4 0 0,-2 0 0,-2 0 0,-5 0 0,11 0 0</inkml:trace>
  <inkml:trace contextRef="#ctx0" brushRef="#br0" timeOffset="2083">1323 5821 24575,'22'0'0,"0"0"0,1 0 0,3 0 0,-2 0 0,3 0 0,-1 0 0,1 0 0,0 0 0,0 0 0,1 0 0,-1 0 0,-1 0 0,5 0 0,-2 0 0,-2 0 0,-4 0 0,-6 0 0,12 0 0,-26 0 0,20 0 0,-2 0 0,7 0 0,-3 0 0,0 0 0,6 0 0,1 0 0,-3 0 0,-12 0 0,3 0 0,-8 0 0,0 0 0,-9 0 0,15 0 0,5 0 0,2 0 0,3 0 0,1 0 0,-8 0 0,-1 0 0,0 0 0,0 0 0,12 0 0,-17 0 0,-3 0 0,-12 0 0</inkml:trace>
  <inkml:trace contextRef="#ctx0" brushRef="#br0" timeOffset="16914">13441 4432 24575,'0'25'0,"0"1"0,0-2 0,0 1 0,0 7 0,0 0 0,0-2 0,0 1 0,0-7 0,0 2 0,0 2 0,0 6 0,0 3 0,0 2 0,0-6 0,0 2 0,0 1 0,0 1-438,0-7 1,0 2 0,0 1-1,0-1 1,0 1 0,0-2 437,0 2 0,0-1 0,0 0 0,0 0 0,0-1 0,0 1 0,0-1 0,0 1 0,0-2 0,0 0 0,0 8 0,0-2 0,0 0-26,0-2 1,0 1 0,0 2 25,0-7 0,0 2 0,0 1 0,0 0 0,0-1 0,0 1 0,0-1 0,0 1 0,0 0 0,0-3 0,0 0 0,0 1 0,0 1 0,0-1 0,0 2 0,0 1 0,0-1 0,0 0 0,0-3 0,0 6 0,0-2 0,0 3 0,0-5 0,0 4 0,0 1 0,0 0 0,0-1 0,0-3 0,0-2 0,0-2 0,0-1 0,0 3 0,0 4 0,0 3 0,0 1 0,0-1 0,0-5 0,0 3 0,0-4 0,0 0 0,0 5 0,0 0 0,0-3 0,0 0 0,0-2 0,0-7 0,0-2 0,0 0 0,0-1 2613,0 10-2613,-12-16 87,9 13-87,-9-14 0,11 5 0,2 4 0,-1 0 0,0 1 0,0-1 0,0 0 0,0 3 0,0-4 0,0-7 0,0-16 0,0-4 0,0-14 0</inkml:trace>
  <inkml:trace contextRef="#ctx0" brushRef="#br0" timeOffset="31862">1257 6866 24575,'34'0'0,"-5"0"0,3 0 0,-6 0 0,1 0 0,1 0-781,3 0 0,2 0 0,0 0 781,-3 0 0,1 0 0,0 0 0,-1 0 0,3 0 0,-2 0 0,1 0 0,4 0 0,2 0 0,-2 0 0,-4 0 0,-1 0 0,0 0 250,-4 0 0,-1 1 0,2-2-250,8-4 0,1-2 0,-4 1 0,-7 4 0,-2 0 193,8-7 0,-3 0-193,1 9 0,-26 0 0,14 0 1207,-18 0-1207,23 0 0,-17 0 0,14-5 0,1-2 0,-4 5 0,7-5 0,2 2 0,4 5 0,0 1 0,2-2 0,-6-4 0,1-2 0,-2 1 0,3 4 0,0 0 0,-3-4 0,1-1 0,-4 2 0,11 5 0,-5 0 0,-9 0 0,0 0 0,9 0 0,4 0 0,1 0 0,-6 0 0,-6 0 0,3 0 0,-22 0 0,28 0 0,-26 0 0,26 0 0,-27 0 0,26 0 0,-13 0 0,17 0 0,3 0 0,1 0 0,-18 0 0,0 0 0,7 0 0,3 0 0,-4 0 0,3 0 0,-8 0 0,-8 0 0</inkml:trace>
  <inkml:trace contextRef="#ctx0" brushRef="#br0" timeOffset="33984">16682 5252 24575,'32'0'0,"-13"0"0,2 0 0,13 0 0,3 0-504,-13 0 0,2 0 1,0 0 503,6 0 0,2 0 0,-2 0 0,-4 0 0,-1 0 0,-1 0 245,11 0 1,-2 0-246,-7 0 0,-3 0 125,-4 0 0,-2 0-125,2 0 0,8 0 0,-25 0 770,14 0-770,-6 0 0,2 0 0,19 0 0,-5 0 0,-8 0 0,4 0 0,-21 18 0,26-14 0,-24 14 0,12-18 0,-17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6:59:29.1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7078 4247 24575,'0'22'0,"0"1"0,0-3 0,0 1 0,0 13 0,0 1 0,0-1 0,0 1-773,0-5 0,0 1 0,0 1 773,0 4 0,0 1 0,0 0 0,0-1 0,0 0 0,0 1 0,0-5 0,0 1 0,0 0 0,0 0 0,0 2 0,0 0 0,0 0 0,0-2 0,0 1 0,0-1 0,0 0 185,0-4 1,0 2 0,0-1-1,0-2-185,0 0 0,0-2 0,0 0 0,0 0 0,0-1 0,0 1 127,-4 5 1,0 1 0,0-1-128,3-3 0,0-1 0,0-1 0,-5 6 0,0 0 0,5-5 0,2 1 0,-1-3 0,0-4 0,0 0 597,0 10 0,0 3-597,1-1 0,-1 2 0,-1-1 0,-2-5 0,-2 0 0,1 1 0,3 7 0,1 2 0,-2-5 0,-4-8 0,1-3 0,4-2 0,2-1 0,-1 0 0,0-4 0,0 2 0,0-18 0,0 12 0,0-9 0,0 9 0,0-12 0</inkml:trace>
  <inkml:trace contextRef="#ctx0" brushRef="#br0" timeOffset="20286">19143 4405 24575,'33'0'0,"1"0"0,-7 6 0,1 0 0,0-4 0,4-2 0,-3 1 0,6 5 0,-4 0 0,-6-6 0,-1 0 0,0 0 0,-4 0 0,-5 0 0,-4 0 0,7 0 0,-2 0 0,3 0 0,1 0 0,7 0 0,6 0 0,-1 0 0,-4 0 0,-8 0 0,-2 0 0,-2 0 0,2 0 0,-18 0 0,12 0 0,-9 0 0,20 0 0,-20 0 0,27 0 0,-26 0 0,14 0 0,-18 0 0</inkml:trace>
  <inkml:trace contextRef="#ctx0" brushRef="#br0" timeOffset="40264">18759 5067 24575,'15'0'0,"-4"0"0,7 0 0,-14 0 0,14 0 0,-18 0 0,12 0 0,8 0 0,-1-6 0,2 0 0,10 4 0,3 1 0,-8-3 0,2 0 0,-1 0 0,6 4 0,-2 0 0,3 0 0,-6 0 0,-13 0 0,14 0 0,-24 0 0,24 0 0,-14 0 0,18 0 0,7 0 0,-6 0 0,0 0 0,-7 0 0,0 0 0,0 0 0,7 0 0,-7 0 0,-10 0 0,12 0 0,-26 0 0,9 0 0,-12 0 0</inkml:trace>
  <inkml:trace contextRef="#ctx0" brushRef="#br0" timeOffset="57467">17595 5821 24575,'28'0'0,"0"0"0,0 0 0,3 0 0,2 0 0,-2 0 0,1 0 0,1 0 0,1 0-820,2 0 1,0 0 0,1 0 0,1 0 601,-7 0 0,1 0 0,-1 0 0,1 0 0,-3 0 218,2 0 0,-2 0 0,-1 0 0,2 0-27,3 0 0,2 0 0,-1 0 0,-2 0 27,1 0 0,-2 0 0,0 0 0,6 0 0,0 0 0,0 0 0,-6 0 0,0 0 0,1 0 0,0 0 0,1 0 0,0 0 110,-2 0 1,0 0 0,0 0-111,0 0 0,-1 0 0,1 0 0,0 0 0,1 0 0,-2 0 0,-2 0 0,-1 0 0,-1 0 0,4 0 0,0 0 0,1 0 0,0 0 1040,-7 0 1,0 0-1041,8 0 0,2 0 0,-8 0 0,0 0 0,0 0 10,4 0 1,1 0 0,1 0-11,-5 0 0,1 0 0,1 0 0,0 0 0,5-1 0,2 1 0,0 0 0,-4 1 0,-1 2 0,-2 2 0,-1-1 0,5-4 0,-1 0 0,-5 3 774,1 8-774,-8-22 0,-8 8 0,-12-9 0,0 12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7:01:06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12025 7554 24575,'30'0'0,"0"0"0,0 0 0,-2 0 0,-1 0 0,2 0 0,0 0 0,2 0 0,0 0 0,0 0-798,5 0 1,0 0-1,1 0 798,-9 0 0,0 0 0,0 0 0,1 0 0,8 0 0,0 0 0,-1 0 0,-4 0 0,0 1 0,-2-2-1,-3-3 0,0 0 0,0 0 1,4 3 0,1 1 0,-1-2 0,-5-2 0,-2 0 0,2 0 0,10 3 0,2 2 0,-1-1-144,-5 0 0,-1 0 0,1 0 144,5 1 0,0 0 0,-1-3 0,-4-3 0,-1-2 0,0 2 0,6 3 0,0 2 0,0-3 0,-5-6 0,-2-2 0,3 2 0,0 6 0,1 3 0,1 1 0,-3-2 0,-1-2 0,-3-1 0,1-1 0,7-1 0,2 0 0,-4 1 0,-3 4 0,-2-3 0,-2-11 0,-1 1 566,-6 12 0,-1 1-566,1-5 0,-1 0 297,0 5 1,1 2-298,0-1 0,1 0 550,13 0 1,2 0-551,-2 0 0,1 0 0,-4 0 0,1 0 0,4 0 0,1 0 0,-11 0 0,1 0 0,-2 0 0,9 0 0,0 0 0,-4 1 0,2-1 0,0-1 0,-2-2 0,1-2 0,-2 1 0,4 3 0,1-1 0,-3-1 0,2-2 0,-3 2 0,2 2 0,-3 2 0,-6-1 0,2 0 0,1 0 0,2 0 0,-3 0 0,-1 0 0,-1 0 0,13 0 0,-1 0 0,-9 0 0,-1 0 0,11 0 0,-1 0 0,-11 0 0,-1 0 0,7-1 0,2 2 0,6 4 0,-3 1 0,-16-4 0,1-1 0,8 3 0,4 0 0,-1 0 0,-1 2 0,0 0 0,4-5 0,1 1 0,-10 1 0,1 2 0,1-1 0,2-3 0,2-2 0,-1 1 0,-3 0 0,1 0 0,0 0 0,6-1 0,0 1 0,3 1 0,-9 1 0,3 2 0,0 0 0,0 0 0,-1-1-729,4-1 0,-1-1 0,1-1 0,2 2 729,-5 0 0,1 1 0,1 1 0,2-1 0,-1 0 0,1-1 0,-3-1 0,2 0 0,0-1 0,0-1 0,-1 1 0,0-1 0,-1 1 0,5 0 0,-2 0 0,-1 0 0,1 0 0,0 0 0,-2 0 0,0 0 0,0 0 0,0 0 0,0 0 0,-1 0-419,6 0 1,-1 0 0,0 0 0,-2 0 0,-1 0 418,-2 0 0,-3 0 0,0 0 0,3 0 0,0 0 0,3 0 0,1 0 0,1-1 0,0 2 0,-1-1 0,-3 1 0,-1 1 0,1 0 0,0 0 0,0 0 0,-1 0 0,0-1 0,3 0 0,-1-1 0,0 1 0,1-1 0,0 0 0,1 1 0,-4 0 0,1 0 0,1 0 0,1 1 0,0 0 0,-1-1 0,1 1 0,0 0 0,1 0 0,1 0 0,0 1 0,0-1 0,-1 0 0,1 1 0,-2-1 0,0-1 0,-1 0 0,-2 0 0,0-1 0,0 1 0,0-1 0,0 1 0,2 0 0,0 0 0,1 1 0,2 1 0,-1-1 0,1 1 0,-1-1 0,-1 0 0,0 0 0,0 0 0,-1 0 0,0-1 0,-1 1 0,0-1 0,-1 1 0,-1 0 0,4 1 0,-1 0 0,-2 0 0,1 0 0,1 0 0,2 0 0,2 0 0,0 0 0,-1 0 0,-3 0 0,-1 0 0,-2 0 0,-2 0 0,0-1-278,4-1 0,-1-1 1,0-1 277,5 1 0,0 0 0,0 0 0,-3 0 0,1 0 0,0 0 0,-7 0 0,0 0 0,1 0 0,-1 0 0,8 0 0,0 0 0,1 0 0,-3 0 0,2 0 0,0 0 0,-2 0 0,0 0 0,-1 0 0,0 0 0,0 0 0,1 0 0,-3 0 0,0 0 0,-5 0 2430,7 0-2430,-11 0 0,0 0 2307,9 0-2307,-7 0 0,2 0 551,-4 0 1,1 0-552,2 0 0,2 0 0,-1 0 0,10 0 0,0 0-198,-3 0 1,3 0 0,-3 0 197,2 0 0,-1 0 0,1 0 0,2 0 0,-6 0 0,1 0 0,-1 0 0,3 0 0,-1 0 0,-6 1 0,-1-1 0,-1-1 0,1-4 0,-2-1 0,-4 4 0,0 1 0,5-5 0,3 0 0,3 4 0,5 3 0,-2 0 0,-4-1 0,-1 0 0,0 0 0,3 0 0,-1 0 0,-1 0 0,4 0 0,-6 0 592,-12 0-592,13-12 0,-37 9 0,16-9 0,-19 12 0,11 0 0</inkml:trace>
  <inkml:trace contextRef="#ctx0" brushRef="#br0" timeOffset="6735">17687 7276 24575,'15'0'0,"-3"0"0,5 0 0,0 0 0,6 0 0,4 0 0,-4 0 0,2 0 0,8 0 0,4 0 0,0 0 0,-3 0 0,-2 0 0,2 0 0,-3 0 0,1 0 0,0 0 0,-2 0 0,3 0 0,-2 0 0,-2 0 0,2 0 0,-2 0 0,-3-1 0,-2 2 0,-2 5 0,2 0 0,3-5 0,4-1 0,0 2 0,-2 2 0,0 2 0,1 1 0,-1-1 0,5 1 0,-1 0 0,0 0 0,-3-2 0,0 0 0,-4 1 0,-5 4 0,-4-2 0,11-8 0,5 0 0,-19 0 0,16 0 0,-26 0 0,14 0 0,5 0 0,9 0 0,1 0 0,0 0 0,2 0 0,-9 0 0,2 0 0,-4 0 0,8 0 0,-9 0 0,-20 0 0,-3 0 0,-3 0 0,-8 0 0,11 0 0</inkml:trace>
  <inkml:trace contextRef="#ctx0" brushRef="#br0" timeOffset="8538">19420 7369 24575,'31'0'0,"-1"0"0,-4 0 0,2 0 0,0 0 0,-3 0 0,0 0 0,1 0-535,6 0 1,2 0 0,-1 0 534,-2 0 0,-1 0 0,2 0 118,-3 0 0,1 0 0,1 0 0,1 0-118,0 0 0,0 0 0,0 0 0,1 0 0,-1 0 0,1 0 0,-1 0 0,0 0-288,-1 0 0,-1 0 1,1 0-1,-1 0 288,1 0 0,-1 0 0,0 0 0,1 0 0,0 0 0,0 0 0,2 0 0,2 0 0,-6 0 0,4 0 0,1 0 0,1 0 0,-1 0 0,-1 0 0,-2 0 0,7 0 0,-2 0 0,0 0 0,1 0 0,-6 0 0,2 1 0,1-1 0,0 1 0,-3-2 0,-2 0 0,9-5 0,-4-1 0,-1 2-74,-4 3 0,-2 2 0,1-2 74,-2-4 0,-1-1 0,1 2 0,4 4 0,0 1 0,-3 1 0,-5-1 0,-1 0 249,6 0 1,4 0-1,-4 0-249,10 0 17,-14 0 1,-1 0-18,11 0 368,-30 0 0,6 0 0,-21 0 0</inkml:trace>
  <inkml:trace contextRef="#ctx0" brushRef="#br0" timeOffset="22489">22384 7011 24575,'22'0'0,"0"0"0,7 0 0,2 0 0,-5 0 0,0 0 0,3 0 0,0 0 0,2 0 0,0 0 0,0 0 0,6 0 0,-1 0 0,3 0 0,-10 0 0,2 0 0,1 0 0,0 0 0,-2 0 0,3 0 0,0 0 0,-1 0 0,-1 0-192,-1 0 1,0 0 0,-2 0 0,-1 0 191,0 0 0,-2 0 0,1 0 0,3 0 0,0 0 0,-2 0 0,0 0 0,1 0 0,0 0 0,3 0 0,-1 0 0,-3 0 0,-1 0 0,-1 0 0,10 0 0,-1 0 0,-7 0 0,-1 0 0,-1 0 94,0 0 1,-1 0-95,-2 0 0,0 0 0,10 0 0,-4 0 0,-8 0 0,-2 0 0,-2 0 0,2 0 0,-18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7:02:26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15134 4723 24575,'26'0'0,"0"0"0,-2 0 0,0 0 0,2 0 0,1 0 0,-2 0 0,1 0 0,9 0 0,1 0-336,-11 0 0,0 0 1,1 0 335,7 1 0,0-1 0,0-1 0,-5-4 0,-1-2 0,-1 1 123,5 4 1,-2 0-124,-5-8 0,-4 2 0,-5 8 0,-3 0 0</inkml:trace>
  <inkml:trace contextRef="#ctx0" brushRef="#br0" timeOffset="3033">15333 5199 24575,'26'0'0,"6"0"0,-9 0 0,0 0 0,1 0 0,0 0 0,8 0 0,1 0 0,-3 0 0,0 0 0,4 0 0,-1 0 0,-9 0 0,0 0 0,0 0 0,-4 0 0,-5 0 0,14 0 0,-13 0 0,17 0 0,-1 0 0,-16 0 0,2 0 0,-18 0 0,12 0 0,8 0 0,8 0 0,2 0 0,2 0 0,-12 0 0,0 0 0,9 0 0,-1 0 0,-7 0 0,2 0 0,-20 0 0,26 0 0,-12 0 0,3 0 0,4 0 0,-4 0 0,8 0 0,-4 0 0,2 0 0,4 0 0,0 0 0,-4 0 0,0 0 0,11-1 0,-1 2 0,-11 5 0,-1 0 0,1-5 0,-2 1 0,10 10 0,-7-11 0,1-2 0,1 1 0,7 0 0,4 0 0,-4 0 0,-3 0 0,-12 0 0,-1 0 0,9 0 0,-3 0 0,-4 0 0,-5 0 0,13 0 0,-14 0 0,17 0 0,-12 0 0,0 0 0,6 0 0,1 0 0,-2-6 0,-1 0 0,-1 4 0,-1 1 0,10-11 0,-17 12 0,15 0 0,-14 0 0,16-18 0,0 14 0,-8-4 0,-2-2 0,3-1 0,-2 10 0,-5-1 0,-15-10 0,9 12 0,17 0 0,-10 0 0,2 0 0,2 0 0,9 0 0,-2 0 0,5 0 0,-4-8 0,0-2 0,1 6 0,-4-14 0,-7 18 0,8 0 0,-24 0 0,12 0 0,-17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7:02:59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17820 9882 24575,'26'0'0,"-5"0"0,2 0 0,1 0 0,1 0 0,0 0 0,1 0 0,1 0 0,7 0 0,1 0 0,-9 0 0,0 0 0,0 0 0,4 0 0,0 0 0,2 0 0,1 0 0,2 0 0,2 0 0,-4 0 0,3 0 0,-5 0 0,3 0 0,2 0 0,-2 0 0,2 0 0,1 0 0,-1 0-820,-2 0 1,0 1 0,0-1 0,0-1 730,-3-1 0,1 0 0,0-1 0,-1 0 0,-1 1 89,1 2 0,-1 1 0,-1-1 0,3-4 0,-1-2 0,1-4 0,1-1 0,1-1 0,0 1 0,-2 3 0,0 2 0,-1 2 0,0 1 0,0-1 0,2-3-437,0-2 1,1-2 0,1-1-1,1-2 1,0 2 0,-2 0-1,0 3 437,3 1 0,-1 2 0,-1 2 0,0-2 0,1-1 0,-6-2 0,1-2 0,-1 0 0,0-1 0,2 2 0,2 1 0,-3 3 0,3 1 0,1 2 0,1-1 0,0 2 0,-1-1 0,-1-1 0,-2 0 0,6-2 0,-2-1 0,-1 0 0,1 0 0,1 2 0,-4 2 0,1 0 0,2 1 0,-1 1 0,-1 0 0,-2 0 0,-4 0 356,10 1 1,-6 0 0,0 0-357,-1 0 0,0 0 0,-3 0 0,-3 0 0,-2 0 0,9 0 1559,-2 0-1559,5 0 0,5 0 0,-15 0 0,-1 0 0,3 0 819,2 0 0,1 0 0,2 0 0,-1 0-729,0 0 0,1 0 1,-2 0-1,-1 0-90,-1 1 0,-1-1 0,1-1 170,7-4 0,1-2 1,-2 2-171,4 3 0,-4-1 0,-5-6 0,0 1 0,0 6 0,-1 4 0,-7-2 0,-4 0 0,-1 0 0,2 0 0,-18 17 0,12-12 0,3 12 0,-1-5 0,6-10 0,1-1 0,-2 11 0,7-11 0,-2-2 0,-7 1 0,0 0 0,-17 0 0,0 0 0</inkml:trace>
  <inkml:trace contextRef="#ctx0" brushRef="#br0" timeOffset="2320">19143 11139 24575,'29'0'0,"0"0"0,-1 0 0,2 0 0,2 0 0,-3 0 0,2 0 0,1 0 0,1 0 0,-2 0-820,4 0 1,-1 0 0,0 0 0,3 0 611,-2 0 0,3 0 0,0 0 0,0 0 0,-4 0 208,-2 0 0,-2 0 0,-1 0 0,1 0 255,2 0 1,0 0 0,1 0-1,1 0-255,-3 0 0,2 0 0,0 0 0,0 0 0,-2 0 0,1 0 0,-1 0 0,-1 0 0,1 0 192,2 0 1,1 0 0,0 0 0,-1 0-193,-3 0 0,1 0 0,-1 0 0,-2 0 0,-2 0 0,-2 0 0,2 0 0,2 0 0,1 0 0,2 0 0,0 0 0,3 0 0,2 0 0,-1 0 0,0 0-385,-5 0 1,-2 0 0,2 0 0,1 0 384,1 0 0,2 0 0,1 0 0,1 0 0,-1 0 0,1 0 0,1 0 0,-1 0 0,0 0 0,-2 0 0,-1 0 0,-2 0 0,0 0 0,2 0 0,0 0 0,3 0 0,-1 0 0,1 0 0,-1 0 0,-4 0 0,0 0 0,0 0 0,0 0 0,-1 0 0,7 0 0,0 0 0,-1 0 0,3 0 0,-9 0 0,0 0 0,1 0 0,1 0 0,0 0 0,1 0 0,0 0 0,2 0 0,0 0 0,1 0 0,-1 0 0,-1 0 0,-1 0 0,4 0 0,-2 0 0,-1 0 0,1 0 0,3 0 0,-6 0 0,0 0 0,3 0 0,-1 0 0,1 0 0,0 0 0,0 0 0,-2 0 0,1 0 0,-1 0 0,1 0 0,-1 0 0,-1 0 0,0 0 0,0 0 0,3 0 0,0 0 0,-1 0 0,0 0 0,-1 0 0,1 0 0,-1 0 0,-1 0 0,1 0 0,-1 0 0,0 0 0,0 0 0,3 0 0,1 0 0,-1 0 0,-2 0 0,-3 0 0,0 0 0,-2 0 0,1 0 687,9 0 1,2 0 0,-7 0-688,-11 0 0,-4 0 245,3 0-245,-10 0 0,-11-12 0,0 9 0,0-8 0,0 11 0</inkml:trace>
  <inkml:trace contextRef="#ctx0" brushRef="#br0" timeOffset="41679">16999 11483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7:03:59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17754 5093 24575,'-23'0'0,"35"0"0,18 0 0,6 0 0,0 0 0,2 0 0,-3 0 0,2 0 0,-2 0 0,-7 0 0,-1 0 0,-1 0 0,1 0 0,0 0 0,0 0 0,2 0 0,1 0 0,1 0 0,5 0 0,2 0 0,-2 0 0,-8 0 0,-2 0 0,2 0 0,7 0 0,1 0 0,-1 0 0,-5 0 0,0 0 0,0 0 0,2 0 0,0 0 0,1 0 0,0 0 0,2 0 0,-2 0 0,-2 1 0,-1-1 0,-1-1 0,1-5 0,0 0 0,3 5 0,-1 0 0,-8-6 0,0 2 0,0 5 0,-2 0 0,-2-12 0,4 9 0,8-9 0,-9 11 0,3 2 0,5-1 0,4 0 0,-2 0 0,2 0 0,-2 0 0,5 0 0,-1 0 0,-3 0 0,1 0 0,-2 0 0,1 0 0,-2 0 0,-7 0 0,-2 0 0,10 0 0,-22-17 0,7 12 0,-14-12 0,26 17 0,-9-6 0,2 0 0,2 4 0,1 1 0,-1-2 0,1-1 0,1-1 0,3-1 0,1 0 0,-2 1 0,7 2 0,0 1 0,0-7 0,0 0 0,1 8 0,-1 2 0,-9-1 0,-2 0 0,4 0 0,2 0 0,3 0 0,2 0 0,-3 0 0,-3 0 0,-1 0 0,1 0 0,4 0 0,-3 0 0,8 0 0,-3 0 0,-10 0 0,0 0 0,-1 0 0,2 0 0,-3 0 0,1 0 0,-1 0 0,12 0 0,3 0 0,-13 0 0,1 0 0,1 0 0,-1 0 0,1 0 0,0 0 0,2 0 0,0 0 0,0 0 0,0 0 0,1 0 0,-2 0 0,7 0 0,0 0 0,-7 0 0,1 0 0,0 0 0,6 0 0,0 0 0,0 0 0,-3 0 0,0 0 0,1 0 0,-6 0 0,1 0 0,-1 0 0,0 0 0,2 0 0,-1 0 0,2 0 0,-3 0 0,3 0 0,0 0 0,-2 0 0,1 0 0,0 0 0,1 0 0,-2 0 0,1 0 0,1 0 0,1 0 0,3 0 0,2 0 0,-1 0 0,-2 0 0,0 0 0,-2 0 0,2 0-389,-4 0 0,2 0 1,1 0-1,0 0 1,-2 0 388,0 0 0,-1 0 0,-1 0 0,0 0 0,1 0 0,1-1 0,-1 1 0,0 1-278,4 4 1,0 2-1,-1-1 278,2-1 0,0 0 0,-4 1 0,-5 4 0,0 1 0,4-1 0,3 1 0,-5-3 0,7-3 0,-9 0 0,3 3 0,-4-4 0,6-4 928,-9-1 0,0 2-928,10 11 920,-4-9-920,-8 9 0,10-12 0,-2 0 0,-9 0 0,3 0 0,6 0 0,1 0 0,-4 0 0,-1 0 0,11 0 0,-12 1 0,-5-2 0,-13-11 0,12 9 0,-17-9 0,0-5 0,-17 12-820,0-24 1,-3 26 0,8-9 0</inkml:trace>
  <inkml:trace contextRef="#ctx0" brushRef="#br0" timeOffset="4833">2011 8784 24575,'23'0'0,"-1"0"0,4 0 0,2 0 0,1 0 0,-3 0 0,0 0 0,1 0-832,8 0 1,3 0-1,-1 0 832,0 0 0,-1 0 0,2 0-685,-5 0 1,1 0 0,1 0-1,1 0 685,-2 0 0,1 0 0,1 0 0,1 0 0,0 0-391,-4 0 0,-1 0 0,2 0 1,-1 0-1,1 0 0,1 0 391,0 0 0,1 0 0,0 0 0,1 0 0,-1 0 0,1 0 0,-1 0 0,0 0 0,0 1 0,-1-1 0,1 0 0,-1 0 0,1 0 0,0-1 0,1 0 0,0-2 0,1 1 0,-1-1 0,1 0 0,-1 0 0,-1 1 0,0-1 0,-1 1 0,-1 0 0,1 0 0,0-1 0,-1 1 0,0-1 0,3 0 0,0 0 0,-1 0 0,1 0 0,1-1 0,0 0 0,-3-1 0,1 0 0,1-1 0,0 0 0,0 0 0,0 1 0,-1 0 0,-1 2 0,-2 0 0,-1 2 0,-1 0 0,0 1 0,0 0 0,2-1 0,1-1 0,0 0 0,3-1 0,2-1 0,0 0 0,0 0 0,0 0 0,-2 1 0,-2 0 0,-2 1-356,4 1 0,-2 1 0,-3 0 1,1 1-1,0-1 356,0 0 0,0 0 0,1 0 0,0 0 0,-2 0 0,-2 0 3,3 0 0,-2 0 0,-2 0 0,0 0-3,4 0 0,-1 0 0,0 0 628,0 0 0,1 0 0,0 0-628,-3 0 0,1 0 0,0 0 0,-3 0 0,7 0 0,0 0 593,-6 0 1,3 1-1,0-1 1,-1-1-594,-2-3 0,0 0 0,1 0 0,0 3 0,2 1 0,2 0 0,1-2 0,-5-1 0,2-2 0,0-1 0,2 0 0,-1 1 0,0 1 0,-2 2 0,1 1 0,0 1 0,0 0 0,-1 0 0,0-2 0,4-1 0,0-1 0,0 0 0,-2 0 0,-2 2 0,11 1 0,-3 1 0,-8 1 2462,-3-1-2462,-10 0 0,-18 0 0,0 0 0</inkml:trace>
  <inkml:trace contextRef="#ctx0" brushRef="#br0" timeOffset="12467">10358 8943 8191,'15'0'0,"-3"0"3276,6 0-2383,7 0 1,7 0-894,-4 0 0,2 0 0,2 0 233,-2 0 0,3 0 0,1 0 0,1 0-233,-4 0 0,2 0 0,0 0 0,0 0 0,0 0 28,0 0 0,1 0 0,0 0 0,-1 0 1,2 0-29,-4 0 0,-1 0 0,1 0 0,1 0 0,1 0 0,1 0 0,-1 0 0,1 0 0,2 0 0,0 0 0,1 0 0,0 0 0,-1 0 0,0 0 0,-1 0 0,0 0 0,0 0 0,0 0 0,0 0 0,1 0 0,-1 0 0,0 0 0,1 0 0,1 0 0,0 0 0,-1 0 0,1 0 0,-1 0 0,0 0 0,0 0 357,2 0 0,1 0 1,-1 0-1,0 0 1,-1 0-1,-2 0 0,-1 0-357,0 0 0,-3 0 0,-1 0 0,1 0 0,0 0 0,4 0 0,0 0 0,0 0 0,1 0 0,-2 0-337,-3 0 0,-1 0 0,1 0 0,-1 0 1,1 0 336,2 0 0,0 1 0,1-1 0,0 0 0,2-1 0,-4-1 0,1 0 0,1-1 0,0 0 0,1 0 0,-2 0 0,-1 1 0,4 1 0,-1 1 0,0 0 0,0-1 0,0-1 252,-2-2 1,1-1-1,1-1 1,-1 0-1,-2 1 1,-3 1-253,7 3 0,-3 1 0,-4-1 1113,4-6 0,-5 2-1113,4 5 1490,-12 0 0,1 0-1490,3 0 0,1 0 0,8 0 0,3 0 0,0 0 0,0 0 1355,-8 0 0,-3 0-1355,3 0 0,-11 0 0,-17 0 0,0 0 0,0 0 0</inkml:trace>
  <inkml:trace contextRef="#ctx0" brushRef="#br0" timeOffset="26866">17661 8877 24575,'26'0'0,"7"0"0,-11 0 0,1 0 0,1 0 0,1 0 0,7 0 0,0 0 0,-7 0 0,-1 0 0,5 0 0,-1 0 0,-7 0 0,-1 0 0,6 0 0,0 0 0,0 0 0,1 0 0,-2 0 0,-2 0 0,11 0 0,-4 0 0,-28 0 0,10 0 0,18 0 0,-8 0 0,4 0 0,-1 0 0,1 0 0,4 0 0,0 0 0,3 0 0,1 0 0,1 0 0,-4 0 0,7 0 0,-4 0 0,4 0-371,-3 0 0,2 1 1,2 0-1,-2-1 1,-4-2 370,2-3 0,-4-2 0,0 1 0,6 4 0,1 2 0,-3-2-88,-6-3 1,-3-2-1,0 1 88,12-1 0,-4 2 0,2 2 0,-13-3 0,-5 1 0,-14 5 0,-4 0 1827,-16 0-1827,-16 0 0,5 0 0,-2 0 0,-5 0 0,-1 0-211,5-1 0,-2 1 0,0 1 211,-1 2 0,0 2 0,0-2 0,-2-1 0,-1-2 0,3 1 0,-5 5 0,4 0 0,3-5 0,4-2 0,10 1 0,17 0 0,0 0 0,0 0 0</inkml:trace>
  <inkml:trace contextRef="#ctx0" brushRef="#br0" timeOffset="28220">20360 8969 24575,'31'0'0,"1"0"0,-7 0 0,2 0 0,2 0 0,3 0 0,3 0 0,2 0 0,1 0-656,-2 0 1,1 0-1,0 0 1,2 0 0,-1 0 108,-4 0 1,1 0 0,0 0 0,0 0 0,1 0 0,-1 0 501,2 0 0,1 0 0,0 0 0,0 0 0,-1 0 0,-1 0 45,1 1 0,-1-1 0,0 0 0,-1 0 0,1-1-79,-3 0 1,0 0 0,0-1-1,0 0 1,-2 0 0,-1-1 78,4-2 0,-3 0 0,0-1 0,1 1 202,4 1 0,1 0 0,-2 1 1,-3-2-203,1-5 0,-3 2 0,1 8 0,-1 0 0,-1-5 0,0-2 0,4 6 0,3 0 810,-6-3 0,1-1 0,0 2-810,1 2 0,-1 1 0,-1 1 0,6-1 0,-3 0 447,-2 0 0,-5 0 0,-5 0 0,-9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94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E363-DFD2-7EE9-1431-DC3765A58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62FC6-79EF-DB77-D727-7D4FC196C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3A7BE-06A3-A9EC-33BD-95F1E3B8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0F97B-1230-4E73-6D53-5D89BAD6B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133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F126-9194-BC45-69B0-C6D6736A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E0071-C6CD-982B-1AF2-313A2A028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7118D-FD21-C63C-DEE0-662E20D37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B3958-C1FE-235C-507D-E511F7BB8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35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B6F8-32CC-3DE7-05B0-8C15A1D2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1013B-F4DD-E791-E71C-F6289BCD3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808FF-5F3D-3137-246C-2EA89EDBC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2E8C9-57ED-2446-6111-2B9E310C5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086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9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ustomXml" Target="../ink/ink11.xml"/><Relationship Id="rId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ustomXml" Target="../ink/ink13.xml"/><Relationship Id="rId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63640" y="566928"/>
            <a:ext cx="2651760" cy="41148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0" y="694944"/>
            <a:ext cx="239572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190, 198, 190, 225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print(len(scores))  # 4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scores.sort()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[190,190,198,225]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print(min(scores))  # 190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print(max(scores))  # 225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Storing, accessing, and manipulating sequences of values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CMPT 120  ·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List?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 sequence of 0 or more values — and order matters.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of any type. Write a list with [ ] and separate values with commas.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074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literal:  </a:t>
            </a:r>
            <a:r>
              <a:rPr lang="en-US" sz="14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[190, 198, 225]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542032"/>
            <a:ext cx="5074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5420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list:  </a:t>
            </a:r>
            <a:r>
              <a:rPr lang="en-US" sz="14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55264"/>
            <a:ext cx="5074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325526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 </a:t>
            </a:r>
            <a:r>
              <a:rPr lang="en-US" sz="14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len([190, 198, 225])  → 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804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lists: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23560" y="11887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33288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33288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[190, 198, 190, 225]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21031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33288" y="2130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33288" y="2377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['Mon','Tue','Wed']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3560" y="30175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33288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33288" y="3291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[True, False, True]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23560" y="39319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707B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33288" y="3959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33288" y="4206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[[0, 1], [1, 1], [2, 0]]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ABF1F0A-E30E-8EE1-3932-7CAC6C3CA0E2}"/>
                  </a:ext>
                </a:extLst>
              </p14:cNvPr>
              <p14:cNvContentPartPr/>
              <p14:nvPr/>
            </p14:nvContentPartPr>
            <p14:xfrm>
              <a:off x="500040" y="1800360"/>
              <a:ext cx="7229880" cy="2824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ABF1F0A-E30E-8EE1-3932-7CAC6C3CA0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680" y="1791000"/>
                <a:ext cx="7248600" cy="284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 List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[4, 7, 0, 7, 2, 6]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lives in a numbered slot. Indexing starts at 0.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-310004" y="182162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0116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0116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116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54788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54788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54788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59460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59460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59460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4132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4132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64132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68804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68804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68804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73476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73476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73476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0116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54788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59460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64132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68804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73476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54943" y="231997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negative </a:t>
            </a:r>
            <a:b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Indices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90764" y="1001268"/>
            <a:ext cx="2565338" cy="16916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7814" y="1039814"/>
            <a:ext cx="262618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print(L[0])   #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print(L[3])   # 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print(L[5])   #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print(L[6])   # IndexError!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print(L[-1])  #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print(L[-3])  # 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print(L[-6])  # 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39" y="3200400"/>
            <a:ext cx="6430165" cy="566928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3209544"/>
            <a:ext cx="7060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3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  to  len(L)−1           </a:t>
            </a: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13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−len(L)  to  −1         </a:t>
            </a: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</a:t>
            </a:r>
            <a:r>
              <a:rPr lang="en-US" sz="13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L[0]          </a:t>
            </a: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item</a:t>
            </a:r>
            <a:r>
              <a:rPr lang="en-US" sz="13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L[-1]</a:t>
            </a:r>
            <a:endParaRPr lang="en-US" sz="13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980FBD9-6779-F3B3-FE18-AB5188207E60}"/>
                  </a:ext>
                </a:extLst>
              </p14:cNvPr>
              <p14:cNvContentPartPr/>
              <p14:nvPr/>
            </p14:nvContentPartPr>
            <p14:xfrm>
              <a:off x="861840" y="1176480"/>
              <a:ext cx="7930080" cy="2643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980FBD9-6779-F3B3-FE18-AB5188207E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480" y="1167120"/>
                <a:ext cx="7948800" cy="266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a List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sub-list.  L[start : end]  gives  L[start], L[start+1], …, L[end−1]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004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 not included)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-493776" y="18608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" y="1755648"/>
            <a:ext cx="749808" cy="50292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6152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16152" y="1755648"/>
            <a:ext cx="749808" cy="50292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16152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1755648"/>
            <a:ext cx="749808" cy="50292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65960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15768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15768" y="1755648"/>
            <a:ext cx="749808" cy="50292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15768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65576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65576" y="1755648"/>
            <a:ext cx="749808" cy="50292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65576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15384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15384" y="1755648"/>
            <a:ext cx="749808" cy="50292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88152" y="1755648"/>
            <a:ext cx="749808" cy="502920"/>
          </a:xfrm>
          <a:prstGeom prst="rect">
            <a:avLst/>
          </a:prstGeom>
          <a:solidFill>
            <a:srgbClr val="F9E79F"/>
          </a:solidFill>
          <a:ln w="31750">
            <a:solidFill>
              <a:srgbClr val="F39C12"/>
            </a:solidFill>
            <a:prstDash val="solid"/>
          </a:ln>
        </p:spPr>
        <p:txBody>
          <a:bodyPr/>
          <a:lstStyle/>
          <a:p>
            <a:pPr algn="ctr"/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25" name="Text 23"/>
          <p:cNvSpPr/>
          <p:nvPr/>
        </p:nvSpPr>
        <p:spPr>
          <a:xfrm>
            <a:off x="4215384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16152" y="255600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L[1:4]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1170432"/>
            <a:ext cx="3794760" cy="242316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39512" y="1261872"/>
            <a:ext cx="355701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[4, 7, 0, 7, 2, 6]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L[1:4]  →  [7, 0, 7]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L[4:6]  →  [2, 6]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L[0:6]  →  [4, 7, 0, 7, 2, 6]  # full copy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L[3:3]  →  []                  # empty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Shortcuts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L[2:]   →  [0, 7, 2, 6] # index 2 to 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L[:4]   →  [4, 7, 0, 7] # start to index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L[:]    →  [4, 7, 0, 7, 2, 6]  # copy</a:t>
            </a:r>
            <a:endParaRPr lang="en-US" sz="1200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F73F3E6F-E072-B7ED-FCE1-88645F039BD1}"/>
              </a:ext>
            </a:extLst>
          </p:cNvPr>
          <p:cNvSpPr/>
          <p:nvPr/>
        </p:nvSpPr>
        <p:spPr>
          <a:xfrm rot="16200000">
            <a:off x="2231396" y="1321828"/>
            <a:ext cx="218936" cy="2249424"/>
          </a:xfrm>
          <a:prstGeom prst="leftBrac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86CF21-8102-4471-4718-F3983EAF6BC6}"/>
                  </a:ext>
                </a:extLst>
              </p14:cNvPr>
              <p14:cNvContentPartPr/>
              <p14:nvPr/>
            </p14:nvContentPartPr>
            <p14:xfrm>
              <a:off x="1495440" y="1066680"/>
              <a:ext cx="4929480" cy="2277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86CF21-8102-4471-4718-F3983EAF6B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6080" y="1057320"/>
                <a:ext cx="4948200" cy="229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temps = [72, 68, 74, 81, 79, 65, 88]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does  temps[2]  return?    temps[-1]?    temps[-3]?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a slice that returns  [74, 81, 79].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a slice that returns the last 3 elements.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BONUS: What does  temps[1:6:2]  return?  (Step slicing!)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all of these in the Python shell.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Mutable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strings, you </a:t>
            </a:r>
            <a:r>
              <a:rPr lang="en-US" sz="15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r>
              <a:rPr lang="en-US" sz="15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 individual elements of a list.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69080" cy="3456432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07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—  IMMUTABLE  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384048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" y="1783080"/>
            <a:ext cx="36027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= "H"</a:t>
            </a:r>
            <a:endParaRPr lang="en-US" sz="11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'str' object does not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support item assignment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3904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cannot be modified after creation.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69080" cy="3456432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307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 —  MUTABLE 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73752" y="1691640"/>
            <a:ext cx="384048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92624" y="1783080"/>
            <a:ext cx="36027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[4, 7, 0, 7, 2, 6]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L[0] = -5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print(L)</a:t>
            </a:r>
            <a:r>
              <a:rPr lang="en-US" sz="1150" dirty="0"/>
              <a:t>                  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</a:t>
            </a:r>
            <a:r>
              <a:rPr lang="en-US" sz="11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7, 0, 7, 2, 6]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L[3] = 99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print(L)</a:t>
            </a:r>
            <a:r>
              <a:rPr lang="en-US" sz="1150" dirty="0"/>
              <a:t>                  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[-5, 7, 0, </a:t>
            </a:r>
            <a:r>
              <a:rPr lang="en-US" sz="11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2, 6]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0328" y="3904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element can be replaced using index assignment.</a:t>
            </a:r>
            <a:endParaRPr lang="en-US" sz="12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CCAD1A3-0194-3C0E-0413-87D5C6ED24D7}"/>
                  </a:ext>
                </a:extLst>
              </p14:cNvPr>
              <p14:cNvContentPartPr/>
              <p14:nvPr/>
            </p14:nvContentPartPr>
            <p14:xfrm>
              <a:off x="576360" y="1585800"/>
              <a:ext cx="5553360" cy="591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CCAD1A3-0194-3C0E-0413-87D5C6ED24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000" y="1576440"/>
                <a:ext cx="5572080" cy="61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lists are equal if they have the same values in the same order.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6400800" cy="484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== [1, 2]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49240" y="126187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6400800" cy="48463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== [2, 1]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828800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6400800" cy="48463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== [1, 2, 3]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395728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6400800" cy="484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62656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['BC','AB'] == ['BC','AB']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296265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6400800" cy="48463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['BC','AB'] == ['BC','ab']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3529584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6400800" cy="484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96512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!= [2, 1]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409651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1261872"/>
            <a:ext cx="1828800" cy="2024021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50608" y="1371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L1 == L2 to be True: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50608" y="1737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50608" y="20848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243230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length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50608" y="27797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50608" y="2862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must hold!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D4DA27-881C-22B4-E98C-81A656533524}"/>
              </a:ext>
            </a:extLst>
          </p:cNvPr>
          <p:cNvSpPr txBox="1"/>
          <p:nvPr/>
        </p:nvSpPr>
        <p:spPr>
          <a:xfrm>
            <a:off x="1568605" y="4765288"/>
            <a:ext cx="142378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sz="1400" dirty="0"/>
              <a:t> is “not equal”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66B972-4CE8-76D6-B02A-E371ED7C1D67}"/>
              </a:ext>
            </a:extLst>
          </p:cNvPr>
          <p:cNvCxnSpPr>
            <a:stCxn id="32" idx="1"/>
          </p:cNvCxnSpPr>
          <p:nvPr/>
        </p:nvCxnSpPr>
        <p:spPr>
          <a:xfrm flipH="1" flipV="1">
            <a:off x="1243584" y="4453128"/>
            <a:ext cx="325021" cy="466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4662D62-A633-8C95-7424-75AEE303D3F8}"/>
                  </a:ext>
                </a:extLst>
              </p14:cNvPr>
              <p14:cNvContentPartPr/>
              <p14:nvPr/>
            </p14:nvContentPartPr>
            <p14:xfrm>
              <a:off x="385920" y="2761920"/>
              <a:ext cx="2328480" cy="1734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4662D62-A633-8C95-7424-75AEE303D3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560" y="2752560"/>
                <a:ext cx="2347200" cy="175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 +  &amp;  Repetition  *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strings, lists support  +  (join two lists) and  *  (repeat a list).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  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343400" cy="199339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91640"/>
            <a:ext cx="4105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 = ["Al", "Ned", "Bob"]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= ["Ned", "Zia"]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all_day = am + pm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print(all_day)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["Al", "Ned", "Bob", "Ned", "Zia"]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  *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3794760" cy="199339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48072" y="1691640"/>
            <a:ext cx="35570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= ["Ned", "Zia"]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 = 3 * pm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["Ned", "Zia",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"Ned", "Zia",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"Ned", "Zia"]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8503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am + pm  creates a new list — it does NOT change  am  or  pm.  + and * don’t change the original lists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769CE4-08CC-C860-C587-8BFD3575B619}"/>
                  </a:ext>
                </a:extLst>
              </p14:cNvPr>
              <p14:cNvContentPartPr/>
              <p14:nvPr/>
            </p14:nvContentPartPr>
            <p14:xfrm>
              <a:off x="509760" y="419040"/>
              <a:ext cx="6391800" cy="2710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769CE4-08CC-C860-C587-8BFD3575B6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400" y="409680"/>
                <a:ext cx="6410520" cy="272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&amp; Building Lists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scores = [85, 90, 78]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Change the second element to 92.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a new list  doubled  that is  scores  repeated twice using  *.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 all_scores  by concatenating  scores  with  [100, 95].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Predict the output: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 = [1, 2, 3]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 = 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b[0] = 99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print(a)         # What’s printed?  Why?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List Functions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several built-in functions that work directly on lists: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19202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8266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[85, 80, 70, 85, 95]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print(min(scores))               # 70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print(max(scores))               # 95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print(sum(scores))               # 415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print(len(scores))               #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print(sum(scores) / len(scores)) # 83.0   ← average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24612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32826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3630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len([4,7,0])  → 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11480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" y="4151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4498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min([4,7,0])  → 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27448" y="324612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7176" y="32826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7176" y="3630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max([4,7,0])  →  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411480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4151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values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4498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sum([4,7,0])  →  11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01A9EEC-03BC-9ACF-9FF5-BAB0B799EA77}"/>
                  </a:ext>
                </a:extLst>
              </p14:cNvPr>
              <p14:cNvContentPartPr/>
              <p14:nvPr/>
            </p14:nvContentPartPr>
            <p14:xfrm>
              <a:off x="995400" y="1856880"/>
              <a:ext cx="1838520" cy="815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01A9EEC-03BC-9ACF-9FF5-BAB0B799EA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6040" y="1847520"/>
                <a:ext cx="1857240" cy="83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Membership:  in  /  not in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50994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value appears in a list — returns  True  or  False.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5029200" cy="175178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47914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 "Bob", "Cam", "Dan"]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print("Cam" in who)      #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print("Zia" in who)      # False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print("Zia" not in who)  #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print("Al"  not in who)  # False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3055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3662172"/>
            <a:ext cx="5029200" cy="107442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3753612"/>
            <a:ext cx="4791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"Cam" in who: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print("Found him!")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"Zia" not in who: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who.append("Zia")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615DBD-E872-71EA-254E-981D31610B1D}"/>
                  </a:ext>
                </a:extLst>
              </p14:cNvPr>
              <p14:cNvContentPartPr/>
              <p14:nvPr/>
            </p14:nvContentPartPr>
            <p14:xfrm>
              <a:off x="1009800" y="1470960"/>
              <a:ext cx="2038680" cy="3187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615DBD-E872-71EA-254E-981D31610B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440" y="1461600"/>
                <a:ext cx="2057400" cy="32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6DFCCDD-9E8D-3426-57E5-25475990E15A}"/>
                  </a:ext>
                </a:extLst>
              </p14:cNvPr>
              <p14:cNvContentPartPr/>
              <p14:nvPr/>
            </p14:nvContentPartPr>
            <p14:xfrm>
              <a:off x="1166760" y="4476600"/>
              <a:ext cx="543240" cy="10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6DFCCDD-9E8D-3426-57E5-25475990E1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7400" y="4467240"/>
                <a:ext cx="561960" cy="2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&amp; Shrinking:  append  &amp;  pop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methods modify the list in-place (no copy is made).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16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L.append(x)  —  add x to the right end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581912"/>
            <a:ext cx="4937760" cy="141732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73352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who.append("Alice")  # ["Alice"]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who.append("Bob")    # ["Alice", "Bob"]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who.append("Cathy")  # ["Alice", "Bob", "Cathy"]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L.pop()  —  remove and return the last item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3456432"/>
            <a:ext cx="4937760" cy="1527048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547872"/>
            <a:ext cx="470001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 "Bob", "Cam", "Dan"]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who.pop()     # removes "Dan"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print(who)           # ["Al", "Bob", "Cam"]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who.pop()            # removes "Cam"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# who == ["Al", "Bob"]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216152"/>
            <a:ext cx="3337560" cy="3474720"/>
          </a:xfrm>
          <a:prstGeom prst="rect">
            <a:avLst/>
          </a:prstGeom>
          <a:solidFill>
            <a:srgbClr val="DBE9F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87568" y="13075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pop(i)  —  remove by index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87568" y="1719072"/>
            <a:ext cx="310896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06440" y="181051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["Al","Bob","Cam","Dan"]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who.pop(2)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removes "Cam"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who == ["Al","Bob","Dan"]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pop() with no arg: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removes LAST item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849624"/>
            <a:ext cx="333756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87568" y="3849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pop() on an empty list raises an  IndexError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AADD438-2C0B-7318-870A-0CDB60D34154}"/>
                  </a:ext>
                </a:extLst>
              </p14:cNvPr>
              <p14:cNvContentPartPr/>
              <p14:nvPr/>
            </p14:nvContentPartPr>
            <p14:xfrm>
              <a:off x="905040" y="1609560"/>
              <a:ext cx="7015320" cy="2548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AADD438-2C0B-7318-870A-0CDB60D341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680" y="1600200"/>
                <a:ext cx="7034040" cy="25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36B5213-4988-3A14-5177-1C1DCC96DE62}"/>
                  </a:ext>
                </a:extLst>
              </p14:cNvPr>
              <p14:cNvContentPartPr/>
              <p14:nvPr/>
            </p14:nvContentPartPr>
            <p14:xfrm>
              <a:off x="419040" y="4067280"/>
              <a:ext cx="1371960" cy="81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36B5213-4988-3A14-5177-1C1DCC96DE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680" y="4057920"/>
                <a:ext cx="1390680" cy="10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Methods:  remove,  insert,  reverse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L.remove(x)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first occurrence of x.  Raises ValueError if not found.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804672"/>
            <a:ext cx="4800600" cy="11430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33672" y="896112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 "Bob","Cam","Bob"]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who.remove("Bob")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print(who)  # ["Al", "Cam", "Bob"]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who.remove("Joe")  # ValueError!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21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L.insert(i, 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x so it ends up at index i.  Existing items shift right.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221992"/>
            <a:ext cx="4800600" cy="11430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33672" y="2313432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[0, 1, 2, 3]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nums.insert(2, "X")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[0, 1, "X", 2, 3]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639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L.reverse()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3977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all items in L in-place.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3639312"/>
            <a:ext cx="4800600" cy="11430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33672" y="3730752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 "Bob", "Cam", "Dan"]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who.reverse()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print(who)  # ["Dan", "Cam", "Bob", "Al"]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BE1AEAE-DB96-97A3-A8DF-1E4F5BA51BAC}"/>
                  </a:ext>
                </a:extLst>
              </p14:cNvPr>
              <p14:cNvContentPartPr/>
              <p14:nvPr/>
            </p14:nvContentPartPr>
            <p14:xfrm>
              <a:off x="328680" y="976320"/>
              <a:ext cx="6720120" cy="3444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BE1AEAE-DB96-97A3-A8DF-1E4F5BA51B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320" y="966960"/>
                <a:ext cx="6738840" cy="346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61775C1-9E93-5339-9A96-21B61FF4DB12}"/>
                  </a:ext>
                </a:extLst>
              </p14:cNvPr>
              <p14:cNvContentPartPr/>
              <p14:nvPr/>
            </p14:nvContentPartPr>
            <p14:xfrm>
              <a:off x="419040" y="1133640"/>
              <a:ext cx="5094720" cy="3124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61775C1-9E93-5339-9A96-21B61FF4DB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680" y="1124280"/>
                <a:ext cx="5113440" cy="314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Methods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 names = ["Alice", "Bob", "Carol"]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Append  "Dave"  to the list.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 pop()  — what element is removed?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Insert  "Zara"  so it ends up at index 1.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Remove  "Bob"  from the list.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Reverse the list.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final list look like?  Trace through each step!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↔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makes it easy to convert between strings and lists: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52728"/>
            <a:ext cx="3246120" cy="109728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55064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string s into a list of its characters.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1252728"/>
            <a:ext cx="5166360" cy="109728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22192" y="1344168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= list('Alice')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print(letters)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['A', 'l', 'i', 'c', 'e']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3246120" cy="109728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5786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sep.join(L)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916936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list L into one string with sep between items.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2514600"/>
            <a:ext cx="5166360" cy="109728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22192" y="260604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 '.join(['A', 'l', 'i'])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'A, l, i'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''.join(['A', 'l', 'i'])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'Ali'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76472"/>
            <a:ext cx="3246120" cy="109728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8404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s.split()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4178808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string s into a list of words (on whitespace).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3320" y="3776472"/>
            <a:ext cx="5166360" cy="109728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22192" y="386791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 bike boat'.split()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['car', 'bike', 'boat']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'a,b,c'.split(',')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['a', 'b', 'c']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790BBD7-B8CE-07A3-1EEE-4CE0F5F1AD9E}"/>
                  </a:ext>
                </a:extLst>
              </p14:cNvPr>
              <p14:cNvContentPartPr/>
              <p14:nvPr/>
            </p14:nvContentPartPr>
            <p14:xfrm>
              <a:off x="466560" y="1576080"/>
              <a:ext cx="5472720" cy="3025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790BBD7-B8CE-07A3-1EEE-4CE0F5F1AD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0" y="1566720"/>
                <a:ext cx="5491440" cy="304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&amp; Pass by Reference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assign a list to another variable or pass it to a function, no copy is made.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4206240" cy="16916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3968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         # b is an alias for a!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b[0] = 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 # [99, 2, 3]  ← a changed!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  # [99, 2, 3]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25296"/>
            <a:ext cx="4114800" cy="2478024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28032" y="1664208"/>
            <a:ext cx="320040" cy="2926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6642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28032" y="2359152"/>
            <a:ext cx="320040" cy="2926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23591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33872" y="1298448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33872" y="1554480"/>
            <a:ext cx="66751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3872" y="1554480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01384" y="1298448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01384" y="1554480"/>
            <a:ext cx="66751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01384" y="1554480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68896" y="1298448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68896" y="1554480"/>
            <a:ext cx="66751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68896" y="1554480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28529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 a  and  b  point to the SAME list!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" y="345643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reference (in functions):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8503920" cy="1225296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3895344"/>
            <a:ext cx="8266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double_first(lst):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lst[0] = lst[0] * 2   # modifies the passed-in list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[5, 10, 15]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double_first(nums)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[10, 10, 15]   ← original changed!</a:t>
            </a: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BA4CA9-415A-ABF8-F1C1-0D2C390F2816}"/>
              </a:ext>
            </a:extLst>
          </p:cNvPr>
          <p:cNvCxnSpPr>
            <a:endCxn id="18" idx="1"/>
          </p:cNvCxnSpPr>
          <p:nvPr/>
        </p:nvCxnSpPr>
        <p:spPr>
          <a:xfrm flipV="1">
            <a:off x="5148072" y="1792224"/>
            <a:ext cx="685800" cy="21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33D02B8-FF75-1E3D-327A-3537DF40CFB1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148072" y="2002536"/>
            <a:ext cx="667512" cy="502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6EA1499-FDD5-117C-4DD0-8046AE05BF9B}"/>
                  </a:ext>
                </a:extLst>
              </p14:cNvPr>
              <p14:cNvContentPartPr/>
              <p14:nvPr/>
            </p14:nvContentPartPr>
            <p14:xfrm>
              <a:off x="452520" y="1595520"/>
              <a:ext cx="5848560" cy="1141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6EA1499-FDD5-117C-4DD0-8046AE05BF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3160" y="1586160"/>
                <a:ext cx="5867280" cy="116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↔ Lists  &amp;  Aliasing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Strings &amp; Lists: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Given:  sentence = "the quick brown fox"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 Split sentence into a list of words.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 Join the words back together with  " | "  as separator.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 Convert  "Python"  to a list of characters, then join them with  "-".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Aliasing: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  Predict the output: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x = [10, 20, 30]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y = x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x.append(40)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print(y)          # What prints?  Why?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into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pattern: read a text file, then split it into a list of lines.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24612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07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joke.txt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Who's there?\n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broken pencil.\n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broken pencil who?\n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mind. It's pointless.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93592" y="2304288"/>
            <a:ext cx="475488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87952" y="1234440"/>
            <a:ext cx="4636008" cy="288036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06824" y="1325880"/>
            <a:ext cx="43982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 version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file_obj   = open("joke.txt")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big_string = file_obj.read()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     = big_string.split("\n")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520440"/>
            <a:ext cx="3246120" cy="1298448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3584448"/>
            <a:ext cx="2999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text files, each line ends with  \n  (newline).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split("\n")  breaks the string at each newline character.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3D62174-7328-BB48-1F49-BA4C9068F9A4}"/>
                  </a:ext>
                </a:extLst>
              </p14:cNvPr>
              <p14:cNvContentPartPr/>
              <p14:nvPr/>
            </p14:nvContentPartPr>
            <p14:xfrm>
              <a:off x="2528640" y="1528920"/>
              <a:ext cx="4701240" cy="748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3D62174-7328-BB48-1F49-BA4C9068F9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9280" y="1519560"/>
                <a:ext cx="4719960" cy="76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5EC97-2E97-BBFE-1148-2DDD68AE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D511E8-C8F8-1690-7D75-3AA078BEBB4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0F38A9-28C7-1BDC-938E-EEA3CD780237}"/>
              </a:ext>
            </a:extLst>
          </p:cNvPr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FB7F71-E899-43AC-AF10-F745F0389000}"/>
              </a:ext>
            </a:extLst>
          </p:cNvPr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into Lists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8CAE47-6C28-410B-0341-8314AD836D45}"/>
              </a:ext>
            </a:extLst>
          </p:cNvPr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pattern: read a text file, then split it into a list of lines.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0372D9-DA4D-AE23-F42F-861E1DF3B126}"/>
              </a:ext>
            </a:extLst>
          </p:cNvPr>
          <p:cNvSpPr/>
          <p:nvPr/>
        </p:nvSpPr>
        <p:spPr>
          <a:xfrm>
            <a:off x="320040" y="1234440"/>
            <a:ext cx="324612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D1DDAE-7DD6-605B-8B97-DAE204688F32}"/>
              </a:ext>
            </a:extLst>
          </p:cNvPr>
          <p:cNvSpPr/>
          <p:nvPr/>
        </p:nvSpPr>
        <p:spPr>
          <a:xfrm>
            <a:off x="438912" y="1307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joke.txt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4CCB4A3-4D25-5720-4DD0-1DA78C4E0046}"/>
              </a:ext>
            </a:extLst>
          </p:cNvPr>
          <p:cNvSpPr/>
          <p:nvPr/>
        </p:nvSpPr>
        <p:spPr>
          <a:xfrm>
            <a:off x="457200" y="1609344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Who's there?\n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broken pencil.\n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broken pencil who?\n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mind. It's pointless.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374AE7-5E32-AEF1-AC16-39F8D33CEFED}"/>
              </a:ext>
            </a:extLst>
          </p:cNvPr>
          <p:cNvSpPr/>
          <p:nvPr/>
        </p:nvSpPr>
        <p:spPr>
          <a:xfrm>
            <a:off x="3593592" y="2304288"/>
            <a:ext cx="475488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5AB4A7F-6A9B-7940-DFB2-8B3D2E12BCFD}"/>
              </a:ext>
            </a:extLst>
          </p:cNvPr>
          <p:cNvSpPr/>
          <p:nvPr/>
        </p:nvSpPr>
        <p:spPr>
          <a:xfrm>
            <a:off x="4187952" y="1234440"/>
            <a:ext cx="4636008" cy="288036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D1B8AF-3AC0-FB29-650C-073354F77C83}"/>
              </a:ext>
            </a:extLst>
          </p:cNvPr>
          <p:cNvSpPr/>
          <p:nvPr/>
        </p:nvSpPr>
        <p:spPr>
          <a:xfrm>
            <a:off x="4306824" y="1325880"/>
            <a:ext cx="43982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 version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file_obj   = open("joke.txt")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big_string = file_obj.read()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     = big_string.split("\n")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Short version (method chaining)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open("joke.txt").read().split("\n")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["Who's there?", "A broken pencil.",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"A broken pencil who?",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"Never mind. It's pointless."]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4692CB1-B95C-1D13-D678-DDC979BD1E9D}"/>
              </a:ext>
            </a:extLst>
          </p:cNvPr>
          <p:cNvSpPr/>
          <p:nvPr/>
        </p:nvSpPr>
        <p:spPr>
          <a:xfrm>
            <a:off x="320040" y="3520440"/>
            <a:ext cx="3246120" cy="1298448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EB93C57-B9E4-778F-2D5A-EAC91A07D318}"/>
              </a:ext>
            </a:extLst>
          </p:cNvPr>
          <p:cNvSpPr/>
          <p:nvPr/>
        </p:nvSpPr>
        <p:spPr>
          <a:xfrm>
            <a:off x="438912" y="3584448"/>
            <a:ext cx="2999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text files, each line ends with  \n  (newline).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split("\n")  breaks the string at each newline character.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64EE540-5604-CDFB-F16E-CCBC64640B76}"/>
                  </a:ext>
                </a:extLst>
              </p14:cNvPr>
              <p14:cNvContentPartPr/>
              <p14:nvPr/>
            </p14:nvContentPartPr>
            <p14:xfrm>
              <a:off x="4329000" y="2523960"/>
              <a:ext cx="4296240" cy="205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64EE540-5604-CDFB-F16E-CCBC64640B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9640" y="2514600"/>
                <a:ext cx="4314960" cy="22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843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L.sort()  rearranges the list into ascending order — in-place, no copy.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.sort():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73352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86584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99816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13048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4188" y="2496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.sort():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94960" y="1220724"/>
            <a:ext cx="3611880" cy="327355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13832" y="1312164"/>
            <a:ext cx="33741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numbers ascending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[4, 1, 6, 1, 3, 2]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[1, 1, 2, 3, 4, 6]</a:t>
            </a:r>
            <a:endParaRPr lang="en-US" sz="1200" dirty="0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C3CCAE24-A567-F892-5721-CD6FA1EF6F85}"/>
              </a:ext>
            </a:extLst>
          </p:cNvPr>
          <p:cNvSpPr/>
          <p:nvPr/>
        </p:nvSpPr>
        <p:spPr>
          <a:xfrm>
            <a:off x="2881140" y="2174971"/>
            <a:ext cx="133592" cy="109988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EDCE6FF-1EC2-CDD1-F089-5515B7D8FAE5}"/>
                  </a:ext>
                </a:extLst>
              </p14:cNvPr>
              <p14:cNvContentPartPr/>
              <p14:nvPr/>
            </p14:nvContentPartPr>
            <p14:xfrm>
              <a:off x="5448240" y="1685880"/>
              <a:ext cx="1024200" cy="196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EDCE6FF-1EC2-CDD1-F089-5515B7D8FA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38880" y="1676520"/>
                <a:ext cx="1042920" cy="21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C9A0A-C04D-D869-7B6A-54D56005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EDFAC-A50A-A598-CDD4-0FB8549EB36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D6C35C-9B39-219B-0514-F24EA5D7EEBB}"/>
              </a:ext>
            </a:extLst>
          </p:cNvPr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2BC241-4DA0-240E-F91A-261B702F5462}"/>
              </a:ext>
            </a:extLst>
          </p:cNvPr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Lists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1A21CD-888B-B087-F123-BF897B571036}"/>
              </a:ext>
            </a:extLst>
          </p:cNvPr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L.sort()  rearranges the list into ascending order — in-place, no copy.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E85BD4-2C92-3636-0F4A-D9BE85B6D4E4}"/>
              </a:ext>
            </a:extLst>
          </p:cNvPr>
          <p:cNvSpPr/>
          <p:nvPr/>
        </p:nvSpPr>
        <p:spPr>
          <a:xfrm>
            <a:off x="3200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.sort():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11E70D-CD5E-8869-ECD4-69AB58D865AD}"/>
              </a:ext>
            </a:extLst>
          </p:cNvPr>
          <p:cNvSpPr/>
          <p:nvPr/>
        </p:nvSpPr>
        <p:spPr>
          <a:xfrm>
            <a:off x="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B1D43F-C234-29F9-0B38-2D12409FD792}"/>
              </a:ext>
            </a:extLst>
          </p:cNvPr>
          <p:cNvSpPr/>
          <p:nvPr/>
        </p:nvSpPr>
        <p:spPr>
          <a:xfrm>
            <a:off x="96012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30F626-39A1-BC08-1780-158F52A74E4D}"/>
              </a:ext>
            </a:extLst>
          </p:cNvPr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FD5187-BBDD-7039-2E42-A0D7254EE8F8}"/>
              </a:ext>
            </a:extLst>
          </p:cNvPr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96CBDB-3851-0807-6266-3650C3A72267}"/>
              </a:ext>
            </a:extLst>
          </p:cNvPr>
          <p:cNvSpPr/>
          <p:nvPr/>
        </p:nvSpPr>
        <p:spPr>
          <a:xfrm>
            <a:off x="1673352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7AB291-FFB2-F270-D974-9BC86F1C3487}"/>
              </a:ext>
            </a:extLst>
          </p:cNvPr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5F03A0A-ED7B-F0FB-3AAD-9998FEDBBBC3}"/>
              </a:ext>
            </a:extLst>
          </p:cNvPr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634B18D-E57B-B783-B5B5-514F661734F1}"/>
              </a:ext>
            </a:extLst>
          </p:cNvPr>
          <p:cNvSpPr/>
          <p:nvPr/>
        </p:nvSpPr>
        <p:spPr>
          <a:xfrm>
            <a:off x="2386584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FBFBC30-DF71-6724-CA86-CC5B7F773B63}"/>
              </a:ext>
            </a:extLst>
          </p:cNvPr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00F2D99-2786-4281-19E6-4AC3492E34AB}"/>
              </a:ext>
            </a:extLst>
          </p:cNvPr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8A2CAF5-487B-BAF4-8F3C-28C219C16853}"/>
              </a:ext>
            </a:extLst>
          </p:cNvPr>
          <p:cNvSpPr/>
          <p:nvPr/>
        </p:nvSpPr>
        <p:spPr>
          <a:xfrm>
            <a:off x="3099816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DB018B4-9284-B13C-8FEC-F469F597ADC2}"/>
              </a:ext>
            </a:extLst>
          </p:cNvPr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A10F5-0741-0AE4-0A42-4FE11F710DF2}"/>
              </a:ext>
            </a:extLst>
          </p:cNvPr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328A9CC-493D-EB1C-0607-FBF8AFBF29F8}"/>
              </a:ext>
            </a:extLst>
          </p:cNvPr>
          <p:cNvSpPr/>
          <p:nvPr/>
        </p:nvSpPr>
        <p:spPr>
          <a:xfrm>
            <a:off x="3813048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E71A899-CCB3-1DE2-07E2-C7702D80AFE5}"/>
              </a:ext>
            </a:extLst>
          </p:cNvPr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FBF0099-D03C-9EF0-CA6E-407BC50AAE6D}"/>
              </a:ext>
            </a:extLst>
          </p:cNvPr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81DC4CA-E045-B643-1E33-1276150A81A3}"/>
              </a:ext>
            </a:extLst>
          </p:cNvPr>
          <p:cNvSpPr/>
          <p:nvPr/>
        </p:nvSpPr>
        <p:spPr>
          <a:xfrm>
            <a:off x="452628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B25A1DA-A845-DBA0-02F5-E3BDE0D11425}"/>
              </a:ext>
            </a:extLst>
          </p:cNvPr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0082D5B-42F4-6DDD-E234-DD8630F4659F}"/>
              </a:ext>
            </a:extLst>
          </p:cNvPr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7147872-9B98-4BD6-AEAD-CC97F4F7FCCA}"/>
              </a:ext>
            </a:extLst>
          </p:cNvPr>
          <p:cNvSpPr/>
          <p:nvPr/>
        </p:nvSpPr>
        <p:spPr>
          <a:xfrm>
            <a:off x="1504188" y="2496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1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47377EF-B1F5-A7CC-C4D7-830B8C6AE1F8}"/>
              </a:ext>
            </a:extLst>
          </p:cNvPr>
          <p:cNvSpPr/>
          <p:nvPr/>
        </p:nvSpPr>
        <p:spPr>
          <a:xfrm>
            <a:off x="32004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.sort():</a:t>
            </a:r>
            <a:endParaRPr lang="en-US" sz="12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5495CB8-6E13-52C2-E8A5-0780854F1617}"/>
              </a:ext>
            </a:extLst>
          </p:cNvPr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6BF236F-0C6A-B08C-A9D1-5B308AFB6739}"/>
              </a:ext>
            </a:extLst>
          </p:cNvPr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229336E-6262-168B-BC5A-BBB5F3380BBA}"/>
              </a:ext>
            </a:extLst>
          </p:cNvPr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C094D09-4410-49D8-7FE7-A7BC5F56BF73}"/>
              </a:ext>
            </a:extLst>
          </p:cNvPr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BA1890B-44BB-FA48-A64C-D66793879022}"/>
              </a:ext>
            </a:extLst>
          </p:cNvPr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DD60CDB-0A9A-7CC6-A118-38EA76F52737}"/>
              </a:ext>
            </a:extLst>
          </p:cNvPr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4CE6DDC-56D7-E020-FC82-FB1131C77120}"/>
              </a:ext>
            </a:extLst>
          </p:cNvPr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5FBB160-DFA4-B059-7F38-CB375B3CE6A2}"/>
              </a:ext>
            </a:extLst>
          </p:cNvPr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522BD75-1F3C-B182-464F-147D0F632908}"/>
              </a:ext>
            </a:extLst>
          </p:cNvPr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86EAE41-DB64-0D7C-B82F-8F59FF721B3E}"/>
              </a:ext>
            </a:extLst>
          </p:cNvPr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47C35BA-A5A0-8A7C-7E23-FCCD899F2503}"/>
              </a:ext>
            </a:extLst>
          </p:cNvPr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5649133-6115-4521-1DD8-DE57F137442F}"/>
              </a:ext>
            </a:extLst>
          </p:cNvPr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2FCA523-0372-3619-2EF3-8E89166657DD}"/>
              </a:ext>
            </a:extLst>
          </p:cNvPr>
          <p:cNvSpPr/>
          <p:nvPr/>
        </p:nvSpPr>
        <p:spPr>
          <a:xfrm>
            <a:off x="5394960" y="1220724"/>
            <a:ext cx="3611880" cy="327355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BE5DF54-9B94-8A59-0D12-753A3ADFECC1}"/>
              </a:ext>
            </a:extLst>
          </p:cNvPr>
          <p:cNvSpPr/>
          <p:nvPr/>
        </p:nvSpPr>
        <p:spPr>
          <a:xfrm>
            <a:off x="5513832" y="1312164"/>
            <a:ext cx="33741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numbers ascending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[4, 1, 6, 1, 3, 2]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[1, 1, 2, 3, 4, 6]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descending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nums.reverse()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[6, 4, 3, 2, 1, 1]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FE01ACA3-ECAB-D7A2-E826-E32F202DED3A}"/>
              </a:ext>
            </a:extLst>
          </p:cNvPr>
          <p:cNvSpPr/>
          <p:nvPr/>
        </p:nvSpPr>
        <p:spPr>
          <a:xfrm>
            <a:off x="2881140" y="2174971"/>
            <a:ext cx="133592" cy="109988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411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D1401-B689-3BB0-9A7B-A1661A0B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259579-165E-78EB-248C-7D05941705A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5F75AF-9F16-182E-428C-8C519DAEE53D}"/>
              </a:ext>
            </a:extLst>
          </p:cNvPr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12C244-AE14-4CB5-3066-3A531A8BDC45}"/>
              </a:ext>
            </a:extLst>
          </p:cNvPr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Lists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E05697-B0FE-5CA2-7434-37E5A1F816F6}"/>
              </a:ext>
            </a:extLst>
          </p:cNvPr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L.sort()  rearranges the list into ascending order — in-place, no copy.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3104B1-848B-274A-67B1-B6068ABCBBB1}"/>
              </a:ext>
            </a:extLst>
          </p:cNvPr>
          <p:cNvSpPr/>
          <p:nvPr/>
        </p:nvSpPr>
        <p:spPr>
          <a:xfrm>
            <a:off x="3200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.sort():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FBEFE7-78F4-FD20-49EC-D13EFC698AD3}"/>
              </a:ext>
            </a:extLst>
          </p:cNvPr>
          <p:cNvSpPr/>
          <p:nvPr/>
        </p:nvSpPr>
        <p:spPr>
          <a:xfrm>
            <a:off x="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3E89775-CC18-96A0-67B4-76EED74FFB3D}"/>
              </a:ext>
            </a:extLst>
          </p:cNvPr>
          <p:cNvSpPr/>
          <p:nvPr/>
        </p:nvSpPr>
        <p:spPr>
          <a:xfrm>
            <a:off x="96012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3D4A0DA-6BA0-44C2-BF41-556F5E07B109}"/>
              </a:ext>
            </a:extLst>
          </p:cNvPr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D2986B-4DC5-9485-C4E3-7B2A13F35FE3}"/>
              </a:ext>
            </a:extLst>
          </p:cNvPr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3B72275-7B2F-02AA-A9CD-CE1E5D1C3EBB}"/>
              </a:ext>
            </a:extLst>
          </p:cNvPr>
          <p:cNvSpPr/>
          <p:nvPr/>
        </p:nvSpPr>
        <p:spPr>
          <a:xfrm>
            <a:off x="1673352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E6E44A6-EC0D-68E5-E3DB-C000CEDF81CE}"/>
              </a:ext>
            </a:extLst>
          </p:cNvPr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B171433-6E15-9F62-F072-2FA7AA97FEF2}"/>
              </a:ext>
            </a:extLst>
          </p:cNvPr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B11EA7-DD12-58D6-28E3-32647A8E8B2B}"/>
              </a:ext>
            </a:extLst>
          </p:cNvPr>
          <p:cNvSpPr/>
          <p:nvPr/>
        </p:nvSpPr>
        <p:spPr>
          <a:xfrm>
            <a:off x="2386584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07C5F63-53E8-C0B5-64F2-5873C8109FC1}"/>
              </a:ext>
            </a:extLst>
          </p:cNvPr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749621-0D1F-73B9-4C26-4B910B6E3E9A}"/>
              </a:ext>
            </a:extLst>
          </p:cNvPr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F237C5-5565-2C86-E364-17D5A11E2D97}"/>
              </a:ext>
            </a:extLst>
          </p:cNvPr>
          <p:cNvSpPr/>
          <p:nvPr/>
        </p:nvSpPr>
        <p:spPr>
          <a:xfrm>
            <a:off x="3099816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DDB7046-BDAF-EC0C-6318-EF54F71D8F77}"/>
              </a:ext>
            </a:extLst>
          </p:cNvPr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495B25D-527A-4C3F-FA3A-5AA5B805AB60}"/>
              </a:ext>
            </a:extLst>
          </p:cNvPr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DB50CFD-0319-D4B4-9F4B-365F82C3BE8F}"/>
              </a:ext>
            </a:extLst>
          </p:cNvPr>
          <p:cNvSpPr/>
          <p:nvPr/>
        </p:nvSpPr>
        <p:spPr>
          <a:xfrm>
            <a:off x="3813048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0A4DC82-0E90-BA00-C01B-79B993DF3E27}"/>
              </a:ext>
            </a:extLst>
          </p:cNvPr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3AFBFB-1DD0-6CD5-4E2F-8E7129BFD747}"/>
              </a:ext>
            </a:extLst>
          </p:cNvPr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C21D7C-1792-25B1-8B5A-0DEA3EB5DBE6}"/>
              </a:ext>
            </a:extLst>
          </p:cNvPr>
          <p:cNvSpPr/>
          <p:nvPr/>
        </p:nvSpPr>
        <p:spPr>
          <a:xfrm>
            <a:off x="452628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E323C26-F3A7-4D64-C617-272F744CBB51}"/>
              </a:ext>
            </a:extLst>
          </p:cNvPr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A4677C5-59CE-421E-ED7B-56E51AF48082}"/>
              </a:ext>
            </a:extLst>
          </p:cNvPr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DA5E0C2-7382-0B99-03BB-3696D3028CCC}"/>
              </a:ext>
            </a:extLst>
          </p:cNvPr>
          <p:cNvSpPr/>
          <p:nvPr/>
        </p:nvSpPr>
        <p:spPr>
          <a:xfrm>
            <a:off x="1504188" y="2496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1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A3C3A15-7AAC-9AA9-E0FA-677320F847EE}"/>
              </a:ext>
            </a:extLst>
          </p:cNvPr>
          <p:cNvSpPr/>
          <p:nvPr/>
        </p:nvSpPr>
        <p:spPr>
          <a:xfrm>
            <a:off x="32004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.sort():</a:t>
            </a:r>
            <a:endParaRPr lang="en-US" sz="12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6A8E613-494C-B0EE-0A15-385E83A4B1EA}"/>
              </a:ext>
            </a:extLst>
          </p:cNvPr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7C3218D-4131-5B94-4ACC-4B9722DDBB6B}"/>
              </a:ext>
            </a:extLst>
          </p:cNvPr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D1B3716-4173-668C-13FF-36DD057C0118}"/>
              </a:ext>
            </a:extLst>
          </p:cNvPr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663E01A-E10F-D658-1695-4F1F722B020A}"/>
              </a:ext>
            </a:extLst>
          </p:cNvPr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202412A-0D2C-93E5-B7DE-813DF2E8EBA0}"/>
              </a:ext>
            </a:extLst>
          </p:cNvPr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6E1B95F-7988-649F-E158-399999F2409D}"/>
              </a:ext>
            </a:extLst>
          </p:cNvPr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B439C8B-5533-EC67-BE94-505166BA16E8}"/>
              </a:ext>
            </a:extLst>
          </p:cNvPr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432EEA8-0C6F-ACCB-98A6-370D9135B9CC}"/>
              </a:ext>
            </a:extLst>
          </p:cNvPr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CEF9B73-D78F-9924-7EF0-840087B10CC3}"/>
              </a:ext>
            </a:extLst>
          </p:cNvPr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B7B8AD2-7252-D61C-7471-2205BCAE510F}"/>
              </a:ext>
            </a:extLst>
          </p:cNvPr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5978182-44EA-6F74-4279-BFABD0397142}"/>
              </a:ext>
            </a:extLst>
          </p:cNvPr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FA68710-64AF-D11C-B8F2-50AEF97F2468}"/>
              </a:ext>
            </a:extLst>
          </p:cNvPr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2BC4073-E396-ABCB-E8FF-6BD290719861}"/>
              </a:ext>
            </a:extLst>
          </p:cNvPr>
          <p:cNvSpPr/>
          <p:nvPr/>
        </p:nvSpPr>
        <p:spPr>
          <a:xfrm>
            <a:off x="5394960" y="1220724"/>
            <a:ext cx="3611880" cy="327355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04D6C80-66E3-D7BB-7D4F-34F195216DF8}"/>
              </a:ext>
            </a:extLst>
          </p:cNvPr>
          <p:cNvSpPr/>
          <p:nvPr/>
        </p:nvSpPr>
        <p:spPr>
          <a:xfrm>
            <a:off x="5513832" y="1312164"/>
            <a:ext cx="33741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numbers ascending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[4, 1, 6, 1, 3, 2]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[1, 1, 2, 3, 4, 6]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descending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nums.reverse()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[6, 4, 3, 2, 1, 1]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strings alphabetically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pets = ["dog", "zebra", "cat"]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pets.sort</a:t>
            </a: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print(pets)  # ["cat", "dog", "zebra"]</a:t>
            </a:r>
            <a:endParaRPr lang="en-US" sz="1200" dirty="0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A5A7D12D-D25E-DEF5-150E-FBBA21AEFC9B}"/>
              </a:ext>
            </a:extLst>
          </p:cNvPr>
          <p:cNvSpPr/>
          <p:nvPr/>
        </p:nvSpPr>
        <p:spPr>
          <a:xfrm>
            <a:off x="2881140" y="2174971"/>
            <a:ext cx="133592" cy="109988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067D845-3E70-37BA-D631-FF990E39F2DE}"/>
                  </a:ext>
                </a:extLst>
              </p14:cNvPr>
              <p14:cNvContentPartPr/>
              <p14:nvPr/>
            </p14:nvContentPartPr>
            <p14:xfrm>
              <a:off x="6119640" y="3418920"/>
              <a:ext cx="2491200" cy="7153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067D845-3E70-37BA-D631-FF990E39F2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0280" y="3409560"/>
                <a:ext cx="2509920" cy="73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3319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Putting It All Together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grades = [72, 95, 88, 61, 79, 91, 84]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Sort the list in ascending order.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Sort the list in descending order (highest first).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After sorting descending, use a slice to get the top 3 grades.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CHALLENGE: Write code that reads a file of numbers (one per line),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converts them to integers, sorts them, and prints the top 5.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Key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" cy="11155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L[i]  L[-1]  L[a:b]  L[:]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91256" y="914400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91256" y="914400"/>
            <a:ext cx="201168" cy="11155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65576" y="10058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65576" y="13716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L[i] = x   (unlike strings)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62472" y="914400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62472" y="914400"/>
            <a:ext cx="201168" cy="11155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10058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36792" y="13716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  min  max  sum  in  not 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212848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201168" cy="11155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3042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Methods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 pop  remove  insert  reverse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91256" y="2212848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91256" y="2212848"/>
            <a:ext cx="201168" cy="11155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65576" y="23042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↔ Lists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65576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list(s)   sep.join(L)   s.split()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62472" y="2212848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62472" y="2212848"/>
            <a:ext cx="20116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23042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36792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L.sort</a:t>
            </a: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    </a:t>
            </a:r>
            <a:r>
              <a:rPr lang="en-US" sz="1050" dirty="0" err="1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L.reverse</a:t>
            </a: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E4A094A-126A-EB60-BE51-89025A6026B0}"/>
                  </a:ext>
                </a:extLst>
              </p14:cNvPr>
              <p14:cNvContentPartPr/>
              <p14:nvPr/>
            </p14:nvContentPartPr>
            <p14:xfrm>
              <a:off x="723960" y="1775880"/>
              <a:ext cx="7844040" cy="1453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E4A094A-126A-EB60-BE51-89025A6026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600" y="1766520"/>
                <a:ext cx="7862760" cy="147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3016</Words>
  <Application>Microsoft Macintosh PowerPoint</Application>
  <PresentationFormat>On-screen Show (16:9)</PresentationFormat>
  <Paragraphs>511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Python Lists</dc:title>
  <dc:subject>PptxGenJS Presentation</dc:subject>
  <dc:creator>CMPT 120</dc:creator>
  <cp:lastModifiedBy>Toby Donaldson</cp:lastModifiedBy>
  <cp:revision>1</cp:revision>
  <dcterms:created xsi:type="dcterms:W3CDTF">2026-03-03T23:09:02Z</dcterms:created>
  <dcterms:modified xsi:type="dcterms:W3CDTF">2026-03-18T17:04:40Z</dcterms:modified>
</cp:coreProperties>
</file>