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70"/>
  </p:notesMasterIdLst>
  <p:sldIdLst>
    <p:sldId id="256" r:id="rId2"/>
    <p:sldId id="278" r:id="rId3"/>
    <p:sldId id="257" r:id="rId4"/>
    <p:sldId id="330" r:id="rId5"/>
    <p:sldId id="274" r:id="rId6"/>
    <p:sldId id="275" r:id="rId7"/>
    <p:sldId id="277" r:id="rId8"/>
    <p:sldId id="273" r:id="rId9"/>
    <p:sldId id="272" r:id="rId10"/>
    <p:sldId id="276" r:id="rId11"/>
    <p:sldId id="271" r:id="rId12"/>
    <p:sldId id="259" r:id="rId13"/>
    <p:sldId id="260" r:id="rId14"/>
    <p:sldId id="261" r:id="rId15"/>
    <p:sldId id="322" r:id="rId16"/>
    <p:sldId id="331" r:id="rId17"/>
    <p:sldId id="262" r:id="rId18"/>
    <p:sldId id="323" r:id="rId19"/>
    <p:sldId id="263" r:id="rId20"/>
    <p:sldId id="264" r:id="rId21"/>
    <p:sldId id="265" r:id="rId22"/>
    <p:sldId id="266" r:id="rId23"/>
    <p:sldId id="270" r:id="rId24"/>
    <p:sldId id="269" r:id="rId25"/>
    <p:sldId id="324" r:id="rId26"/>
    <p:sldId id="325" r:id="rId27"/>
    <p:sldId id="280" r:id="rId28"/>
    <p:sldId id="281" r:id="rId29"/>
    <p:sldId id="332" r:id="rId30"/>
    <p:sldId id="279" r:id="rId31"/>
    <p:sldId id="282" r:id="rId32"/>
    <p:sldId id="284" r:id="rId33"/>
    <p:sldId id="326" r:id="rId34"/>
    <p:sldId id="285" r:id="rId35"/>
    <p:sldId id="283" r:id="rId36"/>
    <p:sldId id="287" r:id="rId37"/>
    <p:sldId id="288" r:id="rId38"/>
    <p:sldId id="289" r:id="rId39"/>
    <p:sldId id="290" r:id="rId40"/>
    <p:sldId id="327" r:id="rId41"/>
    <p:sldId id="328" r:id="rId42"/>
    <p:sldId id="333" r:id="rId43"/>
    <p:sldId id="334" r:id="rId44"/>
    <p:sldId id="335" r:id="rId45"/>
    <p:sldId id="336" r:id="rId46"/>
    <p:sldId id="293" r:id="rId47"/>
    <p:sldId id="294" r:id="rId48"/>
    <p:sldId id="295" r:id="rId49"/>
    <p:sldId id="321" r:id="rId50"/>
    <p:sldId id="297" r:id="rId51"/>
    <p:sldId id="296" r:id="rId52"/>
    <p:sldId id="298" r:id="rId53"/>
    <p:sldId id="299" r:id="rId54"/>
    <p:sldId id="300" r:id="rId55"/>
    <p:sldId id="301" r:id="rId56"/>
    <p:sldId id="302" r:id="rId57"/>
    <p:sldId id="304" r:id="rId58"/>
    <p:sldId id="305" r:id="rId59"/>
    <p:sldId id="337" r:id="rId60"/>
    <p:sldId id="338" r:id="rId61"/>
    <p:sldId id="310" r:id="rId62"/>
    <p:sldId id="341" r:id="rId63"/>
    <p:sldId id="317" r:id="rId64"/>
    <p:sldId id="342" r:id="rId65"/>
    <p:sldId id="319" r:id="rId66"/>
    <p:sldId id="329" r:id="rId67"/>
    <p:sldId id="320" r:id="rId68"/>
    <p:sldId id="340" r:id="rId6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89C9D1B-A7C8-4D51-B0A1-EDDC876956C2}">
          <p14:sldIdLst>
            <p14:sldId id="256"/>
          </p14:sldIdLst>
        </p14:section>
        <p14:section name="What is a computer?" id="{050F8DB5-6483-4250-A2EB-E302D5B8D553}">
          <p14:sldIdLst>
            <p14:sldId id="278"/>
            <p14:sldId id="257"/>
            <p14:sldId id="330"/>
            <p14:sldId id="274"/>
            <p14:sldId id="275"/>
            <p14:sldId id="277"/>
            <p14:sldId id="273"/>
            <p14:sldId id="272"/>
            <p14:sldId id="276"/>
            <p14:sldId id="271"/>
            <p14:sldId id="259"/>
            <p14:sldId id="260"/>
            <p14:sldId id="261"/>
          </p14:sldIdLst>
        </p14:section>
        <p14:section name="What is a variable?" id="{FE552FAE-00C7-4EDC-BDD4-3F5C38FA3869}">
          <p14:sldIdLst>
            <p14:sldId id="322"/>
            <p14:sldId id="331"/>
            <p14:sldId id="262"/>
            <p14:sldId id="323"/>
            <p14:sldId id="263"/>
            <p14:sldId id="264"/>
            <p14:sldId id="265"/>
            <p14:sldId id="266"/>
            <p14:sldId id="270"/>
            <p14:sldId id="269"/>
            <p14:sldId id="324"/>
            <p14:sldId id="325"/>
          </p14:sldIdLst>
        </p14:section>
        <p14:section name="Assignment Statements" id="{20F2AF27-87AE-4456-8C75-69C44F915A68}">
          <p14:sldIdLst>
            <p14:sldId id="280"/>
            <p14:sldId id="281"/>
            <p14:sldId id="332"/>
            <p14:sldId id="279"/>
            <p14:sldId id="282"/>
            <p14:sldId id="284"/>
            <p14:sldId id="326"/>
            <p14:sldId id="285"/>
            <p14:sldId id="283"/>
            <p14:sldId id="287"/>
            <p14:sldId id="288"/>
            <p14:sldId id="289"/>
            <p14:sldId id="290"/>
            <p14:sldId id="327"/>
            <p14:sldId id="328"/>
            <p14:sldId id="333"/>
            <p14:sldId id="334"/>
            <p14:sldId id="335"/>
            <p14:sldId id="336"/>
          </p14:sldIdLst>
        </p14:section>
        <p14:section name="Function Arguments" id="{D5B7B87C-998F-4BFD-8E27-D7F7EBF2E10A}">
          <p14:sldIdLst>
            <p14:sldId id="293"/>
            <p14:sldId id="294"/>
            <p14:sldId id="295"/>
            <p14:sldId id="321"/>
            <p14:sldId id="297"/>
            <p14:sldId id="296"/>
            <p14:sldId id="298"/>
            <p14:sldId id="299"/>
            <p14:sldId id="300"/>
            <p14:sldId id="301"/>
            <p14:sldId id="302"/>
          </p14:sldIdLst>
        </p14:section>
        <p14:section name="Source Code Comments" id="{C1AF8DCD-6EE8-42D6-A07B-20A7A79B9A17}">
          <p14:sldIdLst>
            <p14:sldId id="304"/>
            <p14:sldId id="305"/>
            <p14:sldId id="337"/>
            <p14:sldId id="338"/>
            <p14:sldId id="310"/>
            <p14:sldId id="341"/>
          </p14:sldIdLst>
        </p14:section>
        <p14:section name="Pseudocode" id="{59A7798E-8F85-324A-A715-F3CA3B50392B}">
          <p14:sldIdLst>
            <p14:sldId id="317"/>
            <p14:sldId id="342"/>
            <p14:sldId id="319"/>
            <p14:sldId id="329"/>
            <p14:sldId id="320"/>
            <p14:sldId id="34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501D53-1BD3-244F-9534-60919D93D015}" v="607" dt="2026-01-23T02:55:32.3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75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microsoft.com/office/2015/10/relationships/revisionInfo" Target="revisionInfo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by Donaldson" userId="2e6e5431-bb17-4c41-9985-d39c50d83c73" providerId="ADAL" clId="{7F9681A8-EEE2-56F4-9B39-ECCBEE0471AC}"/>
    <pc:docChg chg="undo custSel addSld delSld modSld sldOrd addSection modSection">
      <pc:chgData name="Toby Donaldson" userId="2e6e5431-bb17-4c41-9985-d39c50d83c73" providerId="ADAL" clId="{7F9681A8-EEE2-56F4-9B39-ECCBEE0471AC}" dt="2026-01-23T03:03:10.758" v="1335" actId="20577"/>
      <pc:docMkLst>
        <pc:docMk/>
      </pc:docMkLst>
      <pc:sldChg chg="modSp mod">
        <pc:chgData name="Toby Donaldson" userId="2e6e5431-bb17-4c41-9985-d39c50d83c73" providerId="ADAL" clId="{7F9681A8-EEE2-56F4-9B39-ECCBEE0471AC}" dt="2026-01-23T02:39:04.659" v="607" actId="20577"/>
        <pc:sldMkLst>
          <pc:docMk/>
          <pc:sldMk cId="3762144442" sldId="304"/>
        </pc:sldMkLst>
        <pc:spChg chg="mod">
          <ac:chgData name="Toby Donaldson" userId="2e6e5431-bb17-4c41-9985-d39c50d83c73" providerId="ADAL" clId="{7F9681A8-EEE2-56F4-9B39-ECCBEE0471AC}" dt="2026-01-23T02:39:04.659" v="607" actId="20577"/>
          <ac:spMkLst>
            <pc:docMk/>
            <pc:sldMk cId="3762144442" sldId="304"/>
            <ac:spMk id="13" creationId="{5C3CB041-437A-DDC4-FD22-B5E3515334BD}"/>
          </ac:spMkLst>
        </pc:spChg>
      </pc:sldChg>
      <pc:sldChg chg="addSp delSp modSp mod">
        <pc:chgData name="Toby Donaldson" userId="2e6e5431-bb17-4c41-9985-d39c50d83c73" providerId="ADAL" clId="{7F9681A8-EEE2-56F4-9B39-ECCBEE0471AC}" dt="2026-01-23T02:40:00.725" v="614" actId="21"/>
        <pc:sldMkLst>
          <pc:docMk/>
          <pc:sldMk cId="3098928990" sldId="305"/>
        </pc:sldMkLst>
        <pc:spChg chg="add mod">
          <ac:chgData name="Toby Donaldson" userId="2e6e5431-bb17-4c41-9985-d39c50d83c73" providerId="ADAL" clId="{7F9681A8-EEE2-56F4-9B39-ECCBEE0471AC}" dt="2026-01-23T02:39:40.036" v="610" actId="167"/>
          <ac:spMkLst>
            <pc:docMk/>
            <pc:sldMk cId="3098928990" sldId="305"/>
            <ac:spMk id="5" creationId="{D31B598F-3A54-9082-1C7D-954BF6AD6E07}"/>
          </ac:spMkLst>
        </pc:spChg>
        <pc:spChg chg="mod">
          <ac:chgData name="Toby Donaldson" userId="2e6e5431-bb17-4c41-9985-d39c50d83c73" providerId="ADAL" clId="{7F9681A8-EEE2-56F4-9B39-ECCBEE0471AC}" dt="2026-01-23T02:39:46.041" v="611" actId="1076"/>
          <ac:spMkLst>
            <pc:docMk/>
            <pc:sldMk cId="3098928990" sldId="305"/>
            <ac:spMk id="9" creationId="{6293C046-2D75-7FE3-9E50-29B3A64E49E9}"/>
          </ac:spMkLst>
        </pc:spChg>
        <pc:spChg chg="mod">
          <ac:chgData name="Toby Donaldson" userId="2e6e5431-bb17-4c41-9985-d39c50d83c73" providerId="ADAL" clId="{7F9681A8-EEE2-56F4-9B39-ECCBEE0471AC}" dt="2026-01-23T02:39:56.691" v="613" actId="1076"/>
          <ac:spMkLst>
            <pc:docMk/>
            <pc:sldMk cId="3098928990" sldId="305"/>
            <ac:spMk id="10" creationId="{0794CACD-4DEF-540D-8F5F-500376C6830C}"/>
          </ac:spMkLst>
        </pc:spChg>
        <pc:spChg chg="del">
          <ac:chgData name="Toby Donaldson" userId="2e6e5431-bb17-4c41-9985-d39c50d83c73" providerId="ADAL" clId="{7F9681A8-EEE2-56F4-9B39-ECCBEE0471AC}" dt="2026-01-23T02:40:00.725" v="614" actId="21"/>
          <ac:spMkLst>
            <pc:docMk/>
            <pc:sldMk cId="3098928990" sldId="305"/>
            <ac:spMk id="11" creationId="{84A3CD62-4B4E-ACDB-6FEA-EAA4001655F7}"/>
          </ac:spMkLst>
        </pc:spChg>
        <pc:spChg chg="del">
          <ac:chgData name="Toby Donaldson" userId="2e6e5431-bb17-4c41-9985-d39c50d83c73" providerId="ADAL" clId="{7F9681A8-EEE2-56F4-9B39-ECCBEE0471AC}" dt="2026-01-23T02:39:19.823" v="608" actId="21"/>
          <ac:spMkLst>
            <pc:docMk/>
            <pc:sldMk cId="3098928990" sldId="305"/>
            <ac:spMk id="13" creationId="{5C3CB041-437A-DDC4-FD22-B5E3515334BD}"/>
          </ac:spMkLst>
        </pc:spChg>
        <pc:cxnChg chg="mod">
          <ac:chgData name="Toby Donaldson" userId="2e6e5431-bb17-4c41-9985-d39c50d83c73" providerId="ADAL" clId="{7F9681A8-EEE2-56F4-9B39-ECCBEE0471AC}" dt="2026-01-23T02:39:49.369" v="612" actId="14100"/>
          <ac:cxnSpMkLst>
            <pc:docMk/>
            <pc:sldMk cId="3098928990" sldId="305"/>
            <ac:cxnSpMk id="16" creationId="{254A7D66-1489-634B-A237-D1F984E45AA2}"/>
          </ac:cxnSpMkLst>
        </pc:cxnChg>
        <pc:cxnChg chg="mod">
          <ac:chgData name="Toby Donaldson" userId="2e6e5431-bb17-4c41-9985-d39c50d83c73" providerId="ADAL" clId="{7F9681A8-EEE2-56F4-9B39-ECCBEE0471AC}" dt="2026-01-23T02:39:56.691" v="613" actId="1076"/>
          <ac:cxnSpMkLst>
            <pc:docMk/>
            <pc:sldMk cId="3098928990" sldId="305"/>
            <ac:cxnSpMk id="18" creationId="{6C740A70-9DFE-4149-A53D-FE0C0CA96BBF}"/>
          </ac:cxnSpMkLst>
        </pc:cxnChg>
        <pc:cxnChg chg="del mod">
          <ac:chgData name="Toby Donaldson" userId="2e6e5431-bb17-4c41-9985-d39c50d83c73" providerId="ADAL" clId="{7F9681A8-EEE2-56F4-9B39-ECCBEE0471AC}" dt="2026-01-23T02:40:00.725" v="614" actId="21"/>
          <ac:cxnSpMkLst>
            <pc:docMk/>
            <pc:sldMk cId="3098928990" sldId="305"/>
            <ac:cxnSpMk id="20" creationId="{9BBDF08C-B6B7-4CD9-7732-FF7548B3F4C0}"/>
          </ac:cxnSpMkLst>
        </pc:cxnChg>
      </pc:sldChg>
      <pc:sldChg chg="del">
        <pc:chgData name="Toby Donaldson" userId="2e6e5431-bb17-4c41-9985-d39c50d83c73" providerId="ADAL" clId="{7F9681A8-EEE2-56F4-9B39-ECCBEE0471AC}" dt="2026-01-23T02:40:58.604" v="617" actId="2696"/>
        <pc:sldMkLst>
          <pc:docMk/>
          <pc:sldMk cId="2186739661" sldId="306"/>
        </pc:sldMkLst>
      </pc:sldChg>
      <pc:sldChg chg="del">
        <pc:chgData name="Toby Donaldson" userId="2e6e5431-bb17-4c41-9985-d39c50d83c73" providerId="ADAL" clId="{7F9681A8-EEE2-56F4-9B39-ECCBEE0471AC}" dt="2026-01-23T02:43:51.905" v="714" actId="2696"/>
        <pc:sldMkLst>
          <pc:docMk/>
          <pc:sldMk cId="711128939" sldId="307"/>
        </pc:sldMkLst>
      </pc:sldChg>
      <pc:sldChg chg="del">
        <pc:chgData name="Toby Donaldson" userId="2e6e5431-bb17-4c41-9985-d39c50d83c73" providerId="ADAL" clId="{7F9681A8-EEE2-56F4-9B39-ECCBEE0471AC}" dt="2026-01-23T02:44:04.320" v="716" actId="2696"/>
        <pc:sldMkLst>
          <pc:docMk/>
          <pc:sldMk cId="3381048815" sldId="308"/>
        </pc:sldMkLst>
      </pc:sldChg>
      <pc:sldChg chg="modSp mod">
        <pc:chgData name="Toby Donaldson" userId="2e6e5431-bb17-4c41-9985-d39c50d83c73" providerId="ADAL" clId="{7F9681A8-EEE2-56F4-9B39-ECCBEE0471AC}" dt="2026-01-23T02:44:52.919" v="743" actId="1076"/>
        <pc:sldMkLst>
          <pc:docMk/>
          <pc:sldMk cId="2722314743" sldId="310"/>
        </pc:sldMkLst>
        <pc:spChg chg="mod">
          <ac:chgData name="Toby Donaldson" userId="2e6e5431-bb17-4c41-9985-d39c50d83c73" providerId="ADAL" clId="{7F9681A8-EEE2-56F4-9B39-ECCBEE0471AC}" dt="2026-01-23T02:44:40.199" v="741" actId="20577"/>
          <ac:spMkLst>
            <pc:docMk/>
            <pc:sldMk cId="2722314743" sldId="310"/>
            <ac:spMk id="11" creationId="{9B2C2A61-4298-4DD1-294E-B1B3004D90FF}"/>
          </ac:spMkLst>
        </pc:spChg>
        <pc:spChg chg="mod">
          <ac:chgData name="Toby Donaldson" userId="2e6e5431-bb17-4c41-9985-d39c50d83c73" providerId="ADAL" clId="{7F9681A8-EEE2-56F4-9B39-ECCBEE0471AC}" dt="2026-01-23T02:44:28.634" v="727" actId="20577"/>
          <ac:spMkLst>
            <pc:docMk/>
            <pc:sldMk cId="2722314743" sldId="310"/>
            <ac:spMk id="13" creationId="{5C3CB041-437A-DDC4-FD22-B5E3515334BD}"/>
          </ac:spMkLst>
        </pc:spChg>
        <pc:spChg chg="mod">
          <ac:chgData name="Toby Donaldson" userId="2e6e5431-bb17-4c41-9985-d39c50d83c73" providerId="ADAL" clId="{7F9681A8-EEE2-56F4-9B39-ECCBEE0471AC}" dt="2026-01-23T02:44:52.919" v="743" actId="1076"/>
          <ac:spMkLst>
            <pc:docMk/>
            <pc:sldMk cId="2722314743" sldId="310"/>
            <ac:spMk id="19" creationId="{083497FF-725C-07A4-B731-4337A7DCB4FE}"/>
          </ac:spMkLst>
        </pc:spChg>
      </pc:sldChg>
      <pc:sldChg chg="modSp mod">
        <pc:chgData name="Toby Donaldson" userId="2e6e5431-bb17-4c41-9985-d39c50d83c73" providerId="ADAL" clId="{7F9681A8-EEE2-56F4-9B39-ECCBEE0471AC}" dt="2026-01-23T03:02:42.561" v="1324" actId="20577"/>
        <pc:sldMkLst>
          <pc:docMk/>
          <pc:sldMk cId="1963568937" sldId="317"/>
        </pc:sldMkLst>
        <pc:spChg chg="mod">
          <ac:chgData name="Toby Donaldson" userId="2e6e5431-bb17-4c41-9985-d39c50d83c73" providerId="ADAL" clId="{7F9681A8-EEE2-56F4-9B39-ECCBEE0471AC}" dt="2026-01-23T02:46:49.458" v="762" actId="1076"/>
          <ac:spMkLst>
            <pc:docMk/>
            <pc:sldMk cId="1963568937" sldId="317"/>
            <ac:spMk id="3" creationId="{4079A83F-EC68-AFF0-6B91-95901D869450}"/>
          </ac:spMkLst>
        </pc:spChg>
        <pc:spChg chg="mod">
          <ac:chgData name="Toby Donaldson" userId="2e6e5431-bb17-4c41-9985-d39c50d83c73" providerId="ADAL" clId="{7F9681A8-EEE2-56F4-9B39-ECCBEE0471AC}" dt="2026-01-23T03:02:42.561" v="1324" actId="20577"/>
          <ac:spMkLst>
            <pc:docMk/>
            <pc:sldMk cId="1963568937" sldId="317"/>
            <ac:spMk id="5" creationId="{E44F6A4F-48D2-9A0B-B9D7-889B8BBBF9EB}"/>
          </ac:spMkLst>
        </pc:spChg>
        <pc:spChg chg="mod">
          <ac:chgData name="Toby Donaldson" userId="2e6e5431-bb17-4c41-9985-d39c50d83c73" providerId="ADAL" clId="{7F9681A8-EEE2-56F4-9B39-ECCBEE0471AC}" dt="2026-01-23T02:46:42.767" v="761" actId="20577"/>
          <ac:spMkLst>
            <pc:docMk/>
            <pc:sldMk cId="1963568937" sldId="317"/>
            <ac:spMk id="13" creationId="{5C3CB041-437A-DDC4-FD22-B5E3515334BD}"/>
          </ac:spMkLst>
        </pc:spChg>
      </pc:sldChg>
      <pc:sldChg chg="modSp del mod">
        <pc:chgData name="Toby Donaldson" userId="2e6e5431-bb17-4c41-9985-d39c50d83c73" providerId="ADAL" clId="{7F9681A8-EEE2-56F4-9B39-ECCBEE0471AC}" dt="2026-01-23T02:48:09.851" v="814" actId="2696"/>
        <pc:sldMkLst>
          <pc:docMk/>
          <pc:sldMk cId="3184009082" sldId="318"/>
        </pc:sldMkLst>
        <pc:spChg chg="mod">
          <ac:chgData name="Toby Donaldson" userId="2e6e5431-bb17-4c41-9985-d39c50d83c73" providerId="ADAL" clId="{7F9681A8-EEE2-56F4-9B39-ECCBEE0471AC}" dt="2026-01-23T02:47:52.677" v="811" actId="20577"/>
          <ac:spMkLst>
            <pc:docMk/>
            <pc:sldMk cId="3184009082" sldId="318"/>
            <ac:spMk id="13" creationId="{5C3CB041-437A-DDC4-FD22-B5E3515334BD}"/>
          </ac:spMkLst>
        </pc:spChg>
      </pc:sldChg>
      <pc:sldChg chg="modSp mod">
        <pc:chgData name="Toby Donaldson" userId="2e6e5431-bb17-4c41-9985-d39c50d83c73" providerId="ADAL" clId="{7F9681A8-EEE2-56F4-9B39-ECCBEE0471AC}" dt="2026-01-23T02:47:43.355" v="800" actId="14100"/>
        <pc:sldMkLst>
          <pc:docMk/>
          <pc:sldMk cId="155828000" sldId="319"/>
        </pc:sldMkLst>
        <pc:spChg chg="mod">
          <ac:chgData name="Toby Donaldson" userId="2e6e5431-bb17-4c41-9985-d39c50d83c73" providerId="ADAL" clId="{7F9681A8-EEE2-56F4-9B39-ECCBEE0471AC}" dt="2026-01-23T02:47:43.355" v="800" actId="14100"/>
          <ac:spMkLst>
            <pc:docMk/>
            <pc:sldMk cId="155828000" sldId="319"/>
            <ac:spMk id="13" creationId="{5C3CB041-437A-DDC4-FD22-B5E3515334BD}"/>
          </ac:spMkLst>
        </pc:spChg>
      </pc:sldChg>
      <pc:sldChg chg="modSp mod">
        <pc:chgData name="Toby Donaldson" userId="2e6e5431-bb17-4c41-9985-d39c50d83c73" providerId="ADAL" clId="{7F9681A8-EEE2-56F4-9B39-ECCBEE0471AC}" dt="2026-01-23T02:48:40.311" v="825" actId="20577"/>
        <pc:sldMkLst>
          <pc:docMk/>
          <pc:sldMk cId="3885649669" sldId="320"/>
        </pc:sldMkLst>
        <pc:spChg chg="mod">
          <ac:chgData name="Toby Donaldson" userId="2e6e5431-bb17-4c41-9985-d39c50d83c73" providerId="ADAL" clId="{7F9681A8-EEE2-56F4-9B39-ECCBEE0471AC}" dt="2026-01-23T02:48:40.311" v="825" actId="20577"/>
          <ac:spMkLst>
            <pc:docMk/>
            <pc:sldMk cId="3885649669" sldId="320"/>
            <ac:spMk id="13" creationId="{5C3CB041-437A-DDC4-FD22-B5E3515334BD}"/>
          </ac:spMkLst>
        </pc:spChg>
      </pc:sldChg>
      <pc:sldChg chg="modSp mod">
        <pc:chgData name="Toby Donaldson" userId="2e6e5431-bb17-4c41-9985-d39c50d83c73" providerId="ADAL" clId="{7F9681A8-EEE2-56F4-9B39-ECCBEE0471AC}" dt="2026-01-23T02:48:51.664" v="834" actId="20577"/>
        <pc:sldMkLst>
          <pc:docMk/>
          <pc:sldMk cId="1366873917" sldId="329"/>
        </pc:sldMkLst>
        <pc:spChg chg="mod">
          <ac:chgData name="Toby Donaldson" userId="2e6e5431-bb17-4c41-9985-d39c50d83c73" providerId="ADAL" clId="{7F9681A8-EEE2-56F4-9B39-ECCBEE0471AC}" dt="2026-01-23T02:48:51.664" v="834" actId="20577"/>
          <ac:spMkLst>
            <pc:docMk/>
            <pc:sldMk cId="1366873917" sldId="329"/>
            <ac:spMk id="13" creationId="{36FBD463-50B6-18AB-695E-C941FF1093FF}"/>
          </ac:spMkLst>
        </pc:spChg>
      </pc:sldChg>
      <pc:sldChg chg="addSp delSp modSp add mod">
        <pc:chgData name="Toby Donaldson" userId="2e6e5431-bb17-4c41-9985-d39c50d83c73" providerId="ADAL" clId="{7F9681A8-EEE2-56F4-9B39-ECCBEE0471AC}" dt="2026-01-21T23:05:54.087" v="152" actId="21"/>
        <pc:sldMkLst>
          <pc:docMk/>
          <pc:sldMk cId="2305921841" sldId="333"/>
        </pc:sldMkLst>
        <pc:spChg chg="add mod">
          <ac:chgData name="Toby Donaldson" userId="2e6e5431-bb17-4c41-9985-d39c50d83c73" providerId="ADAL" clId="{7F9681A8-EEE2-56F4-9B39-ECCBEE0471AC}" dt="2026-01-21T23:05:02.713" v="91" actId="12789"/>
          <ac:spMkLst>
            <pc:docMk/>
            <pc:sldMk cId="2305921841" sldId="333"/>
            <ac:spMk id="8" creationId="{D3E94F12-73F7-A326-AA2D-DA30B7F5EF5C}"/>
          </ac:spMkLst>
        </pc:spChg>
        <pc:spChg chg="mod">
          <ac:chgData name="Toby Donaldson" userId="2e6e5431-bb17-4c41-9985-d39c50d83c73" providerId="ADAL" clId="{7F9681A8-EEE2-56F4-9B39-ECCBEE0471AC}" dt="2026-01-21T23:05:02.713" v="91" actId="12789"/>
          <ac:spMkLst>
            <pc:docMk/>
            <pc:sldMk cId="2305921841" sldId="333"/>
            <ac:spMk id="13" creationId="{D8039D06-A194-389D-131E-391ED2CE44D6}"/>
          </ac:spMkLst>
        </pc:spChg>
        <pc:spChg chg="mod">
          <ac:chgData name="Toby Donaldson" userId="2e6e5431-bb17-4c41-9985-d39c50d83c73" providerId="ADAL" clId="{7F9681A8-EEE2-56F4-9B39-ECCBEE0471AC}" dt="2026-01-21T23:05:38.361" v="146" actId="1076"/>
          <ac:spMkLst>
            <pc:docMk/>
            <pc:sldMk cId="2305921841" sldId="333"/>
            <ac:spMk id="34" creationId="{E24014A3-555C-544B-DF71-11032CCBA0B9}"/>
          </ac:spMkLst>
        </pc:spChg>
        <pc:cxnChg chg="mod">
          <ac:chgData name="Toby Donaldson" userId="2e6e5431-bb17-4c41-9985-d39c50d83c73" providerId="ADAL" clId="{7F9681A8-EEE2-56F4-9B39-ECCBEE0471AC}" dt="2026-01-21T23:05:43.396" v="148" actId="14100"/>
          <ac:cxnSpMkLst>
            <pc:docMk/>
            <pc:sldMk cId="2305921841" sldId="333"/>
            <ac:cxnSpMk id="10" creationId="{7512562F-8392-4FC9-B24A-2A3A7C224B48}"/>
          </ac:cxnSpMkLst>
        </pc:cxnChg>
        <pc:cxnChg chg="add mod">
          <ac:chgData name="Toby Donaldson" userId="2e6e5431-bb17-4c41-9985-d39c50d83c73" providerId="ADAL" clId="{7F9681A8-EEE2-56F4-9B39-ECCBEE0471AC}" dt="2026-01-21T23:05:50.596" v="151" actId="14100"/>
          <ac:cxnSpMkLst>
            <pc:docMk/>
            <pc:sldMk cId="2305921841" sldId="333"/>
            <ac:cxnSpMk id="17" creationId="{DB944D32-14BF-672E-49AA-8795010CB343}"/>
          </ac:cxnSpMkLst>
        </pc:cxnChg>
      </pc:sldChg>
      <pc:sldChg chg="addSp modSp add mod">
        <pc:chgData name="Toby Donaldson" userId="2e6e5431-bb17-4c41-9985-d39c50d83c73" providerId="ADAL" clId="{7F9681A8-EEE2-56F4-9B39-ECCBEE0471AC}" dt="2026-01-21T23:07:06.078" v="264" actId="1076"/>
        <pc:sldMkLst>
          <pc:docMk/>
          <pc:sldMk cId="3046801064" sldId="334"/>
        </pc:sldMkLst>
        <pc:spChg chg="add mod">
          <ac:chgData name="Toby Donaldson" userId="2e6e5431-bb17-4c41-9985-d39c50d83c73" providerId="ADAL" clId="{7F9681A8-EEE2-56F4-9B39-ECCBEE0471AC}" dt="2026-01-21T23:07:06.078" v="264" actId="1076"/>
          <ac:spMkLst>
            <pc:docMk/>
            <pc:sldMk cId="3046801064" sldId="334"/>
            <ac:spMk id="3" creationId="{30B54022-F1B2-24D7-892A-7E7B792D5065}"/>
          </ac:spMkLst>
        </pc:spChg>
      </pc:sldChg>
      <pc:sldChg chg="delSp modSp add mod">
        <pc:chgData name="Toby Donaldson" userId="2e6e5431-bb17-4c41-9985-d39c50d83c73" providerId="ADAL" clId="{7F9681A8-EEE2-56F4-9B39-ECCBEE0471AC}" dt="2026-01-21T23:11:28.160" v="435" actId="207"/>
        <pc:sldMkLst>
          <pc:docMk/>
          <pc:sldMk cId="3661203246" sldId="335"/>
        </pc:sldMkLst>
        <pc:spChg chg="mod">
          <ac:chgData name="Toby Donaldson" userId="2e6e5431-bb17-4c41-9985-d39c50d83c73" providerId="ADAL" clId="{7F9681A8-EEE2-56F4-9B39-ECCBEE0471AC}" dt="2026-01-21T23:11:28.160" v="435" actId="207"/>
          <ac:spMkLst>
            <pc:docMk/>
            <pc:sldMk cId="3661203246" sldId="335"/>
            <ac:spMk id="13" creationId="{C4485AB2-EBCE-C5FB-4731-066C29EE82C8}"/>
          </ac:spMkLst>
        </pc:spChg>
        <pc:spChg chg="mod">
          <ac:chgData name="Toby Donaldson" userId="2e6e5431-bb17-4c41-9985-d39c50d83c73" providerId="ADAL" clId="{7F9681A8-EEE2-56F4-9B39-ECCBEE0471AC}" dt="2026-01-21T23:11:12.799" v="432" actId="1076"/>
          <ac:spMkLst>
            <pc:docMk/>
            <pc:sldMk cId="3661203246" sldId="335"/>
            <ac:spMk id="34" creationId="{A836D674-8F48-E25B-7746-F93089CCFA3A}"/>
          </ac:spMkLst>
        </pc:spChg>
        <pc:cxnChg chg="mod">
          <ac:chgData name="Toby Donaldson" userId="2e6e5431-bb17-4c41-9985-d39c50d83c73" providerId="ADAL" clId="{7F9681A8-EEE2-56F4-9B39-ECCBEE0471AC}" dt="2026-01-21T23:11:19.130" v="434" actId="14100"/>
          <ac:cxnSpMkLst>
            <pc:docMk/>
            <pc:sldMk cId="3661203246" sldId="335"/>
            <ac:cxnSpMk id="10" creationId="{9DDDE3A9-C12A-5576-6FED-A9A2293DDF53}"/>
          </ac:cxnSpMkLst>
        </pc:cxnChg>
      </pc:sldChg>
      <pc:sldChg chg="addSp modSp add mod">
        <pc:chgData name="Toby Donaldson" userId="2e6e5431-bb17-4c41-9985-d39c50d83c73" providerId="ADAL" clId="{7F9681A8-EEE2-56F4-9B39-ECCBEE0471AC}" dt="2026-01-21T23:13:14.724" v="590" actId="1076"/>
        <pc:sldMkLst>
          <pc:docMk/>
          <pc:sldMk cId="3758249169" sldId="336"/>
        </pc:sldMkLst>
        <pc:spChg chg="add mod">
          <ac:chgData name="Toby Donaldson" userId="2e6e5431-bb17-4c41-9985-d39c50d83c73" providerId="ADAL" clId="{7F9681A8-EEE2-56F4-9B39-ECCBEE0471AC}" dt="2026-01-21T23:12:14.897" v="480" actId="1076"/>
          <ac:spMkLst>
            <pc:docMk/>
            <pc:sldMk cId="3758249169" sldId="336"/>
            <ac:spMk id="3" creationId="{0B2C7E9A-7DCA-AF1E-F0DD-FB38F32BD1F2}"/>
          </ac:spMkLst>
        </pc:spChg>
        <pc:spChg chg="add mod">
          <ac:chgData name="Toby Donaldson" userId="2e6e5431-bb17-4c41-9985-d39c50d83c73" providerId="ADAL" clId="{7F9681A8-EEE2-56F4-9B39-ECCBEE0471AC}" dt="2026-01-21T23:13:14.724" v="590" actId="1076"/>
          <ac:spMkLst>
            <pc:docMk/>
            <pc:sldMk cId="3758249169" sldId="336"/>
            <ac:spMk id="6" creationId="{68EE119B-A8DD-12CE-33E6-16077C18D100}"/>
          </ac:spMkLst>
        </pc:spChg>
        <pc:cxnChg chg="add mod">
          <ac:chgData name="Toby Donaldson" userId="2e6e5431-bb17-4c41-9985-d39c50d83c73" providerId="ADAL" clId="{7F9681A8-EEE2-56F4-9B39-ECCBEE0471AC}" dt="2026-01-21T23:12:52.580" v="522" actId="14100"/>
          <ac:cxnSpMkLst>
            <pc:docMk/>
            <pc:sldMk cId="3758249169" sldId="336"/>
            <ac:cxnSpMk id="8" creationId="{0D6DDF95-6651-28A3-32FD-B82E769B0328}"/>
          </ac:cxnSpMkLst>
        </pc:cxnChg>
      </pc:sldChg>
      <pc:sldChg chg="addSp modSp add">
        <pc:chgData name="Toby Donaldson" userId="2e6e5431-bb17-4c41-9985-d39c50d83c73" providerId="ADAL" clId="{7F9681A8-EEE2-56F4-9B39-ECCBEE0471AC}" dt="2026-01-23T02:40:43.982" v="616"/>
        <pc:sldMkLst>
          <pc:docMk/>
          <pc:sldMk cId="1378727184" sldId="337"/>
        </pc:sldMkLst>
        <pc:spChg chg="add mod">
          <ac:chgData name="Toby Donaldson" userId="2e6e5431-bb17-4c41-9985-d39c50d83c73" providerId="ADAL" clId="{7F9681A8-EEE2-56F4-9B39-ECCBEE0471AC}" dt="2026-01-23T02:40:43.982" v="616"/>
          <ac:spMkLst>
            <pc:docMk/>
            <pc:sldMk cId="1378727184" sldId="337"/>
            <ac:spMk id="11" creationId="{72D501E0-62A4-229B-D84A-692EC71754A8}"/>
          </ac:spMkLst>
        </pc:spChg>
      </pc:sldChg>
      <pc:sldChg chg="addSp delSp modSp add mod">
        <pc:chgData name="Toby Donaldson" userId="2e6e5431-bb17-4c41-9985-d39c50d83c73" providerId="ADAL" clId="{7F9681A8-EEE2-56F4-9B39-ECCBEE0471AC}" dt="2026-01-23T02:43:26.715" v="712"/>
        <pc:sldMkLst>
          <pc:docMk/>
          <pc:sldMk cId="1310961716" sldId="338"/>
        </pc:sldMkLst>
        <pc:spChg chg="mod">
          <ac:chgData name="Toby Donaldson" userId="2e6e5431-bb17-4c41-9985-d39c50d83c73" providerId="ADAL" clId="{7F9681A8-EEE2-56F4-9B39-ECCBEE0471AC}" dt="2026-01-23T02:43:26.642" v="711" actId="113"/>
          <ac:spMkLst>
            <pc:docMk/>
            <pc:sldMk cId="1310961716" sldId="338"/>
            <ac:spMk id="6" creationId="{6347BB33-8D2A-D0B9-A06F-99FFE1598207}"/>
          </ac:spMkLst>
        </pc:spChg>
        <pc:spChg chg="del">
          <ac:chgData name="Toby Donaldson" userId="2e6e5431-bb17-4c41-9985-d39c50d83c73" providerId="ADAL" clId="{7F9681A8-EEE2-56F4-9B39-ECCBEE0471AC}" dt="2026-01-23T02:42:01.086" v="619" actId="21"/>
          <ac:spMkLst>
            <pc:docMk/>
            <pc:sldMk cId="1310961716" sldId="338"/>
            <ac:spMk id="7" creationId="{1BE75C6D-3357-92EE-3598-D8C7B17D658D}"/>
          </ac:spMkLst>
        </pc:spChg>
        <pc:spChg chg="del">
          <ac:chgData name="Toby Donaldson" userId="2e6e5431-bb17-4c41-9985-d39c50d83c73" providerId="ADAL" clId="{7F9681A8-EEE2-56F4-9B39-ECCBEE0471AC}" dt="2026-01-23T02:42:01.086" v="619" actId="21"/>
          <ac:spMkLst>
            <pc:docMk/>
            <pc:sldMk cId="1310961716" sldId="338"/>
            <ac:spMk id="9" creationId="{19462F2D-D690-57A6-9E38-2DB4C28938C9}"/>
          </ac:spMkLst>
        </pc:spChg>
        <pc:spChg chg="del">
          <ac:chgData name="Toby Donaldson" userId="2e6e5431-bb17-4c41-9985-d39c50d83c73" providerId="ADAL" clId="{7F9681A8-EEE2-56F4-9B39-ECCBEE0471AC}" dt="2026-01-23T02:42:01.086" v="619" actId="21"/>
          <ac:spMkLst>
            <pc:docMk/>
            <pc:sldMk cId="1310961716" sldId="338"/>
            <ac:spMk id="10" creationId="{A4AA8E70-6EAB-8F0C-FE18-FB453B82A772}"/>
          </ac:spMkLst>
        </pc:spChg>
        <pc:spChg chg="del">
          <ac:chgData name="Toby Donaldson" userId="2e6e5431-bb17-4c41-9985-d39c50d83c73" providerId="ADAL" clId="{7F9681A8-EEE2-56F4-9B39-ECCBEE0471AC}" dt="2026-01-23T02:42:35.837" v="627" actId="21"/>
          <ac:spMkLst>
            <pc:docMk/>
            <pc:sldMk cId="1310961716" sldId="338"/>
            <ac:spMk id="11" creationId="{7D9E6C16-3BB1-4741-0587-3562939D47DC}"/>
          </ac:spMkLst>
        </pc:spChg>
        <pc:spChg chg="add mod">
          <ac:chgData name="Toby Donaldson" userId="2e6e5431-bb17-4c41-9985-d39c50d83c73" providerId="ADAL" clId="{7F9681A8-EEE2-56F4-9B39-ECCBEE0471AC}" dt="2026-01-23T02:42:24.919" v="625" actId="14100"/>
          <ac:spMkLst>
            <pc:docMk/>
            <pc:sldMk cId="1310961716" sldId="338"/>
            <ac:spMk id="15" creationId="{D68ADA00-73BC-CF39-D352-58656F742057}"/>
          </ac:spMkLst>
        </pc:spChg>
        <pc:spChg chg="add mod">
          <ac:chgData name="Toby Donaldson" userId="2e6e5431-bb17-4c41-9985-d39c50d83c73" providerId="ADAL" clId="{7F9681A8-EEE2-56F4-9B39-ECCBEE0471AC}" dt="2026-01-23T02:43:26.715" v="712"/>
          <ac:spMkLst>
            <pc:docMk/>
            <pc:sldMk cId="1310961716" sldId="338"/>
            <ac:spMk id="22" creationId="{1E22FD78-6A59-BC04-E897-677DC5E99045}"/>
          </ac:spMkLst>
        </pc:spChg>
        <pc:cxnChg chg="mod">
          <ac:chgData name="Toby Donaldson" userId="2e6e5431-bb17-4c41-9985-d39c50d83c73" providerId="ADAL" clId="{7F9681A8-EEE2-56F4-9B39-ECCBEE0471AC}" dt="2026-01-23T02:43:16.620" v="710" actId="14100"/>
          <ac:cxnSpMkLst>
            <pc:docMk/>
            <pc:sldMk cId="1310961716" sldId="338"/>
            <ac:cxnSpMk id="14" creationId="{F3B72D4E-FFB9-C482-9B96-9746AC9A21F1}"/>
          </ac:cxnSpMkLst>
        </pc:cxnChg>
        <pc:cxnChg chg="mod">
          <ac:chgData name="Toby Donaldson" userId="2e6e5431-bb17-4c41-9985-d39c50d83c73" providerId="ADAL" clId="{7F9681A8-EEE2-56F4-9B39-ECCBEE0471AC}" dt="2026-01-23T02:43:11.520" v="709" actId="14100"/>
          <ac:cxnSpMkLst>
            <pc:docMk/>
            <pc:sldMk cId="1310961716" sldId="338"/>
            <ac:cxnSpMk id="16" creationId="{B9E750D7-B536-30F3-F021-7B81C51B0111}"/>
          </ac:cxnSpMkLst>
        </pc:cxnChg>
        <pc:cxnChg chg="del mod">
          <ac:chgData name="Toby Donaldson" userId="2e6e5431-bb17-4c41-9985-d39c50d83c73" providerId="ADAL" clId="{7F9681A8-EEE2-56F4-9B39-ECCBEE0471AC}" dt="2026-01-23T02:42:33.647" v="626" actId="21"/>
          <ac:cxnSpMkLst>
            <pc:docMk/>
            <pc:sldMk cId="1310961716" sldId="338"/>
            <ac:cxnSpMk id="18" creationId="{1EF6ADC7-A496-7CF2-C57D-B6BCBDE5A3E7}"/>
          </ac:cxnSpMkLst>
        </pc:cxnChg>
      </pc:sldChg>
      <pc:sldChg chg="new del">
        <pc:chgData name="Toby Donaldson" userId="2e6e5431-bb17-4c41-9985-d39c50d83c73" providerId="ADAL" clId="{7F9681A8-EEE2-56F4-9B39-ECCBEE0471AC}" dt="2026-01-23T02:49:16.597" v="837" actId="2696"/>
        <pc:sldMkLst>
          <pc:docMk/>
          <pc:sldMk cId="852334321" sldId="339"/>
        </pc:sldMkLst>
      </pc:sldChg>
      <pc:sldChg chg="add del">
        <pc:chgData name="Toby Donaldson" userId="2e6e5431-bb17-4c41-9985-d39c50d83c73" providerId="ADAL" clId="{7F9681A8-EEE2-56F4-9B39-ECCBEE0471AC}" dt="2026-01-23T02:43:55.354" v="715" actId="2696"/>
        <pc:sldMkLst>
          <pc:docMk/>
          <pc:sldMk cId="1184401082" sldId="339"/>
        </pc:sldMkLst>
      </pc:sldChg>
      <pc:sldChg chg="modSp add mod">
        <pc:chgData name="Toby Donaldson" userId="2e6e5431-bb17-4c41-9985-d39c50d83c73" providerId="ADAL" clId="{7F9681A8-EEE2-56F4-9B39-ECCBEE0471AC}" dt="2026-01-23T02:50:08.536" v="948" actId="1076"/>
        <pc:sldMkLst>
          <pc:docMk/>
          <pc:sldMk cId="3315724918" sldId="340"/>
        </pc:sldMkLst>
        <pc:spChg chg="mod">
          <ac:chgData name="Toby Donaldson" userId="2e6e5431-bb17-4c41-9985-d39c50d83c73" providerId="ADAL" clId="{7F9681A8-EEE2-56F4-9B39-ECCBEE0471AC}" dt="2026-01-23T02:49:39.465" v="903" actId="1076"/>
          <ac:spMkLst>
            <pc:docMk/>
            <pc:sldMk cId="3315724918" sldId="340"/>
            <ac:spMk id="5" creationId="{DA368361-F4B0-489C-ACD1-136154020CFF}"/>
          </ac:spMkLst>
        </pc:spChg>
        <pc:spChg chg="mod">
          <ac:chgData name="Toby Donaldson" userId="2e6e5431-bb17-4c41-9985-d39c50d83c73" providerId="ADAL" clId="{7F9681A8-EEE2-56F4-9B39-ECCBEE0471AC}" dt="2026-01-23T02:50:08.536" v="948" actId="1076"/>
          <ac:spMkLst>
            <pc:docMk/>
            <pc:sldMk cId="3315724918" sldId="340"/>
            <ac:spMk id="13" creationId="{F5AC5DD1-263C-753E-B00D-0FC1A67876A6}"/>
          </ac:spMkLst>
        </pc:spChg>
      </pc:sldChg>
      <pc:sldChg chg="addSp delSp modSp add mod ord">
        <pc:chgData name="Toby Donaldson" userId="2e6e5431-bb17-4c41-9985-d39c50d83c73" providerId="ADAL" clId="{7F9681A8-EEE2-56F4-9B39-ECCBEE0471AC}" dt="2026-01-23T03:01:47.004" v="1306" actId="1076"/>
        <pc:sldMkLst>
          <pc:docMk/>
          <pc:sldMk cId="2826548480" sldId="341"/>
        </pc:sldMkLst>
        <pc:spChg chg="del">
          <ac:chgData name="Toby Donaldson" userId="2e6e5431-bb17-4c41-9985-d39c50d83c73" providerId="ADAL" clId="{7F9681A8-EEE2-56F4-9B39-ECCBEE0471AC}" dt="2026-01-23T02:51:52.452" v="953" actId="21"/>
          <ac:spMkLst>
            <pc:docMk/>
            <pc:sldMk cId="2826548480" sldId="341"/>
            <ac:spMk id="3" creationId="{66EFB2C9-9350-781B-A7EC-09C0B621D503}"/>
          </ac:spMkLst>
        </pc:spChg>
        <pc:spChg chg="del mod">
          <ac:chgData name="Toby Donaldson" userId="2e6e5431-bb17-4c41-9985-d39c50d83c73" providerId="ADAL" clId="{7F9681A8-EEE2-56F4-9B39-ECCBEE0471AC}" dt="2026-01-23T02:52:55.052" v="964" actId="21"/>
          <ac:spMkLst>
            <pc:docMk/>
            <pc:sldMk cId="2826548480" sldId="341"/>
            <ac:spMk id="5" creationId="{1897C84B-AF13-D42C-A4AA-AF87BA17D9DD}"/>
          </ac:spMkLst>
        </pc:spChg>
        <pc:spChg chg="mod">
          <ac:chgData name="Toby Donaldson" userId="2e6e5431-bb17-4c41-9985-d39c50d83c73" providerId="ADAL" clId="{7F9681A8-EEE2-56F4-9B39-ECCBEE0471AC}" dt="2026-01-23T03:01:47.004" v="1306" actId="1076"/>
          <ac:spMkLst>
            <pc:docMk/>
            <pc:sldMk cId="2826548480" sldId="341"/>
            <ac:spMk id="6" creationId="{CCA869DC-312B-0E61-DEB1-BF22F06A16C7}"/>
          </ac:spMkLst>
        </pc:spChg>
        <pc:spChg chg="add mod">
          <ac:chgData name="Toby Donaldson" userId="2e6e5431-bb17-4c41-9985-d39c50d83c73" providerId="ADAL" clId="{7F9681A8-EEE2-56F4-9B39-ECCBEE0471AC}" dt="2026-01-23T03:01:24.770" v="1305" actId="6549"/>
          <ac:spMkLst>
            <pc:docMk/>
            <pc:sldMk cId="2826548480" sldId="341"/>
            <ac:spMk id="7" creationId="{5CFAB3EF-8DBF-9A98-7C6B-02A9414924D3}"/>
          </ac:spMkLst>
        </pc:spChg>
        <pc:spChg chg="add mod">
          <ac:chgData name="Toby Donaldson" userId="2e6e5431-bb17-4c41-9985-d39c50d83c73" providerId="ADAL" clId="{7F9681A8-EEE2-56F4-9B39-ECCBEE0471AC}" dt="2026-01-23T02:52:59.388" v="966"/>
          <ac:spMkLst>
            <pc:docMk/>
            <pc:sldMk cId="2826548480" sldId="341"/>
            <ac:spMk id="9" creationId="{D091750B-4B60-7F17-7757-4B89F1CB9DB2}"/>
          </ac:spMkLst>
        </pc:spChg>
        <pc:spChg chg="del">
          <ac:chgData name="Toby Donaldson" userId="2e6e5431-bb17-4c41-9985-d39c50d83c73" providerId="ADAL" clId="{7F9681A8-EEE2-56F4-9B39-ECCBEE0471AC}" dt="2026-01-23T02:51:52.452" v="953" actId="21"/>
          <ac:spMkLst>
            <pc:docMk/>
            <pc:sldMk cId="2826548480" sldId="341"/>
            <ac:spMk id="12" creationId="{B33955BE-744D-8EF1-487F-3C3EFB32093A}"/>
          </ac:spMkLst>
        </pc:spChg>
        <pc:spChg chg="del">
          <ac:chgData name="Toby Donaldson" userId="2e6e5431-bb17-4c41-9985-d39c50d83c73" providerId="ADAL" clId="{7F9681A8-EEE2-56F4-9B39-ECCBEE0471AC}" dt="2026-01-23T02:51:56.767" v="954" actId="21"/>
          <ac:spMkLst>
            <pc:docMk/>
            <pc:sldMk cId="2826548480" sldId="341"/>
            <ac:spMk id="15" creationId="{839D6B54-5995-FFA0-D2BD-11FF3B0E9F2C}"/>
          </ac:spMkLst>
        </pc:spChg>
        <pc:cxnChg chg="del mod">
          <ac:chgData name="Toby Donaldson" userId="2e6e5431-bb17-4c41-9985-d39c50d83c73" providerId="ADAL" clId="{7F9681A8-EEE2-56F4-9B39-ECCBEE0471AC}" dt="2026-01-23T02:51:52.452" v="953" actId="21"/>
          <ac:cxnSpMkLst>
            <pc:docMk/>
            <pc:sldMk cId="2826548480" sldId="341"/>
            <ac:cxnSpMk id="8" creationId="{482308AE-1735-3BF2-4F6F-6B8689D2AFBC}"/>
          </ac:cxnSpMkLst>
        </pc:cxnChg>
        <pc:cxnChg chg="del mod">
          <ac:chgData name="Toby Donaldson" userId="2e6e5431-bb17-4c41-9985-d39c50d83c73" providerId="ADAL" clId="{7F9681A8-EEE2-56F4-9B39-ECCBEE0471AC}" dt="2026-01-23T02:57:21.326" v="1251" actId="21"/>
          <ac:cxnSpMkLst>
            <pc:docMk/>
            <pc:sldMk cId="2826548480" sldId="341"/>
            <ac:cxnSpMk id="14" creationId="{406B1DEF-CD62-CC71-AFE9-9DAAB07978FE}"/>
          </ac:cxnSpMkLst>
        </pc:cxnChg>
        <pc:cxnChg chg="del mod">
          <ac:chgData name="Toby Donaldson" userId="2e6e5431-bb17-4c41-9985-d39c50d83c73" providerId="ADAL" clId="{7F9681A8-EEE2-56F4-9B39-ECCBEE0471AC}" dt="2026-01-23T02:51:58.338" v="955" actId="21"/>
          <ac:cxnSpMkLst>
            <pc:docMk/>
            <pc:sldMk cId="2826548480" sldId="341"/>
            <ac:cxnSpMk id="16" creationId="{E653FED0-15CC-623A-F4FA-6F952603E1FC}"/>
          </ac:cxnSpMkLst>
        </pc:cxnChg>
      </pc:sldChg>
      <pc:sldChg chg="modSp add mod">
        <pc:chgData name="Toby Donaldson" userId="2e6e5431-bb17-4c41-9985-d39c50d83c73" providerId="ADAL" clId="{7F9681A8-EEE2-56F4-9B39-ECCBEE0471AC}" dt="2026-01-23T03:03:10.758" v="1335" actId="20577"/>
        <pc:sldMkLst>
          <pc:docMk/>
          <pc:sldMk cId="1118674607" sldId="342"/>
        </pc:sldMkLst>
        <pc:spChg chg="mod">
          <ac:chgData name="Toby Donaldson" userId="2e6e5431-bb17-4c41-9985-d39c50d83c73" providerId="ADAL" clId="{7F9681A8-EEE2-56F4-9B39-ECCBEE0471AC}" dt="2026-01-23T03:03:10.758" v="1335" actId="20577"/>
          <ac:spMkLst>
            <pc:docMk/>
            <pc:sldMk cId="1118674607" sldId="342"/>
            <ac:spMk id="13" creationId="{6603F97C-11E0-42A2-6011-47B707022333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43:14.1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15028 8079 8191,'-15'9'0,"11"-1"3276,-28-8-1489,-3 0 1031,-4 0-2818,14 0 0,-1 0 859,1-1 1,-1 2-860,0 6 0,-3 2 0,-5-4 0,-4 0 0,0 5 1092,2 8 0,0 6 0,-3 0-809,5-7 0,-2 0 0,-1 1 0,0 0 0,0 2-888,1 3 1,1 2-1,-1 0 1,0 1-1,-1 1 605,1-2 0,-2 0 0,-1 2 0,0-1 0,1 1 0,1 0 0,1-1 0,2 1 0,0 0 0,0 0 0,-1 0 0,0-1 0,-2 1 0,-1 0 0,0-1 0,0 0 0,1 1 0,0 1-476,-1 1 1,2 1 0,-1 1 0,1 0 0,0-1-1,-1-1 476,1-1 0,0-1 0,0-1 0,0 1 0,0 0 0,0 1 0,0 1 0,-1 1 0,0 0 0,1 1 0,-1 1 0,1 0 0,3-1 0,1 0 0,-1 1 0,1 1 0,0-1 0,0 1 0,1-1-437,-5 3 1,2-1-1,-1 0 1,1 1-1,-1 1 1,1 1 436,5-4 0,0 0 0,0 1 0,0 1 0,1 0 0,-1 1 0,2-1 0,-1 1 0,-1 2 0,0 1 0,1 1 0,0-1 0,0 0 0,1 1 0,0-1 0,2-1 0,0 1 0,1 0 0,-1 0 0,2-1 0,0 1 0,0-1 0,-2 5 0,1 0 0,0 0 0,1-1 0,1 0 0,1 0-30,-1 4 1,2 1-1,2-2 1,-1 0 0,0-2 29,-4 2 0,0-2 0,1-1 0,4 0 318,5-2 0,4 0 0,1-1 0,-2-1-318,-6 4 0,-2-2 0,5-1 807,10-3 1,3 0-1,-1-2-807,-7 12 0,1-2 0,6-4 0,2-1 0,-1 2 0,0 2 0,0-7 0,0 2 0,0 2 717,-1 6 0,1 2 0,1 3-717,1-5 0,2 2 0,1 1 0,-1 0-63,0-7 1,-1 0-1,1 1 1,0-1 0,1 0 62,1 0 0,1 0 0,0-1 0,1 1 0,-1-1 0,0 1 0,0 1 0,0-1 0,0 0 0,1-1-147,0 6 0,0 0 1,1-2-1,1 0 147,2-3 0,1-1 0,0-2 0,0 0-48,0 5 1,-1-2 0,2-3 47,2-7 0,2-4 0,-1-1 657,0 0 1,1-3-658,3-5 0,1-3 1219,3-5 1,3-3-1220,9 2 0,5-4 0,0-4 0,4-3 0,3 0-332,-3 1 1,2 0 0,2 0 0,2 0 331,-11 0 0,0 0 0,2 0 0,1 0 0,1 0 0,0 0-469,-2 0 1,2 1 0,0-1 0,1 0 0,0 0 0,-1 0 0,0-1 434,5-1 1,0 0-1,0-1 1,-1 0-1,1 0 1,-1 0 33,0 1 0,0-1 0,-1 1 0,1-1 0,-1-1 0,-1-1-357,-2-2 0,-1-1 0,-1-1 0,0-1 0,0 1 0,0 1 357,5 0 0,0 1 0,-1 0 0,1-1 0,0-1 0,-5-1 0,0-1 0,1-1 0,0 0 0,0 1 0,0 0-399,2 1 0,-1 2 1,0-1-1,1 1 1,0-2-1,1 0 399,-3-1 0,1 0 0,0-2 0,0 1 0,1-1 0,-1 0 0,0 0 0,0 0 0,0 1 0,-1-1 0,1 0 0,0 0 0,0 0 0,0 0 0,-3 0 0,1 1 0,-1-1 0,2 0 0,-1-1 0,-1 1 0,1-1 0,-1 0-128,4-3 0,0 0 1,0 0-1,-1-1 1,0 0-1,1 1 1,-1-1 127,2 2 0,-1-1 0,1 1 0,-1-1 0,1 1 0,-1-1 0,1-1 0,-6 1 0,-1 0 0,1 0 0,-1-1 0,1 0 0,-1 0 0,1 1 0,0 0 0,1 0 0,0 0 0,0 1 0,0 0 0,0 0 0,0-1 0,0 0 0,-1-1 0,1 0 0,0-1 0,-1-1 0,1 0 0,-1 0 0,0 0 0,-1 0 0,0 1 0,4-2 0,-2 0 0,0 1 0,0 0 0,0-1 0,-1 0 0,0 0 55,0-1 1,-1-1 0,0 0 0,0 0 0,-1 1-1,0-1 1,-1 2-56,0-1 0,0 1 0,-1 0 0,0 1 0,-1-1 0,1 0 0,1 0 0,0 0 0,0-1 0,0 1 0,0-1 0,0 0 0,-1-1 0,-1 1 0,1-1 0,-1-1 0,0 1 0,1-1 0,1-1 0,0 0 0,0 0 0,0-1 0,1 0 0,-1 0 0,-2 2 0,0-1 0,1 1 0,0-1 0,-1-1 0,1 0 0,-1 0-131,1-3 1,0 0 0,-1-1 0,1 0 0,-1-1 0,2 1 0,0 1 130,-2 3 0,1 0 0,1 1 0,0 0 0,0 0 0,-1-1 0,0-1 0,-2-1 0,2-5 0,-1-2 0,-1 0 0,-1-1 0,0 0 0,1 0 0,1 2 0,0 1 0,2 1 0,0 0 0,0 1 0,0-1 0,-2 1 0,-2-1 74,2-3 1,-3-1 0,0 1 0,-1-1 0,-1 1 0,0 0-75,-2 2 0,0 0 0,-1 1 0,-1 0 0,1 0 0,0 2 0,3-2 0,1 2 0,-1 1 0,0-1 0,-1-2 0,0-4 0,0-1 0,-1 0 0,1-2 0,0 2 0,1 0 0,1 0 0,1 0 0,-1-1 0,1-1 63,-8 6 0,0-2 0,1 0 0,-1-1 0,0 0 0,0-1 0,0 2-63,3-6 0,-1 1 0,1 0 0,-2-1 0,0 1 0,0-1 0,-3 0 0,0 0 0,-1-1 0,0 1 0,-1 0 0,1 2 155,3-3 1,0 0-1,0 2 1,-1 0 0,-4 0-156,0-5 0,-4 0 0,-1 1 0,1 2 612,1 5 0,1 1 1,-1 2-1,-2-1-612,-2-6 0,-2 0 0,0 2 1131,7-7 1,-1 2-1132,-6 4 0,-2 1 1638,1 5 0,-4 0-1541,-11 2 1,-6 1-98,-12-4 0,-5 0 0,5 6 0,-2 1 0,-2-2-46,2 4 1,-3 0-1,-2-1 1,0 0 45,-7-4 0,-1 0 0,-1-1 0,-2 1-412,5 5 1,0 1-1,-2-1 1,-1 2-1,0 0 412,2 2 0,-1 1 0,-1 0 0,0 1 0,-1 1 0,2 0 0,-7-1 0,0 2 0,1 0 0,-1 1 0,0 0-355,0 0 1,-1 1 0,1 0-1,0 1 1,1 1 354,-4-1 0,2 1 0,0 2 0,-2 0 0,4 2 0,-1 1 0,0 1 0,-1-1 0,2 1 0,4 1 0,0-1 0,0 1 0,1 0 0,-2 1 0,-2 1 0,-1 1 0,0 0 0,0 1 0,0 0 0,-1-1 0,-1 0 0,0 1 0,1 0 0,1 1 0,-5 1 0,1 1 0,1 1 0,-1-1 0,0 0 0,0-1 0,0 1 0,0 1 0,1 1 0,0 2 0,0 0 0,0 2 0,7-1 0,1 2 0,-1 0 0,-1 1 0,-3 0 0,3-1 0,-1 1 0,-2 0 0,-2 1 0,0 0 0,0 1 0,0 2-410,0 0 0,0 2 1,0 0-1,-1 2 1,0 0-1,-1 0 0,0 0 1,-1-1 316,6-2 1,-1 1-1,0-1 1,-1 1 0,0-1-1,0 1 1,0 0-1,0 0 1,0 0 0,1 0 92,-2 2 0,-1-1 0,1 1 0,0 0 0,0 0 0,0 0 0,1 1 0,0 0 0,1-1-138,-3 3 1,0 1-1,0 0 1,1 0-1,0 0 1,1-1-1,0-1 1,1-1 137,1-2 0,1-1 0,0-1 0,1-1 0,0 1 0,0 0 0,1 1 4,-5 5 1,1 1 0,0 0 0,1 1 0,0-1 0,0-2-5,2-3 0,1-1 0,0-2 0,0 1 0,1 1 0,0 0 0,0 2 0,0 1 0,0 0 0,1 1 0,0 0 0,1 0 0,-5 4 0,1 1 0,1 0 0,-1 0 0,1 0 24,1-1 0,0-1 1,0 1-1,1 0 0,1 1-24,-1 3 0,2 1 0,1 0 0,-1-2 767,1-2 1,0-1 0,1-1-1,1 0-767,-1 2 0,3 0 0,-2 1 0,-6 5 0,-1 0 0,0-1 0,1-2 0,-1-2 0,1 1 0,8-4 0,-1 1 0,0 0 0,2-1 0,-7 4 0,2-2 0,1 0 1062,3-4 0,1-1 0,4 0-1062,6 1 0,1-3 2767,-28-1-2767,43-15 2026,-11-15-2026,15-20 0,0 11 0,0-7 0</inkml:trace>
  <inkml:trace contextRef="#ctx0" brushRef="#br0" timeOffset="4782">9560 5433 24575,'-35'0'0,"0"0"0,-1 0 0,10-2 0,1 4 0,2 13 0,-8-11 0,31 28 0,0-28 0,0 27 0,0-27 0,0 27 0,0-11 0,0 10 0,0 7 0,-4-5 0,-1 4 0,-2 1-588,-2 10 1,-3 2 0,-2 0 587,-1-7 0,-3 0 0,-1 0 0,0 1-393,2-5 1,-1 0-1,0 1 1,0-1-1,-1-1 393,-3 3 0,-1-1 0,0-1 0,1 2 0,-2 3 0,0 1 0,0-1 0,2-1-311,3-5 0,0-2 0,2 0 0,-1-1 311,-3 10 0,0-2 0,0-2 0,4-8 0,0-2 0,1-2 0,-3 9 0,2-7 1461,-2-11-1461,3 13 1987,16-28-1987,0 11 1521,0 1-1521,0 27 0,0-8 0,0 6 0,0 3-733,0-4 0,0 2 0,0 2 0,0 2 733,0 0 0,0 3 0,0 2 0,0-1 0,0 1-478,0-8 0,0 0 1,0 0-1,0 1 1,0-1-1,0 0 478,0 7 0,0 1 0,0-1 0,0-1 0,0 0 0,0-7 0,0-1 0,0 0 0,0-1 0,0-1-220,0 6 0,-1-1 0,1-1 0,1-2 220,3 2 0,2-2 0,0 0-135,-2 1 0,2-1 0,3-2 135,5-8 0,4-1 0,1-1 0,3 3 0,2 0 0,1-2 0,1-4 0,1-3 0,2 1 0,4 2 0,2 0 0,1 0 0,1-1 0,1-2 0,1 0 0,-3-4 0,1-1 0,-1-1 0,0 2 0,-1-1 0,0-4 0,0-5 0,-1-3 0,-1-1 1057,4 4 1,1-2-1058,-5-6 0,2-2 0,-1 1 1514,3 0 0,0 0-1514,9 1 0,2-2 0,-14-3 0,0-1 0,2-2-147,7-3 0,2-1 0,0-3 147,-5-1 0,0-2 0,1-2 0,-1-1 0,1-2 0,-1-3 0,0 0 0,0-1 0,0 0 0,0 0 0,-1-2 0,-2 0 0,-3 1 0,-2-2 0,-1 1 0,-2-1 0,3-7 0,-3 1 0,0 0 87,-2 5 0,-1 0 0,-5 0-87,-1-14 0,-2 1 0,3 7 0,1 2 73,-3 6 1,-3 1-74,-7 1 0,2 1 0,12 7 0,1 1 0,-13-8 0,1-1 0,20-1 0,3-1 0,-7-6 0,-1-3 400,-5 11 0,2 0 1,0 0-401,0 2 0,-1 0 0,1-1 0,0 0 0,0-2 0,-2 1 0,7-10 0,-3 2 153,-6 5 0,-4 3-153,-1-10 0,-15 5 0,0 27 0,0-12 0,0 1 466,0-21-466,-5-4 0,-5-6 0,-1 11 0,-1-1 0,-1-3-421,4-1 0,0-5 1,0 0-1,-3 3 421,-3 6 0,-3 1 0,0 1 0,2-2 0,6-3 0,1-1 0,1 1 0,-4 2-133,-9-3 0,-3 3 1,3 0 132,1-8 0,0 0 0,0 11 0,-4 0 0,2 0 0,4 4 0,0 0 0,-1 0 0,-8-4 0,-3-1 0,1-2-409,1-3 1,2-1 0,-3 1 408,5 12 0,-2 1 0,-1 0 0,1-1 0,-2-4 0,0-1 0,0 1 0,-2 0-488,-3 0 1,-2 1 0,-1 0 0,-1 1 487,-2 0 0,-2 1 0,1 0 0,-1 0 0,9 4 0,0 1 0,0-1 0,0 1 0,-1 0 0,-7-4 0,-1 1 0,1 0 0,5 3 0,-7-6 0,5 1 0,6 6 0,-1-1 0</inkml:trace>
  <inkml:trace contextRef="#ctx0" brushRef="#br0" timeOffset="5382">9895 5644 14116,'-41'0'0,"10"0"1638,-3 0 0,1 0-609,10 0 783,-9 0-1812,32 16 991,0 4-991,0 4 0,0 3 3276,0 12-3239,-6 0 1,-3 4-38,1-6 0,-4 1 0,-6 0 0,-6 4 0,-1-1-584,2-1 1,-1-1 0,-3 0 583,-1-4 0,-3 1 0,-1-1 0,1-2 0,-1 2 0,1-2 0,0 1-41,1 1 1,1 0-1,2-3 41,-1-3 0,5-3 0,4 9 0,3-19 0,16-1 0,0-11 434,0 12 1,0-16-1,0 0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44:44.4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13406 12012 24575,'7'-25'0,"1"-1"0,28-5 0,-18 6 0,3 1 0,12 10 0,0 0 0,-1-21 0,1 15 0,-9 5 0,-21 15 0,13 0 0,0 0 0,19-16 0,-2-1 0,5-1 0,6 0 0,2-3 0,-16-1 0,-1-2 0,2 3 0,3 7 0,2 3 0,-4-3 0,-2-12 0,-1 1 0,5 6 0,-2 3 0,4-4 0,-1-11 0,-16 27 0,-3-12 0,-16 16 0,16 0 0,3 0 0,5-6 0,3-4 0,8-6 0,1-3 0,-2 0 0,-1-1 0,2-7 0,-2 3 0,10 4 0,-7-11 0,-17 27 0,13-12 0,-29 16 0,13 0 0,15 0 0,9 0 0,-14-7 0,3-1 0,5 7 0,-2-2 0,-12-13 0,-1 0 0,8 14 0,-3 0 0,-4-13 0,-4 15 0,-16 0 0,15 0 0,21 0 0,-10 0 0,2 0 0,15-7 0,1-2 0,-7 0 0,0-1 0,7 0 0,-2 0 0,-9 2 0,-3 0 0,7-7 0,3 11 0,-37-12 0,13 16 0,0 0 0,19 0 0,-1-7 0,3-2 0,-1 7 0,2 0 0,6-4 0,-2-3 0,-13 0 0,-3 2 0,1 6 0,-3-2 0,-4-13 0,11 16 0,-27 0 0,23 0 0,9 0 0,-7 0 0,1 0 0,-1 0 0,0 0 0,18 0 0</inkml:trace>
  <inkml:trace contextRef="#ctx0" brushRef="#br0" timeOffset="1101">16245 10971 24575,'34'0'0,"-1"0"0,10-7 0,-9 6 0,-1 0 0,-6-7 0,-9 8 0,5 0 0,13 0 0,-10 0 0,3 0 0,12 0 0,4 0 0,0 0 0,0 0 0,0 0 0,0 0 0,0 0 0,-4 0 0,-12 0 0,-3 0 0,0 0 0,-1 0 0,10 0 0,-15 0 0,11 0 0,-11 0 0,11 1 0,5-2 0,0-7 0,2 0 0,11 6 0,0 0 0,-4-6 0,-2 0 0,-11 8 0,-1 0 0,3 0 0,-1 0 0,6 0 0,-13 0 0,-1 0 0,-6 0 0,13 0 0,-13 0 0,1 0 0,-4 0 0,-1 0 0,-11 0 0,28 0 0,-28 0 0,11 0 0,-15 0 0,16 0 0,-12 0 0,27 0 0,-27 0 0,27 0 0,-27 0 0,12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53:25.03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18009 13794 24575,'36'0'0,"-5"0"0,4 0 0,2 0 0,1 0 0,10 0 0,2 0 0,-15 0 0,0 0 0,-1 0 0,7 0 0,0 0 0,-8 0 0,2 0 0,-1 0 0,11 0 0,0 0 0,-10-1 0,1 1 0,-1 1 0,10 2 0,0 1 0,-2-3 0,0 0 0,-9 6 0,1 3 0,-2-3 0,6-5 0,0 0 0,2 3 0,2 1 0,-1-1 0,5-5 0,-2 0 0,4 0 0,0 0 0,-15 0 0,1 0 0,-2 0 0,5 0 0,-2 0 0,0 0 0,-1 0 0,-1 0 0,-1 0 0,6 0 0,-6 0 0,0 0 0,7 0 0,-14-8 0,-1 0 0,-6 4 0,13-12 0,3 16 0,-8-3 0,1-2 0,0 5 0,-1-2 0,8-5 0,-4 7 0,-27 0 0,12 0 0</inkml:trace>
  <inkml:trace contextRef="#ctx0" brushRef="#br0" timeOffset="3738">27040 13758 8191,'-35'0'0,"-3"0"0,-6 0 1027,3 0 0,-4 0 1,-2 0-1028,7 0 0,-1 0 0,-3 0 0,0 0 0,-1 0 0,3 0 0,-1 0 0,0 0 0,-1 0 0,0 0 0,1 0 0,-6 0 0,0 0 0,0 0 0,1 0 0,0 0 0,5 0 0,0 0 0,1 0 0,1 0 0,0 0 0,-5 0 0,0 0 0,2 0 0,0 0 716,-5 0 0,1 0 0,0 0-716,9 0 0,0 0 0,0 0 0,-1 0 0,1 0 0,-1-1 0,1 1 0,1 1 0,-6 3 0,2 2 0,-2 0 0,5-1 0,-1 1 0,-1 1 0,1 2 0,0 5 0,1 3 0,0 2 0,-2 0 0,2-1 0,-1 1 0,-1 0 0,0 2 0,-2 0 0,1 1 0,-2 1 0,-1 1 0,0 0 0,1 0 0,1 0 0,6-2 0,0-1 0,1 0 0,0 0 0,1 1 0,1 1 405,-7 3 0,0 2 1,1 0-1,3 0 1,6-1-406,-1 3 0,6-1 0,5 2 0,1 12 0,9 0 1638,9-9 0,4 3-1052,-2-1 1,1 6 0,-1 4 0,-1 2-587,-2-8 0,-1 2 0,-1 2 0,0 1 0,0 3 0,0 0 0,1 1-78,1-7 0,0 1 1,1 1-1,-1 1 1,1 0-1,0 2 1,0 0-1,0 0 1,0 0-1,-1 0 78,0 1 0,0 0 0,0 0 0,-1 2 0,1-1 0,-1 1 0,1 0 0,-1-1 0,1-1 0,0 0 0,1-1 0,-1 5 0,-1-1 0,0 0 0,0 0 0,1-2 0,1 1 0,1-2 0,2 0 0,3-1-82,2 1 0,1-1 0,2 0 0,1-1 0,2-1 0,2 0 0,3-2 0,2-1 82,3-1 0,2 0 0,2-2 0,2-1 0,3 0 0,1-2 0,3-1 0,2-1 0,-3-7 0,2 0 0,1-2 0,2 0 0,2-2 0,1 1 0,2-2 0,0 1 0,1-1 0,0 0 0,1 0-219,-6-3 1,0 0-1,1 0 1,1 0-1,0 0 1,1-1-1,1 1 1,0-1-1,1-1 1,0 1 0,1-1-1,-1-1 1,2 0-1,-1 0 1,1-1 157,-2-1 1,0-1 0,1 0 0,1 0-1,0-1 1,0 0 0,1 0 0,-1-1 0,2 0-1,-1 0 1,1-1 0,0 0 0,0 0 0,0-1-1,0 0 1,1 0 0,-1 0-113,-3-1 1,1-1-1,-1 0 1,1 0-1,1 0 1,-1-1-1,0 0 1,1 0-1,0 0 1,0-1-1,0 0 1,0 0 0,0 0-1,0 0 1,0-1-1,0 0 1,0 1-1,0-1 1,-1 0 158,1 0 0,0 0 0,0 0 0,0 0 0,0 0 1,0-1-1,0 1 0,1-1 0,-1 0 0,0 0 0,0 0 1,0-1-1,0 0 0,1 0 0,-1-1 0,0 0 0,1-1 1,-1 0-1,1 0 14,0-1 0,1 0 0,-1-1 0,1 0 0,0-1 0,0 0 0,0 0 0,0-1 0,0 1 0,0-2 0,0 1 0,0-1 0,0 0 0,0-1 0,-1 0 0,1 0 0,-1 0 0,0-1 0,0 0 0,-1 0 0,0 0 0,0 0 0,0-1 0,-1 0 0,1 0 0,-1 0 0,1-1 0,-1 0 0,0 0 0,0-1 0,0 0 0,0-1 0,0 0 0,-1 0 0,1-1 0,-1 0 0,1-1 0,-1-1 0,1 0 0,-1-1 0,1 0 0,0-1 0,-1 0 0,1-1 0,-1 0 0,0-1 0,1 0 0,-1-1 0,-1 1 0,1-1 0,-1-1 0,1 1 0,-1 0 0,-1-1 0,1 0 0,-1 1 0,-1-1 0,3-1 0,0 0 0,0-1 0,0 1 0,0-1 0,-1 0 0,0-1 0,0 1 0,-1-1 0,0 0 0,0 0 0,-1 0 0,0-1 0,-1 1 0,-1-1 0,0 1 0,-1-1 3,2-2 1,0 0 0,-1 0 0,0 0 0,-1-1 0,0 0 0,-1 0 0,-1 0 0,0 0-1,0 1 1,-2-1 0,1 1 0,-1-1 0,-1 2-4,7-6 0,0 1 0,-1 1 0,0-1 0,-1 1 0,-2 0 0,0-1 0,-2-1 0,-2 0 0,-2-1 0,1-4 0,-1 0 0,-3-1 0,-1 0 0,-2-1 0,-1-2 0,-1-2 0,-2-2 0,-3 4 0,-1-2 0,-1-2 0,-1-1 0,-2-1 0,0-2 0,0 1 0,-1-2 0,-1 1 0,-1-1 0,0 1-56,-1 3 1,0-1 0,-1-1 0,0 1 0,-1-2-1,0 1 1,-2 0 0,0-1 0,0 0 0,-2 0 0,0 0-1,-1 0 56,-1 2 0,-1-1 0,1 0 0,-1-1 0,-1 0 0,0 0 0,-2 0 0,0 1 0,-2 0 0,-1 1 0,-1 2 0,-3 0 0,-1 2 0,-3-5 0,-3 1 0,-1 0 0,-2 2 0,-2 0 0,-1 2 0,-3 1 0,-1 3 0,-1 1 0,-2 3 0,-5 0 0,-2 2 0,-2 3 0,-3 2 0,-1 2 0,-1 1 0,-2 1 0,0 1 0,-2 1 0,7 3 0,-2 2 0,-1 0 0,-1 1 0,-1 2 0,-1-1 0,0 2 0,-1 0 0,1 0 0,-1 1 0,0 0 0,1 0 0,-1 1 0,0 0 0,-1 1 0,1 1 0,-1 0 0,-1 0 0,1 1 0,0 0 0,0 0 0,0-1 0,1 0 0,0 0 0,-2-1 0,-1-1 0,1 0 0,0 0 0,0 0 0,1-1 0,-1 2 0,1-1 0,0 2 0,0 0 0,0 1 158,-2 1 1,1 1 0,-1 1-1,1 0 1,-1 1 0,2 0-1,-1 0 1,1 1 0,1-1-1,1 1-158,-5-1 0,1 1 0,0-1 0,1 1 0,1 0 0,0 1 0,1-1 0,0 1 455,-2 0 0,2 1 1,-1-1-1,2 1 1,-1 1-1,1-1 1,0 1-456,0 1 0,0 0 0,1 1 0,-1-1 0,1 1 0,0-1 0,0 0 0,-6-1 0,1 0 0,-1-1 0,2 0 0,-1 1 0,1 0 0,4 1 0,0 1 0,0 0 0,1 0 0,0 0 0,1-1 385,-7-2 1,0 1-1,1-2 1,1 1-1,2 0-385,-5 0 0,2 0 0,1 0 0,0 0 0,3-1 0,1 1 0,0 0 0,-2 1 0,4 1 0,-2 1 0,0 1 0,-1 0 0,1-2 0,-2-1 0,0-1 0,0 0 0,-1 1 0,1 1 0,-2 3 0,1 2 0,-1 1 0,0-1 0,-1-2 0,6-3 0,-1-2 0,0 0 0,0 0 0,1 0 0,1 1 0,-2 2 0,0 1 0,2-1 0,0 1 0,2-2 748,-3-2 1,1-1-1,2 1 1,4 1-749,-11 5 0,12 4 2183,19 9-2183,16 1 1281,0 11-1281,0-11 113,9 11 1,-2 5-114,-12-4 0,-2 2 0,6 11 0,-2-2 0,-5-9 0,-3-5 0,-5 6 0,16-19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54:15.11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16933 9772 24575,'34'0'0,"-1"0"0,10 0 0,4 0 0,-7 0 0,3 0 0,0 0-527,1 0 1,1 0 0,-1 0 526,-2 0 0,-1 0 0,-1 0 0,-1 1 0,-1-1 0,-1-1 0,-1-4 0,-1-1 0,0 1 0,0 4 0,0 0 0,1-1 0,-1-3 0,1-1 0,-2 2 143,12 3 1,-1 2-144,-11-1 0,1 0 0,-2 0 0,4 0 0,0 0 157,7 0 1,-2 0-158,5 0 0,-13 0 0,-11 0 798,-19 0-798,12 0 179,31 0-179,-19 0 0,3 0 0,1 0 0,4 0 0,1 0 0,4 0 0,1 0 0,-3 0 0,1 0 0,-2 0 0,7 0 0,-7 0 0,-19 0 0,-3 0 0</inkml:trace>
  <inkml:trace contextRef="#ctx0" brushRef="#br0" timeOffset="1613">20091 10142 24575,'25'0'0,"1"0"0,11 0 0,4 0 0,4 0 0,2 0 0,-10 0 0,2 0 0,-1 0-281,-3 0 1,1 0 0,-1 0 280,0 0 0,0 0 0,1 0 0,-1 0 0,0 0 0,0 0 0,1 0 0,-1 0 0,0 0 0,1 0 0,-1 0 0,0 0 0,11 0 0,-2 0 138,-7 0 0,-3 0-138,9 0 35,-26 0 0,-9 0 0,-8 0 0</inkml:trace>
  <inkml:trace contextRef="#ctx0" brushRef="#br0" timeOffset="2829">23230 9631 24575,'26'0'0,"-1"0"0,17 0 0,3 0 0,1 0 0,2 0 0,-13 0 0,1 0 0,-1 0 0,9 0 0,-2 0 0,-14 0 0,-1 0 0,0 0 0,-3 0 0,-5 0 0,13 0 0,-8 0 0,2 0 0,6 0 0,3 0 0,7 0 0,4 0 0,1 0-545,-2 0 1,1 0 0,1 0 544,-5 0 0,2 0 0,1 0 0,0 0-216,0 0 0,1 0 0,-2 0 0,-3 0 216,0 0 0,-4 0 0,-1 0 0,10 0 0,-10 0 0,-20 0 0,-16 0 0</inkml:trace>
  <inkml:trace contextRef="#ctx0" brushRef="#br0" timeOffset="5163">24836 10142 24575,'19'0'0,"13"0"0,-5 0 0,10 0 0,-8 0 0,1 0 0,9 0 0,-6 0 0,1 0 0,-8 0 0,3 0 0,12 5 0,7 1 0,-4-1 0,-1-4 0,0 2 0,-8 3 0,4 4 0,0-1 0,-3-3 0,1-3 0,-3-3 0,1 1 0,2 4 0,0 0 0,-1 1 0,14 2 0,-2 0 0,-6-7 0,0 2 0,-3 5 0,0-1 0,6-6 0,1-2 0,-1 1 0,0 0 0,-2 0 0,0 0 0,0-1 0,0 2 0,-8 4 0,1 1 0,-1-1 0,4-3 0,0 0 0,12 6 0,-4-1 0,-7-7 0,-15-1 0,1 2 0,17 15 0,-6-12 0,-10 12 0,-11-16 0,-16 0 0,0 0 0</inkml:trace>
  <inkml:trace contextRef="#ctx0" brushRef="#br0" timeOffset="6778">28540 10213 24575,'47'0'0,"0"0"0,-4 0 0,4 0 0,2 0 0,-4 0 0,1 0 0,2 0 0,1 0-656,-7 0 1,1 0-1,0 0 1,1 0 0,0 0 310,1 0 1,2 0 0,-1 0 0,-1 0-1,-1 0 345,1 0 0,-1 0 0,-2 0 0,0 0 462,6 0 1,0 0 0,-5 0-463,-2 0 0,-4 0 419,-10 0 0,-3 0-419,11 0 0,-15 0 0,11 0 2659,-11 0-2659,18 0 0,6 0 57,-13 0 0,1 0-57,12 0 0,-2 0 0,-15 0 0,-3 0 0,11 0 0,4-7 0,5-2 0,-5 7 0,0 0 0,3-6 0,-2 1 0,-4 6 0,-7 2 0,-17-1 0,3 0 0</inkml:trace>
  <inkml:trace contextRef="#ctx0" brushRef="#br0" timeOffset="8329">32314 9878 24575,'26'0'0,"-1"0"0,15 0 0,-5 0 0,-19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8:01:01.1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5856 5891 24575,'-35'0'0,"15"0"0,-27 16 0,24 19 0,-9-1 0,-3 3 0,7 2 0,1 4-426,4-4 1,-1 2-1,1-1 426,4-7 0,1 0 0,0 3 0,1 0 0,-1 4 0,1 0 0,2-3 0,1-4 0,1-1 0,1 1 0,-1 6 0,1 3 0,2-6 156,0-8 0,4-1-156,5 6 0,2 1 0,-1-7 0,0 1 0,-2 13 0,4 4 0,9-4 0,5 2 0,4 2 0,-1-2 0,3 2 0,1 1 0,3-2 0,-2-7 0,2-2 0,1 0 0,0 0 0,-2 0-234,3 6 0,-1 0 0,0-1 0,1-5 234,4-3 0,0-4 0,2-2 249,3-2 1,1-1 0,5-3-250,-1-5 0,4-2 0,3-1 0,2 2 0,-12-2 0,2 1 0,1 0 0,2 0 0,0 0 0,1-1 0,0-1-273,2-1 1,1-1 0,0 0 0,0-1-1,2-1 1,-1 1 0,2-1 272,-8 0 0,1-1 0,0 1 0,1-1 0,0 0 0,0-1 0,0 1 0,1-2 0,-1 0 0,0 0 0,0 0 0,0-1 0,0 0 0,0-1 0,0 0 0,1-2 0,-1 0 0,1-2-241,3-1 1,0-2 0,0-1 0,0 0 0,0-2 0,1 0 0,-1-1 0,0 0 0,-1 0 240,0 1 0,-1-1 0,0 1 0,0-2 0,0 1 0,0-2 0,-1 0 0,0-2 0,-1-2 0,-1-1 0,-1-1 0,1-2 0,-1 0 0,-1-2 0,0 0 0,0 0 0,-2 0 0,0 0-15,6-4 0,-1 0 0,-1 0 0,-1 0 0,-1-2 0,-2 1 0,0-1 15,0-2 0,-1-1 0,-2 0 0,-1 0 0,-1-2 0,-3-2 0,-2 0 0,-2-1 0,-2-2 0,-1 0 0,-1-2 0,0 0 0,-2 2 0,-1 0 0,-1-2 0,0 0 0,-1-1 0,-1-1 0,-1-1-174,0-3 1,-2-1 0,-1-1 0,-1-1 0,-1-1 0,0 0 0,-1 0 173,0 4 0,0-1 0,-1-1 0,0 0 0,-1 0 0,-1 1 0,-1-1 0,-2 2 0,-1-3 0,-1 0 0,-1 0 0,-1 1 0,-2 0 0,-3 1 0,-1 1 142,-4-5 0,-2 2 0,-3 0 0,-1 1 0,-3 1 0,-1 2-142,-1 5 0,-1 1 0,-2 1 0,-2 1 0,-2 1 0,-2 1 0,-3 2 0,-2 1 0,-2 1 0,-3 1 0,0 0 0,-1 1 0,1 1 133,-2 0 0,-1 1 1,0 1-1,-1 0 1,-1 1-1,1 1 1,0 1-134,1 1 0,0 1 0,0 1 0,0 1 0,0 0 0,1 1 0,0 0 0,-2-1 0,0 0 0,1 0 0,1 2 0,0 1 0,0 2 98,0 3 0,0 3 1,1 1-1,-1 0 0,0 0-98,-2-1 0,-1-1 0,0 1 0,0 0 0,0 1 0,-1 1 0,1 1 0,-1 0 0,1 1 0,0-1 0,3 1 0,-1-1 0,1 0 0,1 2 0,0-1 391,-3 2 1,1 0-1,0 1 1,1 2-392,1 4 0,2 2 0,-1 1 0,-1 0 0,-2-1 0,0 1 0,-2 1 0,0 2 0,0 3 0,-1 2 0,-2 1 0,2 1 0,0-2 0,6-2 0,0 0 0,1-1 0,0 1 0,0 1 0,-1 0 0,1 0 0,-1 0 0,1 2 0,0 2-49,0 3 1,0 3-1,1 0 1,0 3-1,-1 0 49,2 0 0,0 0 0,-1 1 0,1 2 0,-1 2 0,-1 0-25,5-1 1,0 1 0,-2 2-1,1 1 1,0 0 0,0 0-1,1-1 1,1-1 24,-1-1 0,1 1 0,1-1 0,-1-1 0,2 1 0,1-2 0,0 1 0,-5 7 0,0-1 0,2 0 0,3-2 0,6-4 222,-7 12 0,13-8-222,17-1 0,0-1 0,0-16 0,0-3 0</inkml:trace>
  <inkml:trace contextRef="#ctx0" brushRef="#br0" timeOffset="31237">18450 14305 24575,'26'0'0,"-1"0"0,14 0 0,-5 0 0,-1 0 0,6 0 0,-6 1 0,7-1 0,1-1 0,5-3 0,2-3 0,3 2 0,-5 4 0,3 1 0,1 0 0,-3-2-197,-5-5 0,0-2 0,-2 0 1,-1 2 196,4 5 0,-1 3 0,-2-4 0,-5-6 0,-1-4 0,-1 4 0,13 6 0,2 2 0,-8-3 0,2-2 0,-2 0 0,5-2 0,0 1 0,-11 5 0,2 2 0,-4-2 0,-3-6 0,1 0 393,11 7 1,0 2-394,-14-1 0,1 0 0,16 0 0,6 0 0,-11 0 0,1 1 0,4-2 0,-7-1 0,2-2 0,2 1 0,1-1 0,-1 1-91,2 2 1,1 0 0,0 1 0,0 0 0,1-2 90,2 0 0,1-2 0,0 0 0,0 1 0,0 1 0,0 1 0,1 1 0,-1 0 0,0 0 0,0 1 0,-3-1 0,-1 0 0,0 1 0,1-1 0,0-1 0,-2-1 0,0 0 0,1 0 0,1-1 0,-1 0 0,0-1 0,-1-1 0,0 0 0,0-1 0,0 0 0,0-1 0,1 1 0,0-1 0,0 1 0,1-1 0,-1 1 0,0-1 0,-1 1 0,6-2 0,-1 0 0,0 1 0,0 0 0,-2 1 0,-3 2 0,0 0 0,-1 1 0,0 0 0,0 2 0,8-1 0,0 2 0,0 0 0,0 2 0,-1 0 0,0 1 0,-1 1 0,0 2 0,-4 2 0,0 0 0,-1 2 0,-2 0 0,8 2 0,-3 1 0,0 1 0,2 3 0,-1 1 0,-8-2 0,-15-6 0,-1-1 0,8-1 0,0 0 0</inkml:trace>
  <inkml:trace contextRef="#ctx0" brushRef="#br0" timeOffset="32599">22860 13547 24575,'43'0'0,"0"0"0,5 0 0,2 0 0,-5 0 0,2 0 0,0 0-524,-1 0 0,0 0 0,0 0 524,-4 0 0,0 0 0,-1 0 0,-4 0 0,-2 0 0,-5 0 127,9 0 1,-8 0-1,-31 0 1</inkml:trace>
  <inkml:trace contextRef="#ctx0" brushRef="#br0" timeOffset="36954">25929 10813 24575,'0'35'0,"0"-9"0,0-1 0,0 6 0,0 18 0,0-21 0,0 7 0,0-10 0,0 1 0,0 0 0,0 3 0,0 13 0,0 2 0,0 1 0,0 0 0,0 0 0,0 0 0,-1-2 0,2 1 0,4-11 0,1 1 0,-1 0 0,-4 3 0,-1-1 0,3 1 0,6 2 0,3-1 0,-2 3 0,-4-4 0,-1 2 0,-1 0 0,1-3 0,5 10 0,-1-2 0,-1 1 0,0-4 0,8 6 0,-14-23 0,0 3 0,6 5 0,4 4 0,-1 2 0,-3 4 0,-3 2 0,2-1 0,-1-5 0,1-1 0,-1-2 0,1 11 0,2-10 0,7-16 0,-13-4 0,13-1 0,0 5 0,19 0 0,-7-9 0,7 0 0,4-2 0,0-5 0,5-3 0,3-2 0,3 0 0,1 2-303,-10 0 0,2 1 0,0 0 1,3 1-1,-1-1 0,2 0 1,0 0-1,0-1 303,-1 0 0,2 0 0,0-1 0,1 0 0,0-1 0,0 1 0,0 0 0,0 0 0,-1-1 0,-2 1 0,1 0 0,-1 0 0,1 0 0,-1 0 0,-1 0 0,0 0 0,-1 0 0,0 0-100,4 0 0,0 0 1,-2 0-1,0 0 1,0 0-1,-2 0 1,-1 0 99,8 0 0,-2 0 0,-1-1 0,0 1 0,-1 1 0,-2 2 0,-2 0 0,1 1 0,0 0 0,0-2 0,1-1 0,0 0 0,1-1 0,0 0 0,1 2 0,-5 1 0,0 1 0,0 1 0,1 0 0,0-1 0,0-1 0,0-2 0,1 0 0,-1-1 0,1-1 0,2 1 0,0 1-237,-4-1 0,0 2 0,2-1 0,0 1 0,1-1 0,0 0 0,1 0 0,-1-2 237,3 0 0,0-1 0,0 0 0,1-1 0,1 0 0,-1-1 0,2 0 0,0 0-226,-5 0 1,1-1-1,0 0 1,1 0 0,0 0-1,1-1 1,-1 1 0,1-1-1,-1 0 1,0 0 225,0 0 0,1-1 0,-1 1 0,1-1 0,-1 0 0,1 0 0,-1 0 0,0 0 0,-1 1 0,-1-1 0,2 1 0,-1 0 0,0 0 0,0-1 0,-1 1 0,0 1 0,-2-1 0,0 0 0,-1-1 238,3 0 0,-1 0 0,0-1 0,-2 0 0,-1 1 0,-2 2 0,-1 0-238,11 3 0,-2 2 0,-4 1 0,-6-4 0,1-3 0,-7-3 598,-1-7-598,-31 12 1897,0-27-1897,0 11 2964,0 1-2964,0-13 72,0 8 0,0-3-72,0-15 0,0-6 0,1 8 0,-1-3 0,-1 1 0,-4 0 0,-1 0 0,1 0 0,4 5 0,1 0 0,-3-2 0,-2-1 0,-3-1 0,-1-2 0,0 0 0,1 0 0,-1-1 0,1 0 0,-2-1 0,0 2 0,0-1 0,-2-1 0,1 2 0,-1 2 0,-1 2 0,0 1 0,-1 2 0,-1 4 0,-8-14 0,-5 10 0,-9 16 0,-8 8 0,9 6 0,-5 1 0,-2 2 0,-2-2 0,7-1 0,-2 0 0,-2 0 0,-1-1 0,-1 2 0,-2 0-366,2 1 1,-1 1 0,-2 0 0,-1 1 0,-1 0 0,-1 0 0,0 0 0,-1 0 365,4 0 0,0 0 0,-2 0 0,0 0 0,-1 1 0,0-1 0,0 1 0,0-1 0,0 1 0,0 0 0,1 1 0,-1-1 0,1 1 0,-1 0 0,1 0 0,-1 0 0,1 1 0,-1-1 0,1 0 0,0 0 0,1 0 0,-1 1 0,1-1 0,-1 0 0,0 0 0,1 1 0,1-1 0,0-1 0,1 1 0,1-1-105,-2 0 0,0-1 1,1 0-1,1 0 1,0-1-1,2 1 1,1 0-1,0 1 105,-3 0 0,1 1 0,2 0 0,0 0 0,1-1 0,1-1 0,-4-3 0,1-2 0,0-1 0,2 1 0,2 2 0,-1 3 0,2 3 0,1-1 0,-1-3 0,-4-3 0,-1-3 0,1 0 0,0 2 0,-6 2 0,0 2 0,-1-1 695,6 0 0,-2-1 1,0 0-1,2 2-695,-4-1 0,2 2 0,0 0 244,7 1 0,0 1 0,-1 1 1,3-1-245,-5 0 0,3 0 0,-1 0 0,3 0 0,-1 0 0,1 0 0,-4 0 0,0 0 0,2 0 0,-7 0 0,0 0 0,10 0 0,-1 0 0,1 0 0,-11 0 0,2 0 0,0 1 0,2-2 0,2-6 0,1-2 0,2 0 0,2-2 0,4 1 0,-1 1 0,-8 0 0,-2 2 0,-2 6 0,-3 2 0,12-1 0,-5 0 0,0 0 0,-1 0 0,-3 1 0,-1-1 0,-1 0 0,0-1 0,-1-2 0,-2-1 0,2-1 0,2 2 0,0 1 0,2 2 0,4-2 0,-3-7 0,9 2 0,18 7 0</inkml:trace>
  <inkml:trace contextRef="#ctx0" brushRef="#br0" timeOffset="61417">26829 13617 24575,'0'43'0,"0"0"0,0 6 0,0 0 0,-2-13 0,-2 0 0,2 0 0,1 15 0,0-4 0,-3-9 0,0-5 0,4 2 0,0-4 0,0-27 0,0 28 0,0 15 0,0-13 0,0 5 0,0 2 0,0 2 0,0 0 0,0 3 0,0 1 0,0 1 0,0-1-317,0 1 0,0 1 1,0-1-1,0-1 0,0-2 317,0 0 0,0-2 0,0-3 0,0-3 0,0 9 0,0-10 0,0-17 0,8 13 0,-2 0 0,6 2 0,14-3 0,6 1 0,-9 2 0,0 4 0,6-8 528,7-12 0,5-7 0,3-1-528,-3 0 0,2-1 0,1-2 0,1-1 0,3-4 0,2-3 0,1-1 0,0 3 0,-8 1 0,1 1 0,1 1 0,0 0 0,1-2-118,-4 0 0,1-2 0,0 0 0,1 0 0,-1 1 1,-1 0 117,4 2 0,-1 0 0,0 1 0,0 0 0,1-2 0,-3-1 0,0-1 0,1 0 0,0 0 0,0-1 0,1 1 0,2 0 0,0 0 0,0 0 0,1 0 0,0 0 0,1 0-240,-3 0 1,2 0 0,0 0 0,0 0 0,0 0 0,1 0 0,-1 0 239,1 0 0,1 0 0,-1 0 0,0 0 0,1 0 0,-1 0 0,0 0 0,0 0 0,-1 0 0,1 0 0,-1 0 0,0 0 0,-1 0 0,-1 0-103,1 0 0,-1 0 0,-1 0 0,0 0 0,-1 0 1,0 0 102,5 0 0,1 1 0,-1-1 0,-1 0 0,-1-1 0,-5-1 0,0-1 0,-1-1 0,0 1 0,0-1 0,4 1 0,1-1 0,-1 0 0,0 0 0,0 0 0,-3 0 0,-1 1 0,0-1 0,-1 0 0,0-1 0,6-2 0,-1-2 0,-1 1 0,1 1 0,-1 1 0,-1 1 0,0 1 0,-1-1 0,-4 0 0,-2 0 0,0 0 0,3 1 0,3 0 0,3 0 0,1 0 0,-1 2 0,-1 0 0,3 1 0,-1 1 0,-1 1 0,1-1 156,3 0 0,2 1 0,-3 0 1,-4-3-157,-6-1 0,-4-2 0,-4-3 837,-1-7 0,-7-5-837,-2-19 233,-12 6 0,-2-7 0,-5-1-233,-5 5 0,-5 0 0,-1-3 0,2-3 0,3 2 0,2-3 0,1-2 0,-1-1 0,-1 0 0,-3 2 0,-1 1 0,-3 0 0,-2 1 0,1 0 0,0 1 0,2 1 0,-1-13 0,2 2 0,0 2 0,-1 6 0,-1 6 0,-1 4 0,-1 5 0,-2 4 0,-1 1 0,-1-10 0,-1-5 0,0-3 0,0-4 0,-1-2 0,2 7 0,-1-1 0,0 0 0,0 0 0,0 2 0,-1 1 0,1 0 0,3 0 0,1-9 0,2-1 0,-1 6 0,-13 3 0,4 4 0,22-2 0,-3 7 0,-19 19 0,-3 2 0,2-14 0,-2-1 0,-16 11 0,-6 3 0,11-2 0,-1-1 0,-3 3 0,0 3 0,-3 3 0,-1 1 0,-2 1 0,5 1 0,-2 1 0,0 0 0,-1 1 0,0-1-161,-4 0 1,0 0 0,0 0-1,-2 0 1,1 0 160,3 0 0,0 1 0,0-1 0,-1 0 0,1 0 0,0-1 0,3-1 0,-1 0 0,2-1 0,-1 0 0,0 0 0,0 0 0,-2 0 0,1 0 0,0 0 0,-1-1 0,1 1 0,-1 0 0,0-1 0,-1 1 0,0 0 0,1-1 0,0 1 0,1 0 0,-1-1 0,0 1 0,2-1 0,0 1 0,2 1 0,-3 1 0,0 2 0,3-1 0,1 0 0,0 0 0,2 0 0,-1 0 0,-10 0 0,-1 0 0,0 0 0,3 0 0,-1 0 0,-2 0 0,8 2 0,-3 0 0,-1 1 0,-1 1 0,1 1 0,2 1 0,0 0 0,0 2 0,0 0 0,1-1 0,2 1 0,1 0 0,0 0 0,0 0 0,1-1 0,-7 3 0,-1-1 0,3 0 0,5-1 0,-8 1 0,3-3 267,12-4 0,-2-3 1,-1 0-268,-1 1 0,-2-2 0,-2 2 0,-1 2 0,-3 5 0,-2 2 0,-1 3 0,-1-2 0,1-1-299,2-2 1,-1-3-1,1 1 1,0 0-1,3 2 299,-4 5 0,1 2 0,4 0 0,4-3 0,3-2 0,2-2 0,-11 0 0,-4 1 0,2 2 0,-4 2 0,0 2 0,9-2 0,-1 3 0,1-1 0,0-1 0,-10 0 0,1-1 0,7 3 0,4 10 0,9-3 0,14-18 1493,30 11-1493,-11-15 0,12 0 0,-16 0 0</inkml:trace>
  <inkml:trace contextRef="#ctx0" brushRef="#br0" timeOffset="147404">27358 13582 24575,'-18'25'0,"1"1"0,-3-3 0,-2 1 0,-3-1 0,6-4 0,-1-2 0,-8-2 0,1 1 0,-8 17 0,19-9 0,16-4 0,0-1 0,0 12 0,0-11 0,0 15 0,0-15 0,0 11 0,16-27 0,3 12 0,17 15 0,-18 1 0,-1 7 0,-5-5 0,0 4 0,-1 0 0,1-1 0,-1 1 0,1-4 0,6 5 0,0-7 0,1-1 0,13-31 0,-13 0 0,1 0 0,10 0 0,3 0 0,10 0 0,-8 0 0,0 0 0,-7 2 0,-5-4 0,-3-13 0,11-5 0,-27-15 0,27 15 0,-27-11 0,20 11 0,-22 1 0,21-13 0,-19 13 0,12-17 0,-16 1 0,0 0 0,0 15 0,0-11 0,0 27 0,0-43 0,0 8 0,-8 3 0,0 1 0,4-4 0,-13 13 0,-5 5 0,1 9 0,0-5 0,-2 1 0,-1 10 0,-3 0 0,-13-17 0,-6-1 0,6 15 0,-3 3 0,1-3 0,3-7 0,1-3 0,1 4 0,-8 3 0,4 4 0,-6-8 0,43 16 0,-12 0 0,16 16 0,0-12 0,0 12 0</inkml:trace>
  <inkml:trace contextRef="#ctx0" brushRef="#br0" timeOffset="152238">28434 14482 24575,'35'0'0,"0"0"0,-9 0 0,-1 0 0,15 0 0,-14 0 0,-1 0 0,2 0 0,-9 0 0,-11 0 0,-7 0 0,0 0 0,0 0 0</inkml:trace>
  <inkml:trace contextRef="#ctx0" brushRef="#br0" timeOffset="152770">28698 14482 24575,'20'0'0,"-4"0"0,-16 0 0,15 0 0,-11 0 0,12 0 0,-16 0 0,16 0 0,-12 0 0,11 0 0</inkml:trace>
  <inkml:trace contextRef="#ctx0" brushRef="#br0" timeOffset="162654">28434 14993 24575,'27'0'0,"1"0"0,6 0 0,-2 0 0,8 0 0,-14 0 0,-1 0 0,-6 0 0,-3 0 0,-8 0 0,9 0 0,24 1 0,8-2 0,-1-6 0,2-2 0,-5 8 0,3 1 0,1-3 0,-11-3 0,1-3 0,0 0 0,-3 2 0,4 5 0,-3 2 0,0-2 0,0-3 0,-1-1 0,-3 2 0,4 3 0,-7 2 0,-11-1 0,28 0 0,-15 0 0,-6 0 0,0 0 0,2 0 0,-12 0 0,-1 0 0,14 0 0,9 0 0,0 0 0,5 0 0,1 0 0,-4 0 0,1 0 0,1 0 0,0 0 0,-1 0 0,1 0 0,-2 0 0,-2 0 0,0 0 0,-2 0 0,-4 0 0,-6 0 0,-2 0 0,24 0 0,-22 0 0,2 0 0,12 0 0,3 0 0,2 0 0,-2 0 0,-12 0 0,1 0 0,8-1 0,2 2 0,2-1 0,2 0 0,-5-5 0,2-1 0,-1 1 0,-4 3 0,-1 2 0,-3-2 0,4-6 0,-5 0 0,-2 8 0,-31 0 0,0 16 0,16-12 0,-12 27 0,11-27 0,-15 27 0,0-11 0,-15 15 0,11-15 0,-12-4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8:04:31.1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1976 10283 24575,'34'0'0,"-1"0"0,1 0 0,3 0 0,-1 0 0,1 0 0,2 0 0,0 0 0,1 0 0,1 0 0,0 0 0,-4 0 0,-2 0 0,-3 0 0,3 0 0,-3 0 0,3 0 0,0 0 0,-9 0 0,-1 0 0,14 0 0,-14 0 0,1 0 0,1 0 0,-3 0 0,0 0 0,23 0 0,-28 0 0,17 0 0,-1 0 0,-15 16 0,-5-12 0,1 27 0,19-27 0,-1 12 0,3 0 0,4-13 0,0-2 0,-4 7 0,-1-1 0,-5-6 0,-4-2 0,-7 1 0,11 0 0,-27 0 0,12 0 0,0 0 0,19 0 0,4 0 0,-12 0 0,-3 0 0,-4 0 0,-5 0 0</inkml:trace>
  <inkml:trace contextRef="#ctx0" brushRef="#br0" timeOffset="5201">7091 9596 24575,'-11'37'0,"0"0"0,0 0 0,1 1 0,-3 1 0,-1 0 0,1 2 0,0 0 0,3-2 0,0 1 0,1 1 0,0-1 0,0-2 0,-1 2 0,1-2 0,0-1 0,1-3 0,-3 13 0,7-8 0,19-3 0,1-13 0,4 1 0,16 3 0,6 1 0,-13-7 0,1 2 0,1 0 0,3 0 0,5 0 0,4 1 0,0-2 0,0-1 0,-2-2 0,1 0 0,-1-2 0,0-2 0,7 0 0,-1-4 0,-1-1 0,-6-3 0,-1-2 0,0-2 0,-2-2 0,0-1 0,2-1 0,-1 2 0,2-1 0,0 0 0,1-1 0,2-1 0,1-2 0,-1-1 0,-1 1 0,8-2 0,-1-1 0,-3 0 0,-4 1 0,-2 1 0,-4-4 0,1-6 0,-3-1 0,-6 7 0,-2-1 0,2-7 0,-5-2 0,-3-16 0,-4 15 0,-16 5 0,0-1 0,15-19 0,-5 9 0,0-3 0,0-5 0,0-3 0,-1-5 0,-3-2 0,-4 9 0,-3-1 0,0 1 0,1-12 0,0 0 0,2-3 0,-4 6 0,-13 7 0,-5-2 0,-4 28 0,-3 2 0,1-8 0,-3-1 0,-13 0 0,-2 1 0,7-1 0,-1 0 0,-5 1 0,0-1 0,7 0 0,2 1 0,5 6 0,3 2 0,-10-7 0,5 16 0,12 0 0,-6-7 0,-1-1 0,-14 4 0,12-11 0,-2-2 0,-4 7 0,-1 1 0,-5-1 0,-2 0 0,7 0 0,0-1 0,-1 1 0,0 3 0,0 1 0,2-1 0,-4-3 0,2 1 0,1 0 0,3 2 0,7 6 0,-1 2 0,-9-1 0,-1 0 0,0 0 0,-2 0 0,-6 0 0,2 0 0,13 0 0,3 0 0,-9 0 0,19 0 0,16 0 0</inkml:trace>
  <inkml:trace contextRef="#ctx0" brushRef="#br0" timeOffset="103783">1940 7973 24575,'0'19'0,"16"-3"0,-12-16 0,43 0 0,-6 1 0,4-2 0,3-6 0,2-2 0,-12 8 0,1 0 0,-2-1 0,7-6 0,-4 1 0,-9 7 0,1 0 0,10-8 0,2 0 0,-10 7 0,2 1 0,0-3 0,0-6 0,0-4 0,2 4 0,6 6 0,2 4 0,1-3 0,0-8 0,0-2 0,0 3 0,-4 6 0,0 3 0,0-1 0,1-4 0,0 0 0,-2-1 0,-6 0 0,-1 1 0,-2 0 0,1 4 0,-2-2 0,4-13 0,-5 1 0,-12 11 0,-3-12 0</inkml:trace>
  <inkml:trace contextRef="#ctx0" brushRef="#br0" timeOffset="187968">6121 11430 24575,'49'0'0,"0"0"0,-13 0 0,1-1 0,3 2 0,6 2 0,3 1 0,2 1 0,-5-1-435,1-3 0,-4-1 1,1 3 434,1 6 0,1 4 0,-4-4 212,2-7 1,-2 0-213,-9 7 0,-1 4 0,1-4 0,13-7 0,0 0 0,2 14 0,-2 0 0,-10-14 0,-1-1 108,-1 7 0,3 0-108,-5-3 0,2 0 0,1 1 0,1 0 0,0 0 0,2 1 0,9 5 0,1 0 0,-2 0 0,-8-5 0,-1-1 0,-2 0 0,9 3 0,-2-2 331,-6-6 1,-5-2-332,0 1 0,18 0 0,-21 0 0,7 0 0,0 0 0,-10 0 0,1 0 0,1 0 0,1 0 0,6 0 0,3 0 0,0 0 0,4 0 0,-2 0 0,2 0 0,1 0 0,1 0 0,4 0 0,-4 0 0,-4 0 0,-4 0 0,1 0 0,-1 0 0,-9 0 0,-1 0 0,10 0 0,-15 0 0,11-16 0,-11 12 0,23-11 0,-6-1 0,-7 15 0,-1-2 0,-9-13 0,-1 1 0,6 12 0,1 2 0,9-15 0,1 0 0,-1 13 0,0-29 0,-15 28 0,-5-11 0,-15-1 0,0 12 0,0-27 0,0 27 0,0-43 0,0 7 0,0 7 0,0-4 0,0-6 0,0 0 0,0 5 0,0 1 0,2 0 0,-4 4 0,-13-3 0,11 5 0,-28 27 0,-3-19 0,12 21 0,-24-6 0,11-8 0,-6 7 0,-10-2 0,15 0 0,-3-3 0,-1 0 0,0 3 0,-7 1 0,0 3 0,-1 0 0,7-1 0,-1-1 0,0 0 0,3 4 0,3 3 0,3 3 0,-1 0 0,-9-1 0,-1 0 0,-3 0 0,4 0 0,-3 1 0,0-1 0,1-1 0,-1-2 0,1-2 0,-1 0 0,0 2 0,1 1 0,0 2 0,0 0 0,0-2 0,3-1 0,-1-2 0,2 0 0,3 2 0,-1 3 0,3 0 0,0 0 0,0 0 0,0 0 0,5 0 0,5 0 0,3 0 0,-23 0 0,21 0 0,-3 0 0,-10 0 0,-4 0 0,4 0 0,-2-1 0,1 2 0,-2 6 0,-2 2 0,1-4 0,-4 0 0,4 5 0,10 5 0,3 4 0,-1-2 0,-5-9 0,0-2 0,2 3 0,-3 15 0,3-1 0,8-16 0,1-2 0,-10 13 0,0 5 0,0-3 0,-1 15 0,1-15 0,0 11 0,15-27 0,-11 12 0,27-1 0,-12-11 0,16 12 0,0-16 0,0 15 0,0-11 0,0 12 0,0 0 0,0-12 0,0 11 0</inkml:trace>
  <inkml:trace contextRef="#ctx0" brushRef="#br0" timeOffset="210251">27799 8943 24575,'35'0'0,"-3"0"0,3 0 0,1 0 0,2 0 0,-3 0 0,2 0 0,-3 0 0,4 0 0,-1 0 0,-3 0 0,-2 0 0,4 0 0,-1 0 0,0 0 0,-3 0 0,3 0 0,1 0 0,2 0 0,-2 0 0,2 0 0,2 0 0,5 0 0,2 0 0,0 0 0,-10 0 0,1 0 0,1 0 0,0 0 0,4 0 0,1 0 0,1 0 0,-1 0 0,1 0 0,0 0 0,-1 0 0,-1 0 0,7 0 0,-2 0 0,-1 0 0,-5 0 0,0 0 0,-5 0 0,1 0 0,-5 0 0,10 0 0,6 0 0,-19 0 0,3 0 0,11 0 0,2 0 0,-8 0 0,-2 0 0,-10 0 0,-1 0 0,22 0 0,-39 0 0,22 0 0,3 0 0,-10 0 0,8 0 0,5 0 0,7 0 0,0 0 0,-4 0 0,1 0 0,-3 0 0,4 0 0,-2 0 0,10 0 0,0 0 0,-13 0 0,0 0 0,0 0 0,14 0 0,-2 0 0,-11 0 0,-4 0 0,3 0 0,-5 0 0,-11 0 0,-1 0 0,13 0 0,-13 16 0,17-12 0,-1 11 0,-16-15 0,13 0 0,-44 0 0,24 0 0,-44 0 0,28 0 0,-11 0 0,-1 0 0,12 0 0,-11 0 0,-1-15 0,-4 11 0,1-12 0,3 16 0</inkml:trace>
  <inkml:trace contextRef="#ctx0" brushRef="#br0" timeOffset="-189230.73">24236 13370 24575,'34'0'0,"0"0"0,0 0 0,2 0 0,3 0 0,1 0 0,2 0 0,4 0 0,1 0 0,2 0 0,1 0-656,-6 0 1,2 0-1,0 0 1,1 0 0,-1 0 222,1 0 1,-1 0 0,1 0-1,1 0 1,-1 0 432,2 0 0,-1 0 0,2 0 0,-1 0 0,2 0-499,-4 0 1,0 0-1,2 0 1,0 0-1,0 0 1,0 0 498,-4 0 0,0 1 0,0-1 0,1 0 0,-1 0 0,2 0 0,0-1-208,-3 0 1,0 0-1,2-1 1,-1 1-1,0-1 1,1-1-1,-1 1 1,0-1 207,-1-1 0,0 0 0,-1 0 0,1-1 0,-1 1 0,1-1 0,-1 0 0,1 0 0,0 1 0,-1-1 0,-1 0 0,1 0 0,1 0 0,0 0 0,1 0 0,1 0 0,-2 0 0,1 0 0,2-1 0,0 1 0,1-1 0,0 1 0,-1-1 0,-1 2 0,-2-1 0,-2 1 0,5 0 0,-3 1 0,-2 0 0,0 1 0,-1-1 0,2 1 0,2 0 0,2-1 0,3 1 0,0-1 0,2 1 0,-2 0 0,0 0 0,-2 1 0,-3 0-223,1 0 0,-3 1 1,-1 0-1,-1 0 0,-1 1 1,-1-1 222,10 0 0,-3 0 0,1 0 0,1 0 280,0 0 0,2 0 1,0 0-1,-1 0 1,-3 0-281,-3 0 0,-2 0 0,-1 0 0,1 0 720,2 0 1,1 0-1,1 0 1,-1 0-721,3 0 0,0 0 0,0 0 0,0 0 0,0 0 0,-1 0 0,1 0 0,2 0 655,-5 0 0,2 0 1,0 0-1,1 0 0,-1 0-529,-1 0 1,0 0-1,0 0 1,0 0-1,-2 0-126,8 0 0,0 0 0,-2 0 0,-4 0 0,0 0 0,-3 0 0,-3 0 1273,6 0 0,-8 0-1273,-17 0 102,10 0 1,10 0-103,-5 0 0,4 1 0,2-1 0,-1-1 0,-2-2 0,-1-2 0,2 1 0,0 0-120,8 3 1,3 1 0,-1 0-1,-7-3 120,6-5 0,-10 1 471,-2 7-471,-5 0 0,-27 0 0,11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8:12:15.3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28575 14340 24575,'47'0'0,"0"0"0,-3 0 0,3 0 0,1 0 0,-6 0 0,0 0 0,2 0 0,1 0-656,-4 0 1,2 0-1,1 0 1,-2 0 0,-1 0 581,2 0 0,-2-1 1,-1 1-1,1 1 74,0 3 0,0 0 0,-1 1 0,-1-2-8,3-1 1,-2-2 0,1 2 7,3 2 0,1 2 0,-1 0 0,-2-1 0,0 1 0,0-2 0,4-3 0,0-1 0,-1 3 0,-8 7 0,-1 2 0,1-2 0,9-8 0,2-4 0,-5 6 0,-2 11 0,-4 1 417,5-13 0,-1-2-417,-11 7 0,-1 0 0,12-8 0,-12-2 0,0 4 1782,7 13-1782,-11-13 0,1 0 978,13 14-978,-14-15 0,1-2 0,9 1 0,0 0 0,-9-1 0,-1 2 0,15 14 0,-8-12 0,2-2 0,-6 8 0,-1-2 0,1-6 0,-1-2 0,8 1 0,-19 0 0,0 0 0,3 0 0,16 0 0,1 0 0,-17 0 0,13 0 0,-13 0 0,5-6 0,3-4 0,4 1 0,1-1 0,11-7 0,2-1 0,-12 5 0,0 1 0,-1 1 0,6 1 0,-1 1 0,-1-1 0,-6 4 0,-10 6 0,-4 0 0,-16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8:13:47.2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27570 7479 24575,'36'0'0,"1"0"0,-1 0 0,5 0 0,2 0 0,2 0 0,1 0 0,-3 0 0,1 0 0,2 0 0,0 0 0,2 0-547,-1 0 1,2 0 0,1 0 0,1 0 0,0 0 0,-1 0 77,-6 0 1,-1 0 0,1 1 0,0-1 0,1 0 0,-1 0 0,2-1 58,-4 0 0,2 0 1,-1-1-1,1 0 1,0 0-1,1 0 0,-1-1 1,0 0 331,3 0 0,-1 0 1,0 0-1,1-1 1,0 0-1,0-1 0,-1-1 1,1-1 77,0-1 0,0-2 0,0-1 0,0 0 0,0 0 0,0-1 0,-1 0 0,0 1 0,-2 0 0,0 1 0,0 0 0,0 0 0,-1 0 0,0-1 0,-1-1 0,-1-1 8,3-2 1,-1-1-1,-1-2 1,0 1-1,-1-1 1,-2 0 0,0 1-9,6-2 0,-1 0 0,-2 0 0,-1 0 0,1-3-196,-5 1 0,0-1 0,0-1 1,-1-1-1,-2 0 0,-4 1 196,3-5 0,-4 1 0,-1-1 0,0-3 0,0 0 0,1-1 0,0-2 0,-3-1 0,-5-1 0,-2-9 0,-6 0 0,-2-3 0,1-7 0,-1 15 0,0-5 0,0-2 0,1-3 0,0-1 0,-1 0 0,0 0 0,-1 2 0,-1 2 0,0-3 0,-3 2 0,0 1 0,0 0 0,-1 0 0,2-2 0,1-2 11,0 7 1,2-3 0,0-1-1,0-2 1,1 1 0,0 0-1,0 1 1,-1 2 0,-1 3-1,-1 3-11,2-11 0,-3 5 0,1 2 0,-1 2 0,0 1 0,3-1 0,-1 2 0,0 2 0,-1 1 1053,0 2 0,0 2 0,-9 0-1053,-12-6 0,-9 1 0,-5-3 0,3 5 0,-2-2 0,-3-1 0,-2 2 0,0 3 93,-1 5 1,-1 3 0,-2 2 0,-1 0 0,-1-1-94,1 1 0,-1-2 0,-2 1 0,1 1 0,0 3 0,3 4 556,-16 2 0,3 6 0,2 2-556,7 0 0,2 1 0,-1-1 819,1-1 0,-1-1 0,0-1 0,4 2-672,-5-3 1,0 2-148,2 4 0,-5 2 0,-1-1 0,0 1-760,1-2 0,1 1 1,-2 0-1,-3 1 760,4 2 0,-1 0 0,-3 1 0,-1 0 0,-1 0 0,-1-2-410,4-1 0,-2 0 1,0-2-1,-2 1 1,0-1-1,-2 0 0,1 2 1,-2 0 388,5 1 0,-1 1 0,0 1 0,-1 0 0,-1 0 0,0 1 0,0-1 0,-1 0 0,1-1 0,-1 0-277,3-1 0,0-1 0,-1 0 0,0 0 0,0 0 0,0-1 0,0 1 0,0 0 1,1 0-1,-1 0 0,1 1 253,2 1 1,0 0-1,-1 1 1,1 0-1,0 0 1,0 0-1,1 0 1,-1 0-1,1 0 1,1-1-1,-1 1-183,-5-2 1,1 0 0,-1 1 0,1-2 0,1 1-1,0 0 1,0 0 0,0 1 0,1 0 227,-2 0 0,1 1 0,0 0 0,0 0 0,1 0 0,0 1 0,0-1 0,1 0-59,-3 0 0,0-1 0,1 1 0,0 0 0,0 0 0,0 0 0,-1 1 59,0 0 0,-1 1 0,0-1 0,1 1 0,-1 1 0,1 0 0,1 1 153,3-1 0,0 1 0,0 0 1,1 1-1,0 0 0,1 2 1,0 0-154,-5 2 0,0 2 0,1 1 0,0 1 0,1 0 0,1-1 319,4 0 0,0 0 1,1 1-1,0-1 1,1 1-1,1 0-319,-3 1 0,0 0 0,1 1 0,2-1 0,2-1 988,-9 5 1,4 0 0,2-3-989,-6-1 0,7 0 3276,3 19-3207,16-21 3207,3 19-3125,0 4-151,0-9 0,-3 3 0,4 3 0,0 3 0,-2 0 328,-5 1 0,-1 0 0,-1 2-328,5-1 0,-1 2 0,1 1 0,-1 1-559,-2 2 0,-1 1 0,0 0 1,1 1 558,3-8 0,0 0 0,1 1 0,0 0 0,2 0 0,-1 3 0,2 1 0,1 0 0,1 1 0,1-1 0,3-1 0,1-1 0,1 1 0,1 0 0,1 0 0,0 1 0,0 0 0,2 1 0,1-1 0,1 1 0,2-2 0,1 0 0,2-1 0,0 1 0,1-1 0,1 9 0,2 0 0,1-1 0,3 0 0,-1-8 0,2 0 0,1 0 0,1 0 0,3 0 0,-1-2 0,2 0 0,2-1 0,0 2 0,1-1 0,-1 0-507,1 1 0,0 0 1,0 1-1,1-1 0,1 0 1,0 0 506,4 1 0,0 1 0,2-1 0,0 0 0,0-1 0,-1 0 0,-4-3 0,0 0 0,0-1 0,-1 0 0,2-1 0,2 0-366,1-2 0,2 0 0,0-1 0,2-1 0,-1-1 0,0 1 366,4 4 0,-1-1 0,1-1 0,0 0 0,1-2-108,0-3 0,0-1 0,1-1 0,0-1 0,0-1 108,0-1 0,0 0 0,1-1 0,-1-1 0,-1-3 124,2-1 1,-1-1 0,-1-3 0,2 0-125,2-1 0,1-2 0,1-1 0,4-1 0,-5-2 0,4-2 0,2 0 0,0-1 0,0-1 0,-2 1 0,2-1 0,-2-1 0,0-1 0,1 1 0,3 0 9,-5 0 1,3 0 0,1 0 0,0 0 0,0 0 0,-1 0 0,-3 0-10,8 0 0,-3 2 0,0-2 0,-3 0 0,0-2 0,3-5 0,-2-2 0,0 0 0,-2 2 380,-2 5 0,1 2 1,-3 0-1,-2-5-380,0-9 0,-3-4 0,-1 3 784,10 4 1,-1 2-785,-12-2 0,1-1 0,1 0 0,-1 0 0,1 1 0,1-2 71,-2 2 1,2-2 0,0 0 0,-1-1-72,9-4 0,-2-1 0,2 2 0,3 3 0,1 3 0,-6-4 1600,-7-10 1,-3 3-1601,3 20 0,-6 0 0,-17-13 0,4 15 0</inkml:trace>
  <inkml:trace contextRef="#ctx0" brushRef="#br0" timeOffset="2185">22895 6720 24575,'38'0'0,"0"0"0,0 0 0,-1 0 0,1 0 0,2 0 0,0 0 0,2 0 0,0 0 0,2 0 0,0 0-656,-3 0 1,2 0-1,0 0 1,0 0 0,-1 0 383,8 0 0,-1 0 0,0 0 0,-1 0 272,-2 0 0,1 0 0,-1 0 0,-1 0-47,0 0 1,-1 0 0,0 0 0,-2 0 46,5 0 0,-2 0 0,0 0 220,2 0 1,-1 0 0,-2 0-221,2 0 0,-2 0 0,0 0 0,-2 0 0,-5 0 0,-3 0 0,5 0 0,-8 0 0</inkml:trace>
  <inkml:trace contextRef="#ctx0" brushRef="#br0" timeOffset="2532">24694 6720 24575,'36'0'0,"-17"0"0,-3 0 0</inkml:trace>
  <inkml:trace contextRef="#ctx0" brushRef="#br0" timeOffset="4400">26106 12471 24575,'25'0'0,"1"0"0,4 0 0,4 0 0,3 0 0,7 0 0,4 0 0,2 0 0,0 0-656,-5 0 1,0 0-1,2 0 1,0 0 0,1 0 173,-3 0 0,2 0 1,1 0-1,-1 0 0,0 0 1,-1 0 481,3 0 0,0 0 0,-1 0 0,-1 0 0,-1 0 60,5 0 0,-1 0 1,-2 0-1,-1 0-60,-7 0 0,-1 0 0,-1 0 0,2 0 268,3 0 1,1 0 0,0 0 0,1 0-269,4 0 0,1 0 0,0 0 0,-1 0 0,0 0 0,0 0 0,-1 0 0,2 0-317,-6 0 0,1 1 0,0-1 0,-1 0 0,-2-1 317,-1-2 0,-1-1 0,-1-1 0,1 1 0,6 0 0,0-1 0,1 1 0,-1-3 0,-2 0 0,1-2 0,-1-1 0,1 1 0,1 0 0,1 0 0,-1 0 0,-1 1 0,-4 2 0,0 1 0,-1 1 0,-1-1 918,9 0 0,-1 0 1,-1 0-919,-4-1 0,-1 0 0,-2 2 672,4 2 1,-4 0-673,-12-6 0,-1 0 129,1 7 0,1 2-129,-2-1 0,3 0 0,3 0 0,5 0 0,-1 0 0,1 0 0,0 0 0,-1 0 0,0 0 0,0 0 0,-2 0 0,12 0 0,-6 0 2078,-1 0-2078,-7 16 0,-32-12 0,0 12 0,0-16 0,0 0 0,0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8:14:29.3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9701 16598 24575,'45'-17'0,"1"-1"0,-12 6 0,5-2 0,3 0 0,2 0 0,2 1 0,-3 2 0,2 0 0,2 1 0,2 0 0,0-1 0,1 1 0,1-1-365,-7 1 1,2 0 0,0-1 0,2 1 0,-1 0 0,1-1 0,0 1 0,0 1 0,0 0-1,1 0 1,0 0 0,1 0 0,0 1 0,0 0 0,0 0 0,-2 1 0,0 0 0,-1 1-105,4 0 1,-1 0 0,0 0 0,-2 1 0,0 1 0,-1 0 0,0 0 421,1 0 1,-1 1-1,0 0 1,-1 1-1,-2 0 1,0 0 46,1 1 0,0 1 0,-2 1 0,-1-1 0,-1 0 289,2 0 0,-2 0 1,-1 0-1,0 0-289,0 0 0,-1 0 0,0 0 0,0 0 0,4 0 0,0 0 0,0 0 0,-3 0 0,-3 0 0,-2 0 0,2 0 0,3 0 0,2 0 0,1 0 0,-1 0 0,-1 0 0,1 0 0,-1 0 0,0 0 0,-3 0 0,1 0 0,-1 0 0,0 0 0,11 0 0,0 0 0,-6 0 0,-6 0 0,-8 0 0,-13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1T17:38:48.6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13855 14151 24575,'44'0'0,"-16"0"0,1-1 0,9 0 0,1-2 0,5-1 0,0-2 0,0-3 0,-1 0 0,-2 0 0,-2-1 0,-6 1 0,-1 1 0,-5 1 0,0 1 0,-1 2 0,-2 1 0,5-1 0,-1 2 0,-19 2 0,-2 0 0,-1 0 0,0 0 0,3 0 0,6-1 0,10-4 0,6-3 0,6-3 0,-3 0 0,-6 2 0,-12 4 0,-8 3 0</inkml:trace>
  <inkml:trace contextRef="#ctx0" brushRef="#br0" timeOffset="999">14745 14004 24575,'8'0'0,"-1"1"0,-1 1 0,-1 0 0,-2 0 0,1 0 0,1-1 0,3 1 0,5-1 0,8-1 0,7 0 0,2 1 0,-4 2 0,-9 0 0,-9 0 0,-6-1 0,0-1 0,0 1 0,2 0 0,1 1 0,3 0 0,1 0 0,1-1 0,-1 1 0,-1 0 0,-1 0 0,-3 0 0,1-1 0,-1 0 0,1 1 0,2-1 0,0-1 0,-2 1 0,-1-2 0,-3 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1T17:45:57.47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7834 11084 24575,'10'0'0,"2"0"0,3 0 0,1 0 0,0 0 0,0 0 0,0 0 0,0 0 0,4 0 0,-5 0 0,4 0 0,-4 0 0,5 0 0,3 0 0,2 0 0,0 0 0,0 0 0,-3 0 0,-2 0 0,-2 0 0,0 0 0,4 0 0,2 0 0,0 0 0,-3 1 0,-4 1 0,-4 1 0,-2 1 0,3-2 0,4 0 0,3 0 0,3 0 0,-1 1 0,0 1 0,-1 1 0,-3 0 0,1-1 0,-2 0 0,2-2 0,3 2 0,2-1 0,4-1 0,4 1 0,2-1 0,1 2 0,-2 1 0,-5 1 0,-7-1 0,-8-1 0,-6 1 0,-3-2 0,-3 2 0,0-2 0,-1-1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1T18:09:00.9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21325 10495 24575,'26'0'0,"-1"0"0,16 0 0,5 0 0,-11 0 0,2 0 0,0 0-280,5 0 1,0 0-1,0 0 280,-6 0 0,-1 0 0,0 0 0,-1 0 0,1 0 0,-2 0 0,4 0 0,0 0 0,9 0 0,2 0 0,-14 0 0,0 0 0,2 0 0,7 0 0,1-1 0,2 2-576,-7 2 0,1 2 0,0-1 0,2 0 576,4-3 0,1-1 0,2 1 0,1 1 0,-10 2 0,2 1 0,1 1 0,0 1 0,0-2 0,-3-1 0,10-2 0,-2-2 0,-1 0 0,2 2 0,-6 3 0,1 2 0,0 1 0,-2-1 0,-3-3 158,4-2 0,-3-2 0,-2 2-158,8 5 0,-2 2 0,1 0 0,-4-2 0,-12-6 0,-3 2 188,1 5 1,-3-1-189,12-7 1994,-1 0-1994,0 0 298,-15 0-298,-5-15 0,-15 11 0,0-12 0,-15 16 0,11 0 0,-28 0 0,29-16 0,-44 12 0,23-11 0,0 13 0,-3 4 0,2-2 0,-1 0 0,-1 0 0,-1 0 0,-6-8 0,-2 0 0,3 6 0,-1 2 0,-1-2-228,-1-3 0,-1-1 0,0 1 228,-4 5 0,-1 1 0,0-2 0,-2-3 0,1-2 0,0 1 0,2 3 0,0 2 0,0-2 0,1-3 0,1 0 0,0-1 0,-2 1 0,1 0 0,0-1 0,3 0 0,2 0 0,1-1 0,-12-2 0,2-2 0,0-4 0,1-1 0,8 6 0,0 0 0,0-7 0,-1-1 0,-2 7 0,-2 2 0,-4 0 0,0 3 0,3 5 0,-1 2 0,-2-1 0,2 0 0,14 0 0,1 0 342,1 0 0,1 0-342,-10 0 0,0 0 0,-1 0 0,11-1 0,0 2 0,-15 14 0,15-13 0,-1 0 0,-9 14 0,0-16 0,15 0 0,20 0 0,20 0 0,15 0 0,-10 0 0,1 0 0,1 0 0,1 0 0,6 0 0,2 0 0,7-1 0,1 2 0,0 7 0,2 0-283,-9-6 1,1-2-1,1 2 283,1 3 0,1 1 0,1-2 0,2-2 0,0-3 0,1 0 0,2 1 0,1 0 0,-2 0 0,-3 0 0,-2 0 0,1 0 0,4 0 0,0 0 0,-1 0 0,-8 0 0,-1 0 0,1 0 0,8 0 0,2 0 0,-2 0 0,-10 0 0,-2 0 0,1 0 0,1 0 0,0 0 0,-1 0 0,6 0 0,-2 0 0,-2 0 0,-1 0 0,-7 0 0,-1 0 0,8 0 0,-19 0 848,-16 0-848,0 0 0,0 0 0</inkml:trace>
  <inkml:trace contextRef="#ctx0" brushRef="#br0" timeOffset="21451">21890 6720 24575,'19'0'0,"28"0"0,-23 0 0,9 0 0,1 0 0,-3 0 0,2 16 0,-9-12 0,-5 27 0,17-11 0,-17 15 0,13-15 0,-13 11 0,1-11 0,11-1 0,-27 13 0,12-13 0,-16 1 0,0 11 0,0-11 0,0 15 0,0 0 0,0-7 0,0 21 0,0-18 0,1 1 0,-2 3 0,-5 7 0,-4 2-426,1-9 1,-3 2-1,-2 1 426,-2-4 0,-2 2 0,-1-1 0,1 1 0,2 0 0,0-1 0,0 1 0,-2-2 0,-3-1 0,-1-1 0,0-1 0,2-1-23,4 1 0,2-1 0,-3-1 23,-16 11 0,0-6 0,13-14 0,1-3 0,-17 11 0,5 3 0,-4-27 636,16 12 0,-2-1-636,-12-13 0,0 0 37,13 14 0,1 0-37,-7-13 0,1-2 0,-11 14 0,1-15 0,15 0 0,5-15 0,15-5 0,0 0 0,0-11 0,0 27 0,15-11 0,-11-1 0,28 12 0,-28-20 0,27 22 0,-27-5 0,27 7 0,-27-16 0,12 12 0,0-12 0,-12 16 0,27 0 0,-27 0 0,27 0 0,-27 0 0,27 0 0,-27 0 0,28 0 0,-28 0 0,27 0 0,-11 0 0,-1 0 0,13 0 0,3 0 0,4 0 0,-13 0 0,-1 0 0,10 0 0,8 16 0,-5-12 0,5 19 0,-8-21 0,-15 6 0,11-8 0,-27 0 0,12 0 0,-16 0 0</inkml:trace>
  <inkml:trace contextRef="#ctx0" brushRef="#br0" timeOffset="24234">24483 7144 24575,'19'0'0,"13"0"0,-28 0 0,11 8 0,-15 25 0,0 14 0,0-13 0,0 3 0,0-2 0,0 0 0,0 0 0,0 1 0,0-3 0,0 2 0,0-1 0,1 5 0,-2 0 0,-2-5 0,-3 1 0,0-2 0,-2 4 0,-4-4 0,-12-4 0,-3-3 0,8 1 0,-1-3 0,-5-4 0,-1-4 0,-9 3 0,15 12 0,-11-27 0,27 12 0,-12-16 0,32-16 0,3-3 0,17-1 0,-1-11 0,0 27 0,-10-4 0,1 0 0,1 7 0,1 2 0,0-1 0,-1 0 0,-1 0 0,-1 0 0,1 0 0,-1 0 0,14 0 0,-13 0 0,-1 0 0,10 0 0,1 0 0,-17 0 0,13 0 0,-29 0 0,21 16 0,-22-12 0,21 27 0,-19-27 0,28 27 0,-28-27 0,11 28 0,-15-13 0,0 1 0,0 19 0,0-2 0,0-6 0,0 1 0,1-5 0,-2 1 0,-5 5 0,-3 1 0,-1-7 0,0 0 0,-3 8 0,-1 1 0,-2-1 0,-2 1 0,-3 0 0,-1-2 0,3-6 0,-1-1 0,-5 0 0,-1-3 0,0-6 0,1-1 0,6 2 0,-1-2 0,-6-8 0,1 1 0,-10 21 0,-1-27 0,11 5 0,-1-2 0,-13-7 0,14 0 0,-1 0 0,1 0 0,-1 0 0,-8 0 0,-2 0 0,-9 1 0,0-2 0,-1-5 0,1-4 0,4 1 0,4-1 0,0-10 0,15 3 0,5 3 0,13 10 0,-12-12 0</inkml:trace>
  <inkml:trace contextRef="#ctx0" brushRef="#br0" timeOffset="25950">24589 7373 24575,'-36'0'0,"17"0"0,-13 0 0,13-16 0,-16 12 0,15-11 0,4 15 0,1 0 0,11 0 0,-28 0 0,13 0 0,-17 0 0,11 0 0,-1 0 0,-13 0 0,13-8 0,1 0 0,6 4 0,-13-11 0,28 15 0,-11 0 0,15 0 0</inkml:trace>
  <inkml:trace contextRef="#ctx0" brushRef="#br0" timeOffset="57601">25382 7585 24575,'36'0'0,"-1"0"0,0 0 0,0 0 0,8 0 0,1 0 0,0 0 0,2 0 0,3 0 0,0 0 0,-4 0 0,-2 0 0,-3 0 0,-2 0 0,-1 0 0,-3 0 0,-6 0 0,-1 0 0,0 0 0,-3 0 0,-5 0 0,28-16 0,-7 12 0,-13-4 0,1 0 0,-2 8 0,-1 0 0,10 0 0,0-15 0,0 11 0,-15-12 0,-4 16 0,-1 0 0,-11 0 0,28 0 0,-29 0 0,29 0 0,-13 0 0,1 0 0,11 0 0,-11 0 0,15 0 0,-15 0 0,-4 0 0,-16 0 0</inkml:trace>
  <inkml:trace contextRef="#ctx0" brushRef="#br0" timeOffset="59740">25806 7408 24575,'-36'16'0,"1"4"0,0 15 0,10-10 0,-1 1 0,-2-7 0,1 1 0,-1 13 0,1 1 0,1-14 0,1-1 0,7 7 0,1-1 0,-18-6 0,15 13 0,-11-28 0,11 27 0,-15-11 0,0-1 0,9-2 0,1-2 0,1-11 0,-7 11 0,62-30 0,-23 11 0,14-12 0,3 0 0,-5 12 0,-1-11 0,12 15 0,-11 0 0,15 0 0,-10-1 0,1 2 0,2 5 0,-1 3 0,0 1 0,1 0 0,6-1 0,-1 2 0,-13 5 0,-1-1 0,7-13 0,-1 0 0,10 29 0,-15-27 0,11 12 0,-27-16 0,12 15 0,-16-11 0,15 12 0,-11-16 0,12 16 0,-16-12 0,0 11 0</inkml:trace>
  <inkml:trace contextRef="#ctx0" brushRef="#br0" timeOffset="101168">7479 9631 24575,'33'0'0,"1"0"0,2 0 0,2 0 0,-4 0 0,2 0 0,0 0 0,0 0 0,-1 0 0,0 0 0,6 0 0,0 0 0,1 0 0,0 0 0,4 0 0,2 0-1093,-4 0 1,4 0 0,1 0 895,-2 0 1,1 0 0,3 0 0,-1 0-181,-4 0 0,0 0 0,1 0 0,-1 0 0,1 0 377,-2 0 0,0-1 0,-1 1 0,1 0 0,-1 1 0,-1 1 0,0 2 0,-1-1 0,-1 1 0,0-1 131,3-3 1,-1 0 0,-1 0 0,-3 3-132,6 7 0,-4 3 0,-1-4 0,5-7 0,-4 0 0,-13 4 0,-5 3 440,-3 7 0,-5-12 0,-15 12 0</inkml:trace>
  <inkml:trace contextRef="#ctx0" brushRef="#br0" timeOffset="102585">7973 15416 24575,'28'0'0,"1"0"0,10 0 0,4 0 0,-4 0 0,4 0 0,0 0-787,-5 0 1,2 0 0,-1 0 0,1 0 786,0 0 0,0 0 0,1 0 0,-1 0 0,0 0 0,0 0 0,0 0 0,1 0 0,0 0 0,0 0 0,0 0 0,0 0 0,-1 0 0,-1 0 0,1 0 0,0 0 0,1 0 0,1 0 0,0 0 0,2 0-426,3 0 0,1 0 0,0 0 0,1 0 426,-1 0 0,1 0 0,0 0 0,1 0 0,-10 0 0,1 0 0,-1 0 0,1 0 0,0 0 0,1 0 0,1 0 0,-1 0 0,0 0 0,-1 0 0,7 0 0,-1 0 0,-1 0 0,1 0 60,2 0 0,1 0 0,-1 0 0,-5 0-60,-3 0 0,-4 0 0,-1 0 0,18 0 0,-10 0 0,-24 0 344,-5 0 1,-15 0 0,0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162804-B246-4973-81E8-228E8D571902}" type="datetimeFigureOut">
              <a:rPr lang="en-AU" smtClean="0"/>
              <a:t>22/1/2026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9F5347-3E6A-4C40-928A-729612897D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4204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61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010155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ACD8A-2400-2C00-6F2C-9190B21E0E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EF36F3-3952-0133-0278-20C6F53FE0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202343-E86A-8C0B-3B90-836BF68C5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EF993-8C17-4AA1-A568-B2EE0046F6BB}" type="datetime1">
              <a:rPr lang="en-AU" smtClean="0"/>
              <a:t>22/1/2026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D854B-C511-D8BC-0994-D98601142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1B54A2-AE0B-1668-59E8-E383EDFCD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0945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781CB-AB4A-925E-7597-0EABFE98E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59CD2-5433-7357-4B3B-143197775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A05232-1743-FEF0-6814-58C4BB843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3F544-1CF7-4940-8A71-C151BB078596}" type="datetime1">
              <a:rPr lang="en-AU" smtClean="0"/>
              <a:t>22/1/2026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A15800-5861-AFF9-E5AF-DE6806CA8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63E062-97C8-5008-312A-C67B6C7C1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4450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76FF2-3DA3-89BE-1658-5AE3BA066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310EF4-6A5F-800A-87E3-F2832E2AB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443256-7716-AE2D-06F1-F4AD4D13A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9A0B8-47BE-4EBE-895C-4C62B36C50AF}" type="datetime1">
              <a:rPr lang="en-AU" smtClean="0"/>
              <a:t>22/1/2026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4E324F-A5F7-4E25-5FC6-AB38053C2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6BDA5-F861-569B-F4BC-9F9206E77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2014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C4ED9-516B-04BC-DD47-08E42CB00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0AB43-7127-38D8-EBC3-A5FDA6868E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1D0094-E82C-80BC-B5E5-B5F4233431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393F4A-D2C6-6C74-52CA-7E2860EC1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7689D-5032-4671-91C5-541D88033229}" type="datetime1">
              <a:rPr lang="en-AU" smtClean="0"/>
              <a:t>22/1/2026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1B25A6-C4CE-3CFD-B4DF-B60FC6A8E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3695D8-7E92-05EC-E0AA-B17C8963A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8049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35F26-DB6A-E18B-72E4-58A300DF4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140866-3E32-3CE1-7436-F834AA167C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DB4D0E-C11C-C427-604D-4278845B02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4F3FDC-6D83-F9F9-CB63-1FE6ADD159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6E5395-6A27-69D5-410F-96074F0722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AB417F-E1AB-973C-D654-E47D70A8B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A03C3-44F2-41B6-ADB8-009D9A974BEC}" type="datetime1">
              <a:rPr lang="en-AU" smtClean="0"/>
              <a:t>22/1/2026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E0E4D8-8355-AAC5-6E67-C4DA0E413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AAED98-6E2A-2155-0BD1-0D8287C40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5343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F7E38-69D8-C4EE-DE3C-5696CFC96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4E5530-6714-3CAA-A237-6FA35E6C9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8176C-6D36-44C4-8474-01BB2AF97904}" type="datetime1">
              <a:rPr lang="en-AU" smtClean="0"/>
              <a:t>22/1/2026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C7EE88-A0F0-7D7B-4320-5B4CCBF3A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DB7C3F-6305-9FC7-AA11-F6BFE8E35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28746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5D3BAB-E3C9-4760-326D-4F49396B2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F4B4C-1DF1-4DDF-8F39-0671CF1075AF}" type="datetime1">
              <a:rPr lang="en-AU" smtClean="0"/>
              <a:t>22/1/2026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EE3234-1395-F931-ED26-551D35D35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851403-1008-EF7A-234F-E31AA9D50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19547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F9620-5DFA-6923-FF3B-9E16804DA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2D3061-0349-6DA2-FC5E-2E9ADCE7A6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8E0021-E475-AC83-B5E1-EFD885A8F1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48A428-22B5-DF09-F753-147361477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863CD-B029-4C34-BC29-C1A363BBC9B9}" type="datetime1">
              <a:rPr lang="en-AU" smtClean="0"/>
              <a:t>22/1/2026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8D4997-A974-A215-E061-68CF34200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EDF231-3C4D-0EB8-B350-CAC3072E6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9242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AE0A9-027D-D539-DB2D-883C0A266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A47153-C891-A893-A30B-A82039C911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3AA4B1-546F-6BE1-B72D-3DED5567C9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6BCB47-C75C-5ECA-9313-341F48890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F883F-65A2-4D24-B482-47EA72C1614F}" type="datetime1">
              <a:rPr lang="en-AU" smtClean="0"/>
              <a:t>22/1/2026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AFCDEA-1AEB-2B86-8766-4759BFC0A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0920C5-5DD4-FCC5-B147-3E1321326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489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D111D-F52E-C6AB-6AB5-75792C5B5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3B63AC-66B2-C3D9-5F9B-0FE74B937A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FE133F-4A43-D603-1902-8699F1E96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588EE-5698-4527-9DB2-ACD518686AB3}" type="datetime1">
              <a:rPr lang="en-AU" smtClean="0"/>
              <a:t>22/1/2026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04ABFF-7114-0E6E-F699-476DEDB48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933E27-1DD4-4A74-4AE5-CEC262C6F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51627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99EDDC-35F9-651B-C758-222A4C63E8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AB0BCE-B8B5-E416-22A0-76CFC8EBA5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114BC-A925-2C44-153F-7F6446146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AEAFD-673C-49C9-9E87-345916F4966D}" type="datetime1">
              <a:rPr lang="en-AU" smtClean="0"/>
              <a:t>22/1/2026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52B30-89B8-7495-FB74-F99674BBD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7DB80-C397-B407-8682-2264DDA92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5094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446106-232E-9C9F-A17C-1A1F64DCB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AECC97-54D5-9DBE-2C28-6D223DA21D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E8168-8EB8-BBC6-8D20-3F5436EDF0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6482F6-BAC0-4446-873D-C3498BDB5CA0}" type="datetime1">
              <a:rPr lang="en-AU" smtClean="0"/>
              <a:t>22/1/2026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CE1A4E-FDE6-0348-810F-99E3E87CFE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A29D13-3CF7-1E3C-5E2F-D830C41475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92593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customXml" Target="../ink/ink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svg"/><Relationship Id="rId3" Type="http://schemas.openxmlformats.org/officeDocument/2006/relationships/image" Target="../media/image11.svg"/><Relationship Id="rId7" Type="http://schemas.openxmlformats.org/officeDocument/2006/relationships/image" Target="../media/image17.svg"/><Relationship Id="rId12" Type="http://schemas.openxmlformats.org/officeDocument/2006/relationships/image" Target="../media/image2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svg"/><Relationship Id="rId5" Type="http://schemas.openxmlformats.org/officeDocument/2006/relationships/image" Target="../media/image15.svg"/><Relationship Id="rId15" Type="http://schemas.openxmlformats.org/officeDocument/2006/relationships/image" Target="../media/image26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svg"/><Relationship Id="rId14" Type="http://schemas.openxmlformats.org/officeDocument/2006/relationships/customXml" Target="../ink/ink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C5772175-955A-4811-B3D9-A03023BEFF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0AE98B72-66C6-4AB4-AF0D-BA830DE86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80619" y="381383"/>
            <a:ext cx="6858000" cy="6095233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407EAFC6-733F-403D-BB4D-05A3A2874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24724" y="126724"/>
            <a:ext cx="6346209" cy="6113044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17A36730-4CB0-4F61-AD11-A44C97658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792937" y="2554938"/>
            <a:ext cx="2501979" cy="6104139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Oval 1038">
            <a:extLst>
              <a:ext uri="{FF2B5EF4-FFF2-40B4-BE49-F238E27FC236}">
                <a16:creationId xmlns:a16="http://schemas.microsoft.com/office/drawing/2014/main" id="{767334AB-16BD-4EC7-8C6B-4B5171600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1245782" y="1257085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C69C79E1-F916-4929-A4F3-DE763D4BF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85457" y="385455"/>
            <a:ext cx="6858001" cy="608709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00C86EF7-5EC4-4682-A7BD-444DA4916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6760" y="10141"/>
            <a:ext cx="5608469" cy="6858864"/>
          </a:xfrm>
          <a:prstGeom prst="rect">
            <a:avLst/>
          </a:prstGeom>
          <a:gradFill>
            <a:gsLst>
              <a:gs pos="21000">
                <a:schemeClr val="accent1">
                  <a:lumMod val="75000"/>
                  <a:alpha val="6000"/>
                </a:schemeClr>
              </a:gs>
              <a:gs pos="99000">
                <a:schemeClr val="accent1">
                  <a:lumMod val="50000"/>
                  <a:alpha val="33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D35B3B-97F8-53B4-0820-5D8414186F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500" y="457199"/>
            <a:ext cx="4494652" cy="3465177"/>
          </a:xfrm>
        </p:spPr>
        <p:txBody>
          <a:bodyPr anchor="b">
            <a:normAutofit/>
          </a:bodyPr>
          <a:lstStyle/>
          <a:p>
            <a:pPr algn="l"/>
            <a:r>
              <a:rPr lang="en-CA" sz="4400">
                <a:solidFill>
                  <a:srgbClr val="FFFFFF"/>
                </a:solidFill>
              </a:rPr>
              <a:t>Chapter 2</a:t>
            </a:r>
            <a:br>
              <a:rPr lang="en-CA" sz="4400">
                <a:solidFill>
                  <a:srgbClr val="FFFFFF"/>
                </a:solidFill>
              </a:rPr>
            </a:br>
            <a:r>
              <a:rPr lang="en-CA" sz="4400">
                <a:solidFill>
                  <a:srgbClr val="FFFFFF"/>
                </a:solidFill>
              </a:rPr>
              <a:t>Variables and Statements</a:t>
            </a:r>
            <a:endParaRPr lang="en-AU" sz="44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7724C6-6D98-F980-728B-C2BA02D797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499" y="4745318"/>
            <a:ext cx="4506605" cy="1266530"/>
          </a:xfrm>
        </p:spPr>
        <p:txBody>
          <a:bodyPr>
            <a:normAutofit/>
          </a:bodyPr>
          <a:lstStyle/>
          <a:p>
            <a:pPr algn="l"/>
            <a:r>
              <a:rPr lang="en-CA" sz="2000">
                <a:solidFill>
                  <a:srgbClr val="FFFFFF"/>
                </a:solidFill>
              </a:rPr>
              <a:t>CMPT 120-D1 Spring 2022</a:t>
            </a:r>
            <a:endParaRPr lang="en-AU" sz="2000">
              <a:solidFill>
                <a:srgbClr val="FFFFFF"/>
              </a:solidFill>
            </a:endParaRPr>
          </a:p>
        </p:txBody>
      </p:sp>
      <p:pic>
        <p:nvPicPr>
          <p:cNvPr id="1026" name="Picture 2" descr="r/TheFarSide - Cow">
            <a:extLst>
              <a:ext uri="{FF2B5EF4-FFF2-40B4-BE49-F238E27FC236}">
                <a16:creationId xmlns:a16="http://schemas.microsoft.com/office/drawing/2014/main" id="{5A95B101-A092-4AFF-5F3C-02DA4D8C46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26" r="-3" b="-3"/>
          <a:stretch/>
        </p:blipFill>
        <p:spPr bwMode="auto">
          <a:xfrm>
            <a:off x="7101840" y="1028701"/>
            <a:ext cx="4033520" cy="4833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3156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0262C-4EE7-95DD-65BA-1844622F2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4537" y="2338780"/>
            <a:ext cx="10515600" cy="1325563"/>
          </a:xfrm>
        </p:spPr>
        <p:txBody>
          <a:bodyPr/>
          <a:lstStyle/>
          <a:p>
            <a:pPr algn="ctr"/>
            <a:r>
              <a:rPr lang="en-CA"/>
              <a:t>What is a computer?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812B5E-B211-F54E-19AB-0610D4B3E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72997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526F6-2644-68E1-9FE1-4760C1FF9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</a:t>
            </a:fld>
            <a:endParaRPr lang="en-AU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E7C6BDF-914F-273C-A732-BD72CA1F5A5F}"/>
              </a:ext>
            </a:extLst>
          </p:cNvPr>
          <p:cNvSpPr txBox="1"/>
          <p:nvPr/>
        </p:nvSpPr>
        <p:spPr>
          <a:xfrm>
            <a:off x="8810221" y="1700653"/>
            <a:ext cx="24424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000"/>
              <a:t>Computer</a:t>
            </a:r>
            <a:endParaRPr lang="en-AU" sz="4000"/>
          </a:p>
        </p:txBody>
      </p:sp>
      <p:pic>
        <p:nvPicPr>
          <p:cNvPr id="2050" name="Picture 2" descr="Minitower Desktop PC Generic PNG Images &amp; PSDs for Download | PixelSquid -  S113328315">
            <a:extLst>
              <a:ext uri="{FF2B5EF4-FFF2-40B4-BE49-F238E27FC236}">
                <a16:creationId xmlns:a16="http://schemas.microsoft.com/office/drawing/2014/main" id="{40E57054-8058-7D06-867C-618B47C7CB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37" t="9617" r="18649" b="3287"/>
          <a:stretch/>
        </p:blipFill>
        <p:spPr bwMode="auto">
          <a:xfrm>
            <a:off x="3204374" y="940242"/>
            <a:ext cx="4086971" cy="4977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0F0D90C-7456-6B0B-9C4A-C20E9F5914B6}"/>
              </a:ext>
            </a:extLst>
          </p:cNvPr>
          <p:cNvCxnSpPr>
            <a:cxnSpLocks/>
          </p:cNvCxnSpPr>
          <p:nvPr/>
        </p:nvCxnSpPr>
        <p:spPr>
          <a:xfrm flipH="1">
            <a:off x="7132319" y="2110255"/>
            <a:ext cx="1677902" cy="3539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4174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72DFD-D37D-E475-2247-18EB9C683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5B02A8-4756-8A3F-858B-684B88092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</a:t>
            </a:fld>
            <a:endParaRPr lang="en-AU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9D16A0C-CD9C-1195-258D-1534834E5E13}"/>
              </a:ext>
            </a:extLst>
          </p:cNvPr>
          <p:cNvSpPr txBox="1"/>
          <p:nvPr/>
        </p:nvSpPr>
        <p:spPr>
          <a:xfrm>
            <a:off x="8810221" y="1700653"/>
            <a:ext cx="24424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000"/>
              <a:t>Computer</a:t>
            </a:r>
            <a:endParaRPr lang="en-AU" sz="400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114E5C89-FBE3-C249-AF67-0E0A1360A989}"/>
              </a:ext>
            </a:extLst>
          </p:cNvPr>
          <p:cNvCxnSpPr>
            <a:cxnSpLocks/>
          </p:cNvCxnSpPr>
          <p:nvPr/>
        </p:nvCxnSpPr>
        <p:spPr>
          <a:xfrm flipH="1">
            <a:off x="7132319" y="2110255"/>
            <a:ext cx="1677902" cy="3539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Katherine Johnson at her desk, 1966">
            <a:extLst>
              <a:ext uri="{FF2B5EF4-FFF2-40B4-BE49-F238E27FC236}">
                <a16:creationId xmlns:a16="http://schemas.microsoft.com/office/drawing/2014/main" id="{024D149D-D9D9-0362-14AA-1440057A35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29" t="10454" r="18933" b="20759"/>
          <a:stretch>
            <a:fillRect/>
          </a:stretch>
        </p:blipFill>
        <p:spPr bwMode="auto">
          <a:xfrm>
            <a:off x="3303618" y="1070264"/>
            <a:ext cx="3512127" cy="4717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C222AA6-7609-C78D-C739-F2C3849BDB2A}"/>
              </a:ext>
            </a:extLst>
          </p:cNvPr>
          <p:cNvSpPr txBox="1"/>
          <p:nvPr/>
        </p:nvSpPr>
        <p:spPr>
          <a:xfrm>
            <a:off x="2626684" y="5787736"/>
            <a:ext cx="488678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Katherine Johnson</a:t>
            </a:r>
            <a:br>
              <a:rPr lang="en-US"/>
            </a:br>
            <a:r>
              <a:rPr lang="en-US"/>
              <a:t>(human) computer for NASA, orbital mechanics</a:t>
            </a:r>
          </a:p>
          <a:p>
            <a:pPr algn="ctr"/>
            <a:r>
              <a:rPr lang="en-US"/>
              <a:t>The movie Hidden Figures was about her</a:t>
            </a:r>
          </a:p>
        </p:txBody>
      </p:sp>
    </p:spTree>
    <p:extLst>
      <p:ext uri="{BB962C8B-B14F-4D97-AF65-F5344CB8AC3E}">
        <p14:creationId xmlns:p14="http://schemas.microsoft.com/office/powerpoint/2010/main" val="1645745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526F6-2644-68E1-9FE1-4760C1FF9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</a:t>
            </a:fld>
            <a:endParaRPr lang="en-AU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E7C6BDF-914F-273C-A732-BD72CA1F5A5F}"/>
              </a:ext>
            </a:extLst>
          </p:cNvPr>
          <p:cNvSpPr txBox="1"/>
          <p:nvPr/>
        </p:nvSpPr>
        <p:spPr>
          <a:xfrm>
            <a:off x="8810221" y="1700653"/>
            <a:ext cx="24424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000"/>
              <a:t>Computer</a:t>
            </a:r>
            <a:endParaRPr lang="en-AU" sz="400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0F0D90C-7456-6B0B-9C4A-C20E9F5914B6}"/>
              </a:ext>
            </a:extLst>
          </p:cNvPr>
          <p:cNvCxnSpPr>
            <a:cxnSpLocks/>
          </p:cNvCxnSpPr>
          <p:nvPr/>
        </p:nvCxnSpPr>
        <p:spPr>
          <a:xfrm flipH="1">
            <a:off x="7132319" y="2110255"/>
            <a:ext cx="1677902" cy="3539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EE472E2-49AB-1B51-3E11-E40F35B559D4}"/>
              </a:ext>
            </a:extLst>
          </p:cNvPr>
          <p:cNvSpPr txBox="1"/>
          <p:nvPr/>
        </p:nvSpPr>
        <p:spPr>
          <a:xfrm>
            <a:off x="2487231" y="5697114"/>
            <a:ext cx="339708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/>
              <a:t>Analytical Engine, 1837</a:t>
            </a:r>
            <a:br>
              <a:rPr lang="en-CA"/>
            </a:br>
            <a:r>
              <a:rPr lang="en-CA"/>
              <a:t>Created by Charles Babbage</a:t>
            </a:r>
            <a:br>
              <a:rPr lang="en-CA"/>
            </a:br>
            <a:r>
              <a:rPr lang="en-CA"/>
              <a:t>Hand-cranked, never completed</a:t>
            </a:r>
          </a:p>
        </p:txBody>
      </p:sp>
      <p:pic>
        <p:nvPicPr>
          <p:cNvPr id="5122" name="Picture 2" descr="undefined">
            <a:extLst>
              <a:ext uri="{FF2B5EF4-FFF2-40B4-BE49-F238E27FC236}">
                <a16:creationId xmlns:a16="http://schemas.microsoft.com/office/drawing/2014/main" id="{8E45775D-5E04-1E3E-06EF-D88C555DCD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22" r="8333" b="1991"/>
          <a:stretch/>
        </p:blipFill>
        <p:spPr bwMode="auto">
          <a:xfrm>
            <a:off x="1575898" y="408563"/>
            <a:ext cx="5442056" cy="5200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8191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526F6-2644-68E1-9FE1-4760C1FF9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6</a:t>
            </a:fld>
            <a:endParaRPr lang="en-AU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E7C6BDF-914F-273C-A732-BD72CA1F5A5F}"/>
              </a:ext>
            </a:extLst>
          </p:cNvPr>
          <p:cNvSpPr txBox="1"/>
          <p:nvPr/>
        </p:nvSpPr>
        <p:spPr>
          <a:xfrm>
            <a:off x="8810221" y="1700653"/>
            <a:ext cx="24424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000"/>
              <a:t>Computer</a:t>
            </a:r>
            <a:endParaRPr lang="en-AU" sz="400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0F0D90C-7456-6B0B-9C4A-C20E9F5914B6}"/>
              </a:ext>
            </a:extLst>
          </p:cNvPr>
          <p:cNvCxnSpPr>
            <a:cxnSpLocks/>
          </p:cNvCxnSpPr>
          <p:nvPr/>
        </p:nvCxnSpPr>
        <p:spPr>
          <a:xfrm flipH="1">
            <a:off x="7132319" y="2110255"/>
            <a:ext cx="1677902" cy="3539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EE472E2-49AB-1B51-3E11-E40F35B559D4}"/>
              </a:ext>
            </a:extLst>
          </p:cNvPr>
          <p:cNvSpPr txBox="1"/>
          <p:nvPr/>
        </p:nvSpPr>
        <p:spPr>
          <a:xfrm>
            <a:off x="1752182" y="5341514"/>
            <a:ext cx="434381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/>
              <a:t>ENIAC, 1948</a:t>
            </a:r>
            <a:br>
              <a:rPr lang="en-CA"/>
            </a:br>
            <a:r>
              <a:rPr lang="en-CA"/>
              <a:t>First general-purpose electronic computer</a:t>
            </a:r>
            <a:br>
              <a:rPr lang="en-CA"/>
            </a:br>
            <a:r>
              <a:rPr lang="en-CA"/>
              <a:t>Used decimal instead of binary</a:t>
            </a:r>
          </a:p>
        </p:txBody>
      </p:sp>
      <p:pic>
        <p:nvPicPr>
          <p:cNvPr id="6146" name="Picture 2" descr="The world's first general purpose computer turns 75 | Penn Today">
            <a:extLst>
              <a:ext uri="{FF2B5EF4-FFF2-40B4-BE49-F238E27FC236}">
                <a16:creationId xmlns:a16="http://schemas.microsoft.com/office/drawing/2014/main" id="{A001934C-1F27-3BC0-A779-0FDF7DBA04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738" y="447472"/>
            <a:ext cx="6296660" cy="4811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42172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526F6-2644-68E1-9FE1-4760C1FF9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7</a:t>
            </a:fld>
            <a:endParaRPr lang="en-AU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E7C6BDF-914F-273C-A732-BD72CA1F5A5F}"/>
              </a:ext>
            </a:extLst>
          </p:cNvPr>
          <p:cNvSpPr txBox="1"/>
          <p:nvPr/>
        </p:nvSpPr>
        <p:spPr>
          <a:xfrm>
            <a:off x="8810221" y="1700653"/>
            <a:ext cx="24424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000"/>
              <a:t>Computer</a:t>
            </a:r>
            <a:endParaRPr lang="en-AU" sz="400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0F0D90C-7456-6B0B-9C4A-C20E9F5914B6}"/>
              </a:ext>
            </a:extLst>
          </p:cNvPr>
          <p:cNvCxnSpPr>
            <a:cxnSpLocks/>
          </p:cNvCxnSpPr>
          <p:nvPr/>
        </p:nvCxnSpPr>
        <p:spPr>
          <a:xfrm flipH="1">
            <a:off x="7132319" y="2110255"/>
            <a:ext cx="1677902" cy="3539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EE472E2-49AB-1B51-3E11-E40F35B559D4}"/>
              </a:ext>
            </a:extLst>
          </p:cNvPr>
          <p:cNvSpPr txBox="1"/>
          <p:nvPr/>
        </p:nvSpPr>
        <p:spPr>
          <a:xfrm>
            <a:off x="3440447" y="5710019"/>
            <a:ext cx="35242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err="1"/>
              <a:t>Curta</a:t>
            </a:r>
            <a:r>
              <a:rPr lang="en-CA"/>
              <a:t> Calculator, 1948</a:t>
            </a:r>
            <a:br>
              <a:rPr lang="en-CA"/>
            </a:br>
            <a:r>
              <a:rPr lang="en-CA"/>
              <a:t>Hand-held mechanical calculator</a:t>
            </a:r>
          </a:p>
        </p:txBody>
      </p:sp>
      <p:pic>
        <p:nvPicPr>
          <p:cNvPr id="8194" name="Picture 2" descr="undefined">
            <a:extLst>
              <a:ext uri="{FF2B5EF4-FFF2-40B4-BE49-F238E27FC236}">
                <a16:creationId xmlns:a16="http://schemas.microsoft.com/office/drawing/2014/main" id="{9CF62659-C05B-2324-D559-15F3A3CFA9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4682" y="428022"/>
            <a:ext cx="3810000" cy="515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82635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526F6-2644-68E1-9FE1-4760C1FF9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8</a:t>
            </a:fld>
            <a:endParaRPr lang="en-AU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E7C6BDF-914F-273C-A732-BD72CA1F5A5F}"/>
              </a:ext>
            </a:extLst>
          </p:cNvPr>
          <p:cNvSpPr txBox="1"/>
          <p:nvPr/>
        </p:nvSpPr>
        <p:spPr>
          <a:xfrm>
            <a:off x="8810221" y="1700653"/>
            <a:ext cx="24424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000"/>
              <a:t>Computer</a:t>
            </a:r>
            <a:endParaRPr lang="en-AU" sz="400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0F0D90C-7456-6B0B-9C4A-C20E9F5914B6}"/>
              </a:ext>
            </a:extLst>
          </p:cNvPr>
          <p:cNvCxnSpPr>
            <a:cxnSpLocks/>
          </p:cNvCxnSpPr>
          <p:nvPr/>
        </p:nvCxnSpPr>
        <p:spPr>
          <a:xfrm flipH="1">
            <a:off x="7132319" y="2110255"/>
            <a:ext cx="1677902" cy="3539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098" name="Picture 2">
            <a:extLst>
              <a:ext uri="{FF2B5EF4-FFF2-40B4-BE49-F238E27FC236}">
                <a16:creationId xmlns:a16="http://schemas.microsoft.com/office/drawing/2014/main" id="{69EC3E31-44C5-DE32-0AAE-57F7AEDAEA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443" y="954313"/>
            <a:ext cx="6716268" cy="4949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EE472E2-49AB-1B51-3E11-E40F35B559D4}"/>
              </a:ext>
            </a:extLst>
          </p:cNvPr>
          <p:cNvSpPr txBox="1"/>
          <p:nvPr/>
        </p:nvSpPr>
        <p:spPr>
          <a:xfrm>
            <a:off x="1789890" y="5988943"/>
            <a:ext cx="33520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/>
              <a:t>Tinker Toy Computer, 1978</a:t>
            </a:r>
            <a:br>
              <a:rPr lang="en-CA"/>
            </a:br>
            <a:r>
              <a:rPr lang="en-CA"/>
              <a:t>Hand-cranked, plays Tic Tac Toe</a:t>
            </a:r>
          </a:p>
        </p:txBody>
      </p:sp>
    </p:spTree>
    <p:extLst>
      <p:ext uri="{BB962C8B-B14F-4D97-AF65-F5344CB8AC3E}">
        <p14:creationId xmlns:p14="http://schemas.microsoft.com/office/powerpoint/2010/main" val="354076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526F6-2644-68E1-9FE1-4760C1FF9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9</a:t>
            </a:fld>
            <a:endParaRPr lang="en-AU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E7C6BDF-914F-273C-A732-BD72CA1F5A5F}"/>
              </a:ext>
            </a:extLst>
          </p:cNvPr>
          <p:cNvSpPr txBox="1"/>
          <p:nvPr/>
        </p:nvSpPr>
        <p:spPr>
          <a:xfrm>
            <a:off x="8810221" y="1700653"/>
            <a:ext cx="24424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000"/>
              <a:t>Computer</a:t>
            </a:r>
            <a:endParaRPr lang="en-AU" sz="400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0F0D90C-7456-6B0B-9C4A-C20E9F5914B6}"/>
              </a:ext>
            </a:extLst>
          </p:cNvPr>
          <p:cNvCxnSpPr>
            <a:cxnSpLocks/>
          </p:cNvCxnSpPr>
          <p:nvPr/>
        </p:nvCxnSpPr>
        <p:spPr>
          <a:xfrm flipH="1">
            <a:off x="7132319" y="2110255"/>
            <a:ext cx="1677902" cy="3539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74" name="Picture 2" descr="Raspberry Pi - Wikidata">
            <a:extLst>
              <a:ext uri="{FF2B5EF4-FFF2-40B4-BE49-F238E27FC236}">
                <a16:creationId xmlns:a16="http://schemas.microsoft.com/office/drawing/2014/main" id="{8E59A6CF-D42D-AD37-5D8B-75BCA0579A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19" y="1069047"/>
            <a:ext cx="6858000" cy="4034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22F6E4A-D60F-0E21-69FD-95F4FA85D7FC}"/>
              </a:ext>
            </a:extLst>
          </p:cNvPr>
          <p:cNvSpPr txBox="1"/>
          <p:nvPr/>
        </p:nvSpPr>
        <p:spPr>
          <a:xfrm>
            <a:off x="2357033" y="5103837"/>
            <a:ext cx="35991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/>
              <a:t>Raspberry Pi</a:t>
            </a:r>
            <a:br>
              <a:rPr lang="en-CA"/>
            </a:br>
            <a:r>
              <a:rPr lang="en-CA"/>
              <a:t>Very small, for embedded systems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3E57F56-116C-FE65-0AAE-163BFD4AF199}"/>
                  </a:ext>
                </a:extLst>
              </p14:cNvPr>
              <p14:cNvContentPartPr/>
              <p14:nvPr/>
            </p14:nvContentPartPr>
            <p14:xfrm>
              <a:off x="3130200" y="1955160"/>
              <a:ext cx="4598280" cy="29862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3E57F56-116C-FE65-0AAE-163BFD4AF19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20840" y="1945800"/>
                <a:ext cx="4617000" cy="3004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417331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526F6-2644-68E1-9FE1-4760C1FF9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10</a:t>
            </a:fld>
            <a:endParaRPr lang="en-AU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E7C6BDF-914F-273C-A732-BD72CA1F5A5F}"/>
              </a:ext>
            </a:extLst>
          </p:cNvPr>
          <p:cNvSpPr txBox="1"/>
          <p:nvPr/>
        </p:nvSpPr>
        <p:spPr>
          <a:xfrm>
            <a:off x="8810221" y="1700653"/>
            <a:ext cx="24424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000"/>
              <a:t>Computer</a:t>
            </a:r>
            <a:endParaRPr lang="en-AU" sz="400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0F0D90C-7456-6B0B-9C4A-C20E9F5914B6}"/>
              </a:ext>
            </a:extLst>
          </p:cNvPr>
          <p:cNvCxnSpPr>
            <a:cxnSpLocks/>
          </p:cNvCxnSpPr>
          <p:nvPr/>
        </p:nvCxnSpPr>
        <p:spPr>
          <a:xfrm flipH="1">
            <a:off x="7132319" y="2110255"/>
            <a:ext cx="1677902" cy="3539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170" name="Picture 2" descr="Banks of computers covered in black panels that make up the Frontier Supercomputer">
            <a:extLst>
              <a:ext uri="{FF2B5EF4-FFF2-40B4-BE49-F238E27FC236}">
                <a16:creationId xmlns:a16="http://schemas.microsoft.com/office/drawing/2014/main" id="{4023079E-7CA4-5592-177D-8ADE1F14F7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30" b="10465"/>
          <a:stretch/>
        </p:blipFill>
        <p:spPr bwMode="auto">
          <a:xfrm>
            <a:off x="371377" y="1488332"/>
            <a:ext cx="6648164" cy="3472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16F0687-E934-1F3A-DEEA-A9A3D68E192C}"/>
                  </a:ext>
                </a:extLst>
              </p:cNvPr>
              <p:cNvSpPr txBox="1"/>
              <p:nvPr/>
            </p:nvSpPr>
            <p:spPr>
              <a:xfrm>
                <a:off x="2100171" y="5103837"/>
                <a:ext cx="4112857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/>
                  <a:t>Frontier Computer, 2024</a:t>
                </a:r>
                <a:br>
                  <a:rPr lang="en-CA"/>
                </a:br>
                <a:r>
                  <a:rPr lang="en-CA"/>
                  <a:t>World's fastest supercomputer</a:t>
                </a:r>
                <a:br>
                  <a:rPr lang="en-CA"/>
                </a:br>
                <a:r>
                  <a:rPr lang="en-CA"/>
                  <a:t>8,699,904 CPUs,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18</m:t>
                        </m:r>
                      </m:sup>
                    </m:sSup>
                  </m:oMath>
                </a14:m>
                <a:r>
                  <a:rPr lang="en-CA"/>
                  <a:t> flops</a:t>
                </a:r>
              </a:p>
              <a:p>
                <a:pPr algn="ctr"/>
                <a:r>
                  <a:rPr lang="en-CA"/>
                  <a:t>(good consumer computer ~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</m:oMath>
                </a14:m>
                <a:r>
                  <a:rPr lang="en-CA"/>
                  <a:t> flops)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16F0687-E934-1F3A-DEEA-A9A3D68E19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0171" y="5103837"/>
                <a:ext cx="4112857" cy="1200329"/>
              </a:xfrm>
              <a:prstGeom prst="rect">
                <a:avLst/>
              </a:prstGeom>
              <a:blipFill>
                <a:blip r:embed="rId3"/>
                <a:stretch>
                  <a:fillRect t="-2538" b="-7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76A0AE94-C77B-ADBE-3904-252E0514D648}"/>
              </a:ext>
            </a:extLst>
          </p:cNvPr>
          <p:cNvSpPr txBox="1"/>
          <p:nvPr/>
        </p:nvSpPr>
        <p:spPr>
          <a:xfrm>
            <a:off x="6356732" y="5626339"/>
            <a:ext cx="4507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b="1"/>
              <a:t>flops</a:t>
            </a:r>
            <a:r>
              <a:rPr lang="en-CA"/>
              <a:t> = floating point operations per second</a:t>
            </a:r>
            <a:endParaRPr lang="en-AU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D2D6C21-7F61-EB61-673A-DCA34DFEBA22}"/>
                  </a:ext>
                </a:extLst>
              </p14:cNvPr>
              <p14:cNvContentPartPr/>
              <p14:nvPr/>
            </p14:nvContentPartPr>
            <p14:xfrm>
              <a:off x="4826160" y="3930480"/>
              <a:ext cx="1644840" cy="3942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D2D6C21-7F61-EB61-673A-DCA34DFEBA2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816800" y="3921120"/>
                <a:ext cx="1663560" cy="412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656352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526F6-2644-68E1-9FE1-4760C1FF9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11</a:t>
            </a:fld>
            <a:endParaRPr lang="en-AU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09F6DAF-69E0-4240-4CB0-A656E8166D93}"/>
              </a:ext>
            </a:extLst>
          </p:cNvPr>
          <p:cNvGrpSpPr/>
          <p:nvPr/>
        </p:nvGrpSpPr>
        <p:grpSpPr>
          <a:xfrm>
            <a:off x="851027" y="1252834"/>
            <a:ext cx="4662534" cy="4433981"/>
            <a:chOff x="1095471" y="1195057"/>
            <a:chExt cx="4662534" cy="443398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1B88D45-8E57-62FD-AEF7-79C61C6FB2E6}"/>
                </a:ext>
              </a:extLst>
            </p:cNvPr>
            <p:cNvSpPr/>
            <p:nvPr/>
          </p:nvSpPr>
          <p:spPr>
            <a:xfrm>
              <a:off x="1095471" y="1195057"/>
              <a:ext cx="4662534" cy="391783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8" name="Arrow: Left-Right 7">
              <a:extLst>
                <a:ext uri="{FF2B5EF4-FFF2-40B4-BE49-F238E27FC236}">
                  <a16:creationId xmlns:a16="http://schemas.microsoft.com/office/drawing/2014/main" id="{20BD7AF2-6231-9467-624B-9A66E9036667}"/>
                </a:ext>
              </a:extLst>
            </p:cNvPr>
            <p:cNvSpPr/>
            <p:nvPr/>
          </p:nvSpPr>
          <p:spPr>
            <a:xfrm rot="5400000">
              <a:off x="1871627" y="3067388"/>
              <a:ext cx="684292" cy="280658"/>
            </a:xfrm>
            <a:prstGeom prst="left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4BABEC9-26A1-8927-D4BE-3905793EAF3C}"/>
                </a:ext>
              </a:extLst>
            </p:cNvPr>
            <p:cNvGrpSpPr/>
            <p:nvPr/>
          </p:nvGrpSpPr>
          <p:grpSpPr>
            <a:xfrm>
              <a:off x="1358498" y="1397323"/>
              <a:ext cx="1736757" cy="1355229"/>
              <a:chOff x="4911505" y="2191693"/>
              <a:chExt cx="1736757" cy="1619062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00B5B5F-D42B-7A88-2E2D-FC9988F2C783}"/>
                  </a:ext>
                </a:extLst>
              </p:cNvPr>
              <p:cNvSpPr/>
              <p:nvPr/>
            </p:nvSpPr>
            <p:spPr>
              <a:xfrm>
                <a:off x="4911505" y="2191693"/>
                <a:ext cx="1736757" cy="161906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D409C56-D16B-9D60-A28F-140EDC33F944}"/>
                  </a:ext>
                </a:extLst>
              </p:cNvPr>
              <p:cNvSpPr txBox="1"/>
              <p:nvPr/>
            </p:nvSpPr>
            <p:spPr>
              <a:xfrm>
                <a:off x="5180200" y="2395623"/>
                <a:ext cx="1199366" cy="11387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2000" b="1"/>
                  <a:t>CPU</a:t>
                </a:r>
                <a:br>
                  <a:rPr lang="en-CA" sz="1600"/>
                </a:br>
                <a:r>
                  <a:rPr lang="en-CA" sz="1600"/>
                  <a:t>Central </a:t>
                </a:r>
                <a:br>
                  <a:rPr lang="en-CA" sz="1600"/>
                </a:br>
                <a:r>
                  <a:rPr lang="en-CA" sz="1600"/>
                  <a:t>Processing </a:t>
                </a:r>
                <a:br>
                  <a:rPr lang="en-CA" sz="1600"/>
                </a:br>
                <a:r>
                  <a:rPr lang="en-CA" sz="1600"/>
                  <a:t>Unit</a:t>
                </a:r>
                <a:endParaRPr lang="en-AU" sz="1600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A43169A7-4379-4BA6-4ACF-24B47C969791}"/>
                </a:ext>
              </a:extLst>
            </p:cNvPr>
            <p:cNvGrpSpPr/>
            <p:nvPr/>
          </p:nvGrpSpPr>
          <p:grpSpPr>
            <a:xfrm>
              <a:off x="1332291" y="3615123"/>
              <a:ext cx="1762964" cy="1497772"/>
              <a:chOff x="1332290" y="3615123"/>
              <a:chExt cx="2431985" cy="1497772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070381B3-8ECB-C4C0-2864-E3A6D74892A8}"/>
                  </a:ext>
                </a:extLst>
              </p:cNvPr>
              <p:cNvSpPr/>
              <p:nvPr/>
            </p:nvSpPr>
            <p:spPr>
              <a:xfrm>
                <a:off x="1332290" y="3615123"/>
                <a:ext cx="2431985" cy="1355229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E410A48-605E-D626-5F55-DCE88E37207B}"/>
                  </a:ext>
                </a:extLst>
              </p:cNvPr>
              <p:cNvSpPr txBox="1"/>
              <p:nvPr/>
            </p:nvSpPr>
            <p:spPr>
              <a:xfrm>
                <a:off x="1642073" y="3666346"/>
                <a:ext cx="1812419" cy="14465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2000" b="1"/>
                  <a:t>Main Memory </a:t>
                </a:r>
                <a:br>
                  <a:rPr lang="en-CA" sz="2000" b="1"/>
                </a:br>
                <a:r>
                  <a:rPr lang="en-CA" sz="2000" b="1"/>
                  <a:t>RAM</a:t>
                </a:r>
                <a:br>
                  <a:rPr lang="en-CA" sz="1600"/>
                </a:br>
                <a:r>
                  <a:rPr lang="en-CA" sz="1600"/>
                  <a:t>Random Access</a:t>
                </a:r>
                <a:br>
                  <a:rPr lang="en-CA" sz="1600"/>
                </a:br>
                <a:r>
                  <a:rPr lang="en-CA" sz="1600"/>
                  <a:t>Memory</a:t>
                </a:r>
                <a:br>
                  <a:rPr lang="en-CA" sz="1600"/>
                </a:br>
                <a:endParaRPr lang="en-AU" sz="1600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4009F340-E0C5-4C16-9EC0-D7200C5BF59D}"/>
                </a:ext>
              </a:extLst>
            </p:cNvPr>
            <p:cNvGrpSpPr/>
            <p:nvPr/>
          </p:nvGrpSpPr>
          <p:grpSpPr>
            <a:xfrm>
              <a:off x="3843980" y="2461832"/>
              <a:ext cx="1736757" cy="1355229"/>
              <a:chOff x="4911505" y="2191693"/>
              <a:chExt cx="1736757" cy="1619062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B1EB3134-D8A8-CAAB-AE7A-EA44B6859B3F}"/>
                  </a:ext>
                </a:extLst>
              </p:cNvPr>
              <p:cNvSpPr/>
              <p:nvPr/>
            </p:nvSpPr>
            <p:spPr>
              <a:xfrm>
                <a:off x="4911505" y="2191693"/>
                <a:ext cx="1736757" cy="161906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709DDE2-385E-5089-30FB-920A0B0F27A3}"/>
                  </a:ext>
                </a:extLst>
              </p:cNvPr>
              <p:cNvSpPr txBox="1"/>
              <p:nvPr/>
            </p:nvSpPr>
            <p:spPr>
              <a:xfrm>
                <a:off x="5265962" y="2395623"/>
                <a:ext cx="1027845" cy="10663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2000" b="1"/>
                  <a:t>I/O</a:t>
                </a:r>
                <a:br>
                  <a:rPr lang="en-CA" sz="1600"/>
                </a:br>
                <a:r>
                  <a:rPr lang="en-CA" sz="1600"/>
                  <a:t>Input and</a:t>
                </a:r>
                <a:br>
                  <a:rPr lang="en-CA" sz="1600"/>
                </a:br>
                <a:r>
                  <a:rPr lang="en-CA" sz="1600"/>
                  <a:t>Output</a:t>
                </a:r>
                <a:endParaRPr lang="en-AU" sz="1600"/>
              </a:p>
            </p:txBody>
          </p:sp>
        </p:grpSp>
        <p:sp>
          <p:nvSpPr>
            <p:cNvPr id="18" name="Arrow: Left-Right 17">
              <a:extLst>
                <a:ext uri="{FF2B5EF4-FFF2-40B4-BE49-F238E27FC236}">
                  <a16:creationId xmlns:a16="http://schemas.microsoft.com/office/drawing/2014/main" id="{4974C57B-6738-A480-36E1-BF34EF9C79F1}"/>
                </a:ext>
              </a:extLst>
            </p:cNvPr>
            <p:cNvSpPr/>
            <p:nvPr/>
          </p:nvSpPr>
          <p:spPr>
            <a:xfrm rot="1500180">
              <a:off x="3174842" y="2097534"/>
              <a:ext cx="634673" cy="303801"/>
            </a:xfrm>
            <a:prstGeom prst="left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E7C6BDF-914F-273C-A732-BD72CA1F5A5F}"/>
                </a:ext>
              </a:extLst>
            </p:cNvPr>
            <p:cNvSpPr txBox="1"/>
            <p:nvPr/>
          </p:nvSpPr>
          <p:spPr>
            <a:xfrm>
              <a:off x="2364792" y="5259706"/>
              <a:ext cx="23475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/>
                <a:t>Single CPU Computer</a:t>
              </a:r>
              <a:endParaRPr lang="en-AU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70C470-1D44-7C4E-6027-10539CFB052B}"/>
              </a:ext>
            </a:extLst>
          </p:cNvPr>
          <p:cNvSpPr txBox="1"/>
          <p:nvPr/>
        </p:nvSpPr>
        <p:spPr>
          <a:xfrm>
            <a:off x="6527549" y="1252834"/>
            <a:ext cx="39047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We will usually think of a computer in </a:t>
            </a:r>
          </a:p>
          <a:p>
            <a:r>
              <a:rPr lang="en-CA"/>
              <a:t>an abstract way …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45841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526F6-2644-68E1-9FE1-4760C1FF9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12</a:t>
            </a:fld>
            <a:endParaRPr lang="en-AU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09F6DAF-69E0-4240-4CB0-A656E8166D93}"/>
              </a:ext>
            </a:extLst>
          </p:cNvPr>
          <p:cNvGrpSpPr/>
          <p:nvPr/>
        </p:nvGrpSpPr>
        <p:grpSpPr>
          <a:xfrm>
            <a:off x="851027" y="1252834"/>
            <a:ext cx="4662534" cy="4433981"/>
            <a:chOff x="1095471" y="1195057"/>
            <a:chExt cx="4662534" cy="443398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1B88D45-8E57-62FD-AEF7-79C61C6FB2E6}"/>
                </a:ext>
              </a:extLst>
            </p:cNvPr>
            <p:cNvSpPr/>
            <p:nvPr/>
          </p:nvSpPr>
          <p:spPr>
            <a:xfrm>
              <a:off x="1095471" y="1195057"/>
              <a:ext cx="4662534" cy="391783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8" name="Arrow: Left-Right 7">
              <a:extLst>
                <a:ext uri="{FF2B5EF4-FFF2-40B4-BE49-F238E27FC236}">
                  <a16:creationId xmlns:a16="http://schemas.microsoft.com/office/drawing/2014/main" id="{20BD7AF2-6231-9467-624B-9A66E9036667}"/>
                </a:ext>
              </a:extLst>
            </p:cNvPr>
            <p:cNvSpPr/>
            <p:nvPr/>
          </p:nvSpPr>
          <p:spPr>
            <a:xfrm rot="5400000">
              <a:off x="1871627" y="3067388"/>
              <a:ext cx="684292" cy="280658"/>
            </a:xfrm>
            <a:prstGeom prst="left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4BABEC9-26A1-8927-D4BE-3905793EAF3C}"/>
                </a:ext>
              </a:extLst>
            </p:cNvPr>
            <p:cNvGrpSpPr/>
            <p:nvPr/>
          </p:nvGrpSpPr>
          <p:grpSpPr>
            <a:xfrm>
              <a:off x="1358498" y="1397323"/>
              <a:ext cx="1736757" cy="1355229"/>
              <a:chOff x="4911505" y="2191693"/>
              <a:chExt cx="1736757" cy="1619062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00B5B5F-D42B-7A88-2E2D-FC9988F2C783}"/>
                  </a:ext>
                </a:extLst>
              </p:cNvPr>
              <p:cNvSpPr/>
              <p:nvPr/>
            </p:nvSpPr>
            <p:spPr>
              <a:xfrm>
                <a:off x="4911505" y="2191693"/>
                <a:ext cx="1736757" cy="161906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D409C56-D16B-9D60-A28F-140EDC33F944}"/>
                  </a:ext>
                </a:extLst>
              </p:cNvPr>
              <p:cNvSpPr txBox="1"/>
              <p:nvPr/>
            </p:nvSpPr>
            <p:spPr>
              <a:xfrm>
                <a:off x="5180200" y="2395623"/>
                <a:ext cx="1199366" cy="11387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2000" b="1"/>
                  <a:t>CPU</a:t>
                </a:r>
                <a:br>
                  <a:rPr lang="en-CA" sz="1600"/>
                </a:br>
                <a:r>
                  <a:rPr lang="en-CA" sz="1600"/>
                  <a:t>Central </a:t>
                </a:r>
                <a:br>
                  <a:rPr lang="en-CA" sz="1600"/>
                </a:br>
                <a:r>
                  <a:rPr lang="en-CA" sz="1600"/>
                  <a:t>Processing </a:t>
                </a:r>
                <a:br>
                  <a:rPr lang="en-CA" sz="1600"/>
                </a:br>
                <a:r>
                  <a:rPr lang="en-CA" sz="1600"/>
                  <a:t>Unit</a:t>
                </a:r>
                <a:endParaRPr lang="en-AU" sz="1600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A43169A7-4379-4BA6-4ACF-24B47C969791}"/>
                </a:ext>
              </a:extLst>
            </p:cNvPr>
            <p:cNvGrpSpPr/>
            <p:nvPr/>
          </p:nvGrpSpPr>
          <p:grpSpPr>
            <a:xfrm>
              <a:off x="1332291" y="3615123"/>
              <a:ext cx="1762964" cy="1497772"/>
              <a:chOff x="1332290" y="3615123"/>
              <a:chExt cx="2431985" cy="1497772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070381B3-8ECB-C4C0-2864-E3A6D74892A8}"/>
                  </a:ext>
                </a:extLst>
              </p:cNvPr>
              <p:cNvSpPr/>
              <p:nvPr/>
            </p:nvSpPr>
            <p:spPr>
              <a:xfrm>
                <a:off x="1332290" y="3615123"/>
                <a:ext cx="2431985" cy="1355229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E410A48-605E-D626-5F55-DCE88E37207B}"/>
                  </a:ext>
                </a:extLst>
              </p:cNvPr>
              <p:cNvSpPr txBox="1"/>
              <p:nvPr/>
            </p:nvSpPr>
            <p:spPr>
              <a:xfrm>
                <a:off x="1642073" y="3666346"/>
                <a:ext cx="1812419" cy="14465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2000" b="1"/>
                  <a:t>Main Memory </a:t>
                </a:r>
                <a:br>
                  <a:rPr lang="en-CA" sz="2000" b="1"/>
                </a:br>
                <a:r>
                  <a:rPr lang="en-CA" sz="2000" b="1"/>
                  <a:t>RAM</a:t>
                </a:r>
                <a:br>
                  <a:rPr lang="en-CA" sz="1600"/>
                </a:br>
                <a:r>
                  <a:rPr lang="en-CA" sz="1600"/>
                  <a:t>Random Access</a:t>
                </a:r>
                <a:br>
                  <a:rPr lang="en-CA" sz="1600"/>
                </a:br>
                <a:r>
                  <a:rPr lang="en-CA" sz="1600"/>
                  <a:t>Memory</a:t>
                </a:r>
                <a:br>
                  <a:rPr lang="en-CA" sz="1600"/>
                </a:br>
                <a:endParaRPr lang="en-AU" sz="1600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4009F340-E0C5-4C16-9EC0-D7200C5BF59D}"/>
                </a:ext>
              </a:extLst>
            </p:cNvPr>
            <p:cNvGrpSpPr/>
            <p:nvPr/>
          </p:nvGrpSpPr>
          <p:grpSpPr>
            <a:xfrm>
              <a:off x="3843980" y="2461832"/>
              <a:ext cx="1736757" cy="1355229"/>
              <a:chOff x="4911505" y="2191693"/>
              <a:chExt cx="1736757" cy="1619062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B1EB3134-D8A8-CAAB-AE7A-EA44B6859B3F}"/>
                  </a:ext>
                </a:extLst>
              </p:cNvPr>
              <p:cNvSpPr/>
              <p:nvPr/>
            </p:nvSpPr>
            <p:spPr>
              <a:xfrm>
                <a:off x="4911505" y="2191693"/>
                <a:ext cx="1736757" cy="161906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709DDE2-385E-5089-30FB-920A0B0F27A3}"/>
                  </a:ext>
                </a:extLst>
              </p:cNvPr>
              <p:cNvSpPr txBox="1"/>
              <p:nvPr/>
            </p:nvSpPr>
            <p:spPr>
              <a:xfrm>
                <a:off x="5265962" y="2395623"/>
                <a:ext cx="1027845" cy="10663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2000" b="1"/>
                  <a:t>I/O</a:t>
                </a:r>
                <a:br>
                  <a:rPr lang="en-CA" sz="1600"/>
                </a:br>
                <a:r>
                  <a:rPr lang="en-CA" sz="1600"/>
                  <a:t>Input and</a:t>
                </a:r>
                <a:br>
                  <a:rPr lang="en-CA" sz="1600"/>
                </a:br>
                <a:r>
                  <a:rPr lang="en-CA" sz="1600"/>
                  <a:t>Output</a:t>
                </a:r>
                <a:endParaRPr lang="en-AU" sz="1600"/>
              </a:p>
            </p:txBody>
          </p:sp>
        </p:grpSp>
        <p:sp>
          <p:nvSpPr>
            <p:cNvPr id="18" name="Arrow: Left-Right 17">
              <a:extLst>
                <a:ext uri="{FF2B5EF4-FFF2-40B4-BE49-F238E27FC236}">
                  <a16:creationId xmlns:a16="http://schemas.microsoft.com/office/drawing/2014/main" id="{4974C57B-6738-A480-36E1-BF34EF9C79F1}"/>
                </a:ext>
              </a:extLst>
            </p:cNvPr>
            <p:cNvSpPr/>
            <p:nvPr/>
          </p:nvSpPr>
          <p:spPr>
            <a:xfrm rot="1500180">
              <a:off x="3174842" y="2097534"/>
              <a:ext cx="634673" cy="303801"/>
            </a:xfrm>
            <a:prstGeom prst="left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E7C6BDF-914F-273C-A732-BD72CA1F5A5F}"/>
                </a:ext>
              </a:extLst>
            </p:cNvPr>
            <p:cNvSpPr txBox="1"/>
            <p:nvPr/>
          </p:nvSpPr>
          <p:spPr>
            <a:xfrm>
              <a:off x="2364792" y="5259706"/>
              <a:ext cx="23475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/>
                <a:t>Single CPU Computer</a:t>
              </a:r>
              <a:endParaRPr lang="en-AU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0A2CF7E-3D03-958A-2547-B81CEA273DD5}"/>
              </a:ext>
            </a:extLst>
          </p:cNvPr>
          <p:cNvSpPr txBox="1"/>
          <p:nvPr/>
        </p:nvSpPr>
        <p:spPr>
          <a:xfrm>
            <a:off x="3048000" y="157782"/>
            <a:ext cx="3677265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/>
              <a:t>CPU</a:t>
            </a:r>
            <a:r>
              <a:rPr lang="en-CA"/>
              <a:t> is the “brain” of the computer.</a:t>
            </a:r>
            <a:br>
              <a:rPr lang="en-CA"/>
            </a:br>
            <a:r>
              <a:rPr lang="en-CA"/>
              <a:t>Does basic arithmetic, logic, reads/writes memory, ….</a:t>
            </a:r>
            <a:endParaRPr lang="en-AU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AEE9D6F-FB54-A221-F059-E9310864A7B9}"/>
              </a:ext>
            </a:extLst>
          </p:cNvPr>
          <p:cNvCxnSpPr>
            <a:stCxn id="2" idx="1"/>
          </p:cNvCxnSpPr>
          <p:nvPr/>
        </p:nvCxnSpPr>
        <p:spPr>
          <a:xfrm flipH="1">
            <a:off x="2222090" y="619447"/>
            <a:ext cx="825910" cy="7472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27D37F9-015E-EA1E-195B-12FCC2685A84}"/>
              </a:ext>
            </a:extLst>
          </p:cNvPr>
          <p:cNvSpPr txBox="1"/>
          <p:nvPr/>
        </p:nvSpPr>
        <p:spPr>
          <a:xfrm>
            <a:off x="7182465" y="157782"/>
            <a:ext cx="3677265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/>
              <a:t>CPUs</a:t>
            </a:r>
            <a:r>
              <a:rPr lang="en-CA"/>
              <a:t> in a phone or laptop are very fast, e.g. they perform billions of low-level instructions per second.</a:t>
            </a:r>
            <a:endParaRPr lang="en-AU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92F727D-67E0-C58E-3DA4-E275B1D16ECB}"/>
              </a:ext>
            </a:extLst>
          </p:cNvPr>
          <p:cNvCxnSpPr>
            <a:cxnSpLocks/>
            <a:stCxn id="17" idx="1"/>
            <a:endCxn id="2" idx="3"/>
          </p:cNvCxnSpPr>
          <p:nvPr/>
        </p:nvCxnSpPr>
        <p:spPr>
          <a:xfrm flipH="1">
            <a:off x="6725265" y="619447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33151A09-A841-89EC-3E44-5BB091CA38DE}"/>
              </a:ext>
            </a:extLst>
          </p:cNvPr>
          <p:cNvSpPr/>
          <p:nvPr/>
        </p:nvSpPr>
        <p:spPr>
          <a:xfrm>
            <a:off x="851028" y="1389840"/>
            <a:ext cx="2287588" cy="153350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6208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526F6-2644-68E1-9FE1-4760C1FF9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13</a:t>
            </a:fld>
            <a:endParaRPr lang="en-AU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09F6DAF-69E0-4240-4CB0-A656E8166D93}"/>
              </a:ext>
            </a:extLst>
          </p:cNvPr>
          <p:cNvGrpSpPr/>
          <p:nvPr/>
        </p:nvGrpSpPr>
        <p:grpSpPr>
          <a:xfrm>
            <a:off x="851027" y="1252834"/>
            <a:ext cx="4662534" cy="4433981"/>
            <a:chOff x="1095471" y="1195057"/>
            <a:chExt cx="4662534" cy="443398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1B88D45-8E57-62FD-AEF7-79C61C6FB2E6}"/>
                </a:ext>
              </a:extLst>
            </p:cNvPr>
            <p:cNvSpPr/>
            <p:nvPr/>
          </p:nvSpPr>
          <p:spPr>
            <a:xfrm>
              <a:off x="1095471" y="1195057"/>
              <a:ext cx="4662534" cy="391783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8" name="Arrow: Left-Right 7">
              <a:extLst>
                <a:ext uri="{FF2B5EF4-FFF2-40B4-BE49-F238E27FC236}">
                  <a16:creationId xmlns:a16="http://schemas.microsoft.com/office/drawing/2014/main" id="{20BD7AF2-6231-9467-624B-9A66E9036667}"/>
                </a:ext>
              </a:extLst>
            </p:cNvPr>
            <p:cNvSpPr/>
            <p:nvPr/>
          </p:nvSpPr>
          <p:spPr>
            <a:xfrm rot="5400000">
              <a:off x="1871627" y="3067388"/>
              <a:ext cx="684292" cy="280658"/>
            </a:xfrm>
            <a:prstGeom prst="left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4BABEC9-26A1-8927-D4BE-3905793EAF3C}"/>
                </a:ext>
              </a:extLst>
            </p:cNvPr>
            <p:cNvGrpSpPr/>
            <p:nvPr/>
          </p:nvGrpSpPr>
          <p:grpSpPr>
            <a:xfrm>
              <a:off x="1358498" y="1397323"/>
              <a:ext cx="1736757" cy="1355229"/>
              <a:chOff x="4911505" y="2191693"/>
              <a:chExt cx="1736757" cy="1619062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00B5B5F-D42B-7A88-2E2D-FC9988F2C783}"/>
                  </a:ext>
                </a:extLst>
              </p:cNvPr>
              <p:cNvSpPr/>
              <p:nvPr/>
            </p:nvSpPr>
            <p:spPr>
              <a:xfrm>
                <a:off x="4911505" y="2191693"/>
                <a:ext cx="1736757" cy="161906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D409C56-D16B-9D60-A28F-140EDC33F944}"/>
                  </a:ext>
                </a:extLst>
              </p:cNvPr>
              <p:cNvSpPr txBox="1"/>
              <p:nvPr/>
            </p:nvSpPr>
            <p:spPr>
              <a:xfrm>
                <a:off x="5180200" y="2395623"/>
                <a:ext cx="1199366" cy="11387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2000" b="1"/>
                  <a:t>CPU</a:t>
                </a:r>
                <a:br>
                  <a:rPr lang="en-CA" sz="1600"/>
                </a:br>
                <a:r>
                  <a:rPr lang="en-CA" sz="1600"/>
                  <a:t>Central </a:t>
                </a:r>
                <a:br>
                  <a:rPr lang="en-CA" sz="1600"/>
                </a:br>
                <a:r>
                  <a:rPr lang="en-CA" sz="1600"/>
                  <a:t>Processing </a:t>
                </a:r>
                <a:br>
                  <a:rPr lang="en-CA" sz="1600"/>
                </a:br>
                <a:r>
                  <a:rPr lang="en-CA" sz="1600"/>
                  <a:t>Unit</a:t>
                </a:r>
                <a:endParaRPr lang="en-AU" sz="1600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A43169A7-4379-4BA6-4ACF-24B47C969791}"/>
                </a:ext>
              </a:extLst>
            </p:cNvPr>
            <p:cNvGrpSpPr/>
            <p:nvPr/>
          </p:nvGrpSpPr>
          <p:grpSpPr>
            <a:xfrm>
              <a:off x="1332291" y="3615123"/>
              <a:ext cx="1762964" cy="1497772"/>
              <a:chOff x="1332290" y="3615123"/>
              <a:chExt cx="2431985" cy="1497772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070381B3-8ECB-C4C0-2864-E3A6D74892A8}"/>
                  </a:ext>
                </a:extLst>
              </p:cNvPr>
              <p:cNvSpPr/>
              <p:nvPr/>
            </p:nvSpPr>
            <p:spPr>
              <a:xfrm>
                <a:off x="1332290" y="3615123"/>
                <a:ext cx="2431985" cy="1355229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E410A48-605E-D626-5F55-DCE88E37207B}"/>
                  </a:ext>
                </a:extLst>
              </p:cNvPr>
              <p:cNvSpPr txBox="1"/>
              <p:nvPr/>
            </p:nvSpPr>
            <p:spPr>
              <a:xfrm>
                <a:off x="1642073" y="3666346"/>
                <a:ext cx="1812419" cy="14465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2000" b="1"/>
                  <a:t>Main Memory </a:t>
                </a:r>
                <a:br>
                  <a:rPr lang="en-CA" sz="2000" b="1"/>
                </a:br>
                <a:r>
                  <a:rPr lang="en-CA" sz="2000" b="1"/>
                  <a:t>RAM</a:t>
                </a:r>
                <a:br>
                  <a:rPr lang="en-CA" sz="1600"/>
                </a:br>
                <a:r>
                  <a:rPr lang="en-CA" sz="1600"/>
                  <a:t>Random Access</a:t>
                </a:r>
                <a:br>
                  <a:rPr lang="en-CA" sz="1600"/>
                </a:br>
                <a:r>
                  <a:rPr lang="en-CA" sz="1600"/>
                  <a:t>Memory</a:t>
                </a:r>
                <a:br>
                  <a:rPr lang="en-CA" sz="1600"/>
                </a:br>
                <a:endParaRPr lang="en-AU" sz="1600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4009F340-E0C5-4C16-9EC0-D7200C5BF59D}"/>
                </a:ext>
              </a:extLst>
            </p:cNvPr>
            <p:cNvGrpSpPr/>
            <p:nvPr/>
          </p:nvGrpSpPr>
          <p:grpSpPr>
            <a:xfrm>
              <a:off x="3843980" y="2461832"/>
              <a:ext cx="1736757" cy="1355229"/>
              <a:chOff x="4911505" y="2191693"/>
              <a:chExt cx="1736757" cy="1619062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B1EB3134-D8A8-CAAB-AE7A-EA44B6859B3F}"/>
                  </a:ext>
                </a:extLst>
              </p:cNvPr>
              <p:cNvSpPr/>
              <p:nvPr/>
            </p:nvSpPr>
            <p:spPr>
              <a:xfrm>
                <a:off x="4911505" y="2191693"/>
                <a:ext cx="1736757" cy="161906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709DDE2-385E-5089-30FB-920A0B0F27A3}"/>
                  </a:ext>
                </a:extLst>
              </p:cNvPr>
              <p:cNvSpPr txBox="1"/>
              <p:nvPr/>
            </p:nvSpPr>
            <p:spPr>
              <a:xfrm>
                <a:off x="5265962" y="2395623"/>
                <a:ext cx="1027845" cy="10663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2000" b="1"/>
                  <a:t>I/O</a:t>
                </a:r>
                <a:br>
                  <a:rPr lang="en-CA" sz="1600"/>
                </a:br>
                <a:r>
                  <a:rPr lang="en-CA" sz="1600"/>
                  <a:t>Input and</a:t>
                </a:r>
                <a:br>
                  <a:rPr lang="en-CA" sz="1600"/>
                </a:br>
                <a:r>
                  <a:rPr lang="en-CA" sz="1600"/>
                  <a:t>Output</a:t>
                </a:r>
                <a:endParaRPr lang="en-AU" sz="1600"/>
              </a:p>
            </p:txBody>
          </p:sp>
        </p:grpSp>
        <p:sp>
          <p:nvSpPr>
            <p:cNvPr id="18" name="Arrow: Left-Right 17">
              <a:extLst>
                <a:ext uri="{FF2B5EF4-FFF2-40B4-BE49-F238E27FC236}">
                  <a16:creationId xmlns:a16="http://schemas.microsoft.com/office/drawing/2014/main" id="{4974C57B-6738-A480-36E1-BF34EF9C79F1}"/>
                </a:ext>
              </a:extLst>
            </p:cNvPr>
            <p:cNvSpPr/>
            <p:nvPr/>
          </p:nvSpPr>
          <p:spPr>
            <a:xfrm rot="1500180">
              <a:off x="3174842" y="2097534"/>
              <a:ext cx="634673" cy="303801"/>
            </a:xfrm>
            <a:prstGeom prst="left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E7C6BDF-914F-273C-A732-BD72CA1F5A5F}"/>
                </a:ext>
              </a:extLst>
            </p:cNvPr>
            <p:cNvSpPr txBox="1"/>
            <p:nvPr/>
          </p:nvSpPr>
          <p:spPr>
            <a:xfrm>
              <a:off x="2364792" y="5259706"/>
              <a:ext cx="23475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/>
                <a:t>Single CPU Computer</a:t>
              </a:r>
              <a:endParaRPr lang="en-AU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0A2CF7E-3D03-958A-2547-B81CEA273DD5}"/>
              </a:ext>
            </a:extLst>
          </p:cNvPr>
          <p:cNvSpPr txBox="1"/>
          <p:nvPr/>
        </p:nvSpPr>
        <p:spPr>
          <a:xfrm>
            <a:off x="3048000" y="157782"/>
            <a:ext cx="3677265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/>
              <a:t>CPU</a:t>
            </a:r>
            <a:r>
              <a:rPr lang="en-CA"/>
              <a:t> is the “brain” of the computer.</a:t>
            </a:r>
            <a:br>
              <a:rPr lang="en-CA"/>
            </a:br>
            <a:r>
              <a:rPr lang="en-CA"/>
              <a:t>Does basic arithmetic, logic, reads/writes memory, ….</a:t>
            </a:r>
            <a:endParaRPr lang="en-AU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AEE9D6F-FB54-A221-F059-E9310864A7B9}"/>
              </a:ext>
            </a:extLst>
          </p:cNvPr>
          <p:cNvCxnSpPr>
            <a:stCxn id="2" idx="1"/>
          </p:cNvCxnSpPr>
          <p:nvPr/>
        </p:nvCxnSpPr>
        <p:spPr>
          <a:xfrm flipH="1">
            <a:off x="2222090" y="619447"/>
            <a:ext cx="825910" cy="7472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27D37F9-015E-EA1E-195B-12FCC2685A84}"/>
              </a:ext>
            </a:extLst>
          </p:cNvPr>
          <p:cNvSpPr txBox="1"/>
          <p:nvPr/>
        </p:nvSpPr>
        <p:spPr>
          <a:xfrm>
            <a:off x="7182465" y="157782"/>
            <a:ext cx="3677265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/>
              <a:t>CPUs</a:t>
            </a:r>
            <a:r>
              <a:rPr lang="en-CA"/>
              <a:t> in a phone or laptop are very fast, e.g. they perform billions of low-level instructions per second.</a:t>
            </a:r>
            <a:endParaRPr lang="en-AU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92F727D-67E0-C58E-3DA4-E275B1D16ECB}"/>
              </a:ext>
            </a:extLst>
          </p:cNvPr>
          <p:cNvCxnSpPr>
            <a:cxnSpLocks/>
            <a:stCxn id="17" idx="1"/>
            <a:endCxn id="2" idx="3"/>
          </p:cNvCxnSpPr>
          <p:nvPr/>
        </p:nvCxnSpPr>
        <p:spPr>
          <a:xfrm flipH="1">
            <a:off x="6725265" y="619447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8D3A4B5-7465-DD83-651F-EAE033E6140F}"/>
              </a:ext>
            </a:extLst>
          </p:cNvPr>
          <p:cNvSpPr txBox="1"/>
          <p:nvPr/>
        </p:nvSpPr>
        <p:spPr>
          <a:xfrm>
            <a:off x="4629435" y="4590868"/>
            <a:ext cx="2933130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/>
              <a:t>Main memory </a:t>
            </a:r>
            <a:r>
              <a:rPr lang="en-CA"/>
              <a:t>is “short term memory” where data and instructions are stored.</a:t>
            </a:r>
            <a:endParaRPr lang="en-AU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6DEECDA-DD86-BC6E-7E2D-122B2D492D75}"/>
              </a:ext>
            </a:extLst>
          </p:cNvPr>
          <p:cNvCxnSpPr>
            <a:cxnSpLocks/>
            <a:stCxn id="3" idx="1"/>
            <a:endCxn id="6" idx="3"/>
          </p:cNvCxnSpPr>
          <p:nvPr/>
        </p:nvCxnSpPr>
        <p:spPr>
          <a:xfrm flipH="1" flipV="1">
            <a:off x="2850811" y="4350515"/>
            <a:ext cx="1778624" cy="7020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315FD13-8799-88FA-2FDD-B0F72B485BF6}"/>
              </a:ext>
            </a:extLst>
          </p:cNvPr>
          <p:cNvSpPr txBox="1"/>
          <p:nvPr/>
        </p:nvSpPr>
        <p:spPr>
          <a:xfrm>
            <a:off x="4629435" y="5776888"/>
            <a:ext cx="2933130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Laptops and phones usually have large amounts of fast main memory.</a:t>
            </a:r>
            <a:endParaRPr lang="en-AU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8A4F0CD-BEE7-ED70-8719-C264B40A0538}"/>
              </a:ext>
            </a:extLst>
          </p:cNvPr>
          <p:cNvCxnSpPr>
            <a:cxnSpLocks/>
            <a:stCxn id="25" idx="0"/>
            <a:endCxn id="3" idx="2"/>
          </p:cNvCxnSpPr>
          <p:nvPr/>
        </p:nvCxnSpPr>
        <p:spPr>
          <a:xfrm flipV="1">
            <a:off x="6096000" y="5514198"/>
            <a:ext cx="0" cy="2626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DBB06DEB-180D-F43B-9FA2-630D562D2DCB}"/>
              </a:ext>
            </a:extLst>
          </p:cNvPr>
          <p:cNvSpPr/>
          <p:nvPr/>
        </p:nvSpPr>
        <p:spPr>
          <a:xfrm>
            <a:off x="777093" y="3490988"/>
            <a:ext cx="2287588" cy="153350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D5D4858-FA76-5488-7713-BBF8AD6AA56A}"/>
              </a:ext>
            </a:extLst>
          </p:cNvPr>
          <p:cNvSpPr txBox="1"/>
          <p:nvPr/>
        </p:nvSpPr>
        <p:spPr>
          <a:xfrm>
            <a:off x="8099188" y="5191032"/>
            <a:ext cx="2933130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RAM is usually erased when you turn the computer off.</a:t>
            </a:r>
            <a:endParaRPr lang="en-AU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5832B4B-BB98-3F0D-DC8D-E1667BA74FA8}"/>
              </a:ext>
            </a:extLst>
          </p:cNvPr>
          <p:cNvCxnSpPr>
            <a:cxnSpLocks/>
            <a:stCxn id="22" idx="1"/>
            <a:endCxn id="3" idx="3"/>
          </p:cNvCxnSpPr>
          <p:nvPr/>
        </p:nvCxnSpPr>
        <p:spPr>
          <a:xfrm flipH="1" flipV="1">
            <a:off x="7562565" y="5052533"/>
            <a:ext cx="536623" cy="4616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80FE6076-FB2D-9DDF-0D0D-9350979775D3}"/>
                  </a:ext>
                </a:extLst>
              </p14:cNvPr>
              <p14:cNvContentPartPr/>
              <p14:nvPr/>
            </p14:nvContentPartPr>
            <p14:xfrm>
              <a:off x="6483240" y="4812480"/>
              <a:ext cx="5256360" cy="169668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80FE6076-FB2D-9DDF-0D0D-9350979775D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73880" y="4803120"/>
                <a:ext cx="5275080" cy="1715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252395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526F6-2644-68E1-9FE1-4760C1FF9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14</a:t>
            </a:fld>
            <a:endParaRPr lang="en-AU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09F6DAF-69E0-4240-4CB0-A656E8166D93}"/>
              </a:ext>
            </a:extLst>
          </p:cNvPr>
          <p:cNvGrpSpPr/>
          <p:nvPr/>
        </p:nvGrpSpPr>
        <p:grpSpPr>
          <a:xfrm>
            <a:off x="851027" y="1252834"/>
            <a:ext cx="4662534" cy="4433981"/>
            <a:chOff x="1095471" y="1195057"/>
            <a:chExt cx="4662534" cy="443398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1B88D45-8E57-62FD-AEF7-79C61C6FB2E6}"/>
                </a:ext>
              </a:extLst>
            </p:cNvPr>
            <p:cNvSpPr/>
            <p:nvPr/>
          </p:nvSpPr>
          <p:spPr>
            <a:xfrm>
              <a:off x="1095471" y="1195057"/>
              <a:ext cx="4662534" cy="391783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8" name="Arrow: Left-Right 7">
              <a:extLst>
                <a:ext uri="{FF2B5EF4-FFF2-40B4-BE49-F238E27FC236}">
                  <a16:creationId xmlns:a16="http://schemas.microsoft.com/office/drawing/2014/main" id="{20BD7AF2-6231-9467-624B-9A66E9036667}"/>
                </a:ext>
              </a:extLst>
            </p:cNvPr>
            <p:cNvSpPr/>
            <p:nvPr/>
          </p:nvSpPr>
          <p:spPr>
            <a:xfrm rot="5400000">
              <a:off x="1871627" y="3067388"/>
              <a:ext cx="684292" cy="280658"/>
            </a:xfrm>
            <a:prstGeom prst="left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4BABEC9-26A1-8927-D4BE-3905793EAF3C}"/>
                </a:ext>
              </a:extLst>
            </p:cNvPr>
            <p:cNvGrpSpPr/>
            <p:nvPr/>
          </p:nvGrpSpPr>
          <p:grpSpPr>
            <a:xfrm>
              <a:off x="1358498" y="1397323"/>
              <a:ext cx="1736757" cy="1355229"/>
              <a:chOff x="4911505" y="2191693"/>
              <a:chExt cx="1736757" cy="1619062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00B5B5F-D42B-7A88-2E2D-FC9988F2C783}"/>
                  </a:ext>
                </a:extLst>
              </p:cNvPr>
              <p:cNvSpPr/>
              <p:nvPr/>
            </p:nvSpPr>
            <p:spPr>
              <a:xfrm>
                <a:off x="4911505" y="2191693"/>
                <a:ext cx="1736757" cy="161906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D409C56-D16B-9D60-A28F-140EDC33F944}"/>
                  </a:ext>
                </a:extLst>
              </p:cNvPr>
              <p:cNvSpPr txBox="1"/>
              <p:nvPr/>
            </p:nvSpPr>
            <p:spPr>
              <a:xfrm>
                <a:off x="5180200" y="2395623"/>
                <a:ext cx="1199366" cy="11387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2000" b="1"/>
                  <a:t>CPU</a:t>
                </a:r>
                <a:br>
                  <a:rPr lang="en-CA" sz="1600"/>
                </a:br>
                <a:r>
                  <a:rPr lang="en-CA" sz="1600"/>
                  <a:t>Central </a:t>
                </a:r>
                <a:br>
                  <a:rPr lang="en-CA" sz="1600"/>
                </a:br>
                <a:r>
                  <a:rPr lang="en-CA" sz="1600"/>
                  <a:t>Processing </a:t>
                </a:r>
                <a:br>
                  <a:rPr lang="en-CA" sz="1600"/>
                </a:br>
                <a:r>
                  <a:rPr lang="en-CA" sz="1600"/>
                  <a:t>Unit</a:t>
                </a:r>
                <a:endParaRPr lang="en-AU" sz="1600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A43169A7-4379-4BA6-4ACF-24B47C969791}"/>
                </a:ext>
              </a:extLst>
            </p:cNvPr>
            <p:cNvGrpSpPr/>
            <p:nvPr/>
          </p:nvGrpSpPr>
          <p:grpSpPr>
            <a:xfrm>
              <a:off x="1332291" y="3615123"/>
              <a:ext cx="1762964" cy="1497772"/>
              <a:chOff x="1332290" y="3615123"/>
              <a:chExt cx="2431985" cy="1497772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070381B3-8ECB-C4C0-2864-E3A6D74892A8}"/>
                  </a:ext>
                </a:extLst>
              </p:cNvPr>
              <p:cNvSpPr/>
              <p:nvPr/>
            </p:nvSpPr>
            <p:spPr>
              <a:xfrm>
                <a:off x="1332290" y="3615123"/>
                <a:ext cx="2431985" cy="1355229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E410A48-605E-D626-5F55-DCE88E37207B}"/>
                  </a:ext>
                </a:extLst>
              </p:cNvPr>
              <p:cNvSpPr txBox="1"/>
              <p:nvPr/>
            </p:nvSpPr>
            <p:spPr>
              <a:xfrm>
                <a:off x="1642073" y="3666346"/>
                <a:ext cx="1812419" cy="14465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2000" b="1"/>
                  <a:t>Main Memory </a:t>
                </a:r>
                <a:br>
                  <a:rPr lang="en-CA" sz="2000" b="1"/>
                </a:br>
                <a:r>
                  <a:rPr lang="en-CA" sz="2000" b="1"/>
                  <a:t>RAM</a:t>
                </a:r>
                <a:br>
                  <a:rPr lang="en-CA" sz="1600"/>
                </a:br>
                <a:r>
                  <a:rPr lang="en-CA" sz="1600"/>
                  <a:t>Random Access</a:t>
                </a:r>
                <a:br>
                  <a:rPr lang="en-CA" sz="1600"/>
                </a:br>
                <a:r>
                  <a:rPr lang="en-CA" sz="1600"/>
                  <a:t>Memory</a:t>
                </a:r>
                <a:br>
                  <a:rPr lang="en-CA" sz="1600"/>
                </a:br>
                <a:endParaRPr lang="en-AU" sz="1600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4009F340-E0C5-4C16-9EC0-D7200C5BF59D}"/>
                </a:ext>
              </a:extLst>
            </p:cNvPr>
            <p:cNvGrpSpPr/>
            <p:nvPr/>
          </p:nvGrpSpPr>
          <p:grpSpPr>
            <a:xfrm>
              <a:off x="3843980" y="2461832"/>
              <a:ext cx="1736757" cy="1355229"/>
              <a:chOff x="4911505" y="2191693"/>
              <a:chExt cx="1736757" cy="1619062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B1EB3134-D8A8-CAAB-AE7A-EA44B6859B3F}"/>
                  </a:ext>
                </a:extLst>
              </p:cNvPr>
              <p:cNvSpPr/>
              <p:nvPr/>
            </p:nvSpPr>
            <p:spPr>
              <a:xfrm>
                <a:off x="4911505" y="2191693"/>
                <a:ext cx="1736757" cy="161906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709DDE2-385E-5089-30FB-920A0B0F27A3}"/>
                  </a:ext>
                </a:extLst>
              </p:cNvPr>
              <p:cNvSpPr txBox="1"/>
              <p:nvPr/>
            </p:nvSpPr>
            <p:spPr>
              <a:xfrm>
                <a:off x="5265962" y="2395623"/>
                <a:ext cx="1027845" cy="10663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2000" b="1"/>
                  <a:t>I/O</a:t>
                </a:r>
                <a:br>
                  <a:rPr lang="en-CA" sz="1600"/>
                </a:br>
                <a:r>
                  <a:rPr lang="en-CA" sz="1600"/>
                  <a:t>Input and</a:t>
                </a:r>
                <a:br>
                  <a:rPr lang="en-CA" sz="1600"/>
                </a:br>
                <a:r>
                  <a:rPr lang="en-CA" sz="1600"/>
                  <a:t>Output</a:t>
                </a:r>
                <a:endParaRPr lang="en-AU" sz="1600"/>
              </a:p>
            </p:txBody>
          </p:sp>
        </p:grpSp>
        <p:sp>
          <p:nvSpPr>
            <p:cNvPr id="18" name="Arrow: Left-Right 17">
              <a:extLst>
                <a:ext uri="{FF2B5EF4-FFF2-40B4-BE49-F238E27FC236}">
                  <a16:creationId xmlns:a16="http://schemas.microsoft.com/office/drawing/2014/main" id="{4974C57B-6738-A480-36E1-BF34EF9C79F1}"/>
                </a:ext>
              </a:extLst>
            </p:cNvPr>
            <p:cNvSpPr/>
            <p:nvPr/>
          </p:nvSpPr>
          <p:spPr>
            <a:xfrm rot="1500180">
              <a:off x="3174842" y="2097534"/>
              <a:ext cx="634673" cy="303801"/>
            </a:xfrm>
            <a:prstGeom prst="left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E7C6BDF-914F-273C-A732-BD72CA1F5A5F}"/>
                </a:ext>
              </a:extLst>
            </p:cNvPr>
            <p:cNvSpPr txBox="1"/>
            <p:nvPr/>
          </p:nvSpPr>
          <p:spPr>
            <a:xfrm>
              <a:off x="2364792" y="5259706"/>
              <a:ext cx="23475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/>
                <a:t>Single CPU Computer</a:t>
              </a:r>
              <a:endParaRPr lang="en-AU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0A2CF7E-3D03-958A-2547-B81CEA273DD5}"/>
              </a:ext>
            </a:extLst>
          </p:cNvPr>
          <p:cNvSpPr txBox="1"/>
          <p:nvPr/>
        </p:nvSpPr>
        <p:spPr>
          <a:xfrm>
            <a:off x="3048000" y="157782"/>
            <a:ext cx="3677265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/>
              <a:t>CPU</a:t>
            </a:r>
            <a:r>
              <a:rPr lang="en-CA"/>
              <a:t> is the “brain” of the computer.</a:t>
            </a:r>
            <a:br>
              <a:rPr lang="en-CA"/>
            </a:br>
            <a:r>
              <a:rPr lang="en-CA"/>
              <a:t>Does basic arithmetic, logic, reads/writes memory, ….</a:t>
            </a:r>
            <a:endParaRPr lang="en-AU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AEE9D6F-FB54-A221-F059-E9310864A7B9}"/>
              </a:ext>
            </a:extLst>
          </p:cNvPr>
          <p:cNvCxnSpPr>
            <a:stCxn id="2" idx="1"/>
          </p:cNvCxnSpPr>
          <p:nvPr/>
        </p:nvCxnSpPr>
        <p:spPr>
          <a:xfrm flipH="1">
            <a:off x="2222090" y="619447"/>
            <a:ext cx="825910" cy="7472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27D37F9-015E-EA1E-195B-12FCC2685A84}"/>
              </a:ext>
            </a:extLst>
          </p:cNvPr>
          <p:cNvSpPr txBox="1"/>
          <p:nvPr/>
        </p:nvSpPr>
        <p:spPr>
          <a:xfrm>
            <a:off x="7182465" y="157782"/>
            <a:ext cx="3677265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/>
              <a:t>CPUs</a:t>
            </a:r>
            <a:r>
              <a:rPr lang="en-CA"/>
              <a:t> in a phone or laptop are very fast, e.g. they perform billions of low-level instructions per second.</a:t>
            </a:r>
            <a:endParaRPr lang="en-AU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92F727D-67E0-C58E-3DA4-E275B1D16ECB}"/>
              </a:ext>
            </a:extLst>
          </p:cNvPr>
          <p:cNvCxnSpPr>
            <a:cxnSpLocks/>
            <a:stCxn id="17" idx="1"/>
            <a:endCxn id="2" idx="3"/>
          </p:cNvCxnSpPr>
          <p:nvPr/>
        </p:nvCxnSpPr>
        <p:spPr>
          <a:xfrm flipH="1">
            <a:off x="6725265" y="619447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8D3A4B5-7465-DD83-651F-EAE033E6140F}"/>
              </a:ext>
            </a:extLst>
          </p:cNvPr>
          <p:cNvSpPr txBox="1"/>
          <p:nvPr/>
        </p:nvSpPr>
        <p:spPr>
          <a:xfrm>
            <a:off x="4629435" y="4590868"/>
            <a:ext cx="2933130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/>
              <a:t>Main memory </a:t>
            </a:r>
            <a:r>
              <a:rPr lang="en-CA"/>
              <a:t>is “short term memory” where data and instructions are stored.</a:t>
            </a:r>
            <a:endParaRPr lang="en-AU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6DEECDA-DD86-BC6E-7E2D-122B2D492D75}"/>
              </a:ext>
            </a:extLst>
          </p:cNvPr>
          <p:cNvCxnSpPr>
            <a:cxnSpLocks/>
            <a:stCxn id="3" idx="1"/>
            <a:endCxn id="6" idx="3"/>
          </p:cNvCxnSpPr>
          <p:nvPr/>
        </p:nvCxnSpPr>
        <p:spPr>
          <a:xfrm flipH="1" flipV="1">
            <a:off x="2850811" y="4350515"/>
            <a:ext cx="1778624" cy="7020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315FD13-8799-88FA-2FDD-B0F72B485BF6}"/>
              </a:ext>
            </a:extLst>
          </p:cNvPr>
          <p:cNvSpPr txBox="1"/>
          <p:nvPr/>
        </p:nvSpPr>
        <p:spPr>
          <a:xfrm>
            <a:off x="4629435" y="5776888"/>
            <a:ext cx="2933130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Laptops and phones usually have large amounts of fast main memory.</a:t>
            </a:r>
            <a:endParaRPr lang="en-AU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8A4F0CD-BEE7-ED70-8719-C264B40A0538}"/>
              </a:ext>
            </a:extLst>
          </p:cNvPr>
          <p:cNvCxnSpPr>
            <a:cxnSpLocks/>
            <a:stCxn id="25" idx="0"/>
            <a:endCxn id="3" idx="2"/>
          </p:cNvCxnSpPr>
          <p:nvPr/>
        </p:nvCxnSpPr>
        <p:spPr>
          <a:xfrm flipV="1">
            <a:off x="6096000" y="5514198"/>
            <a:ext cx="0" cy="2626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7B592AF2-BA45-CC6A-8D40-1DF3F21809CA}"/>
              </a:ext>
            </a:extLst>
          </p:cNvPr>
          <p:cNvSpPr txBox="1"/>
          <p:nvPr/>
        </p:nvSpPr>
        <p:spPr>
          <a:xfrm>
            <a:off x="6096000" y="1573753"/>
            <a:ext cx="2933130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/>
              <a:t>I/O</a:t>
            </a:r>
            <a:r>
              <a:rPr lang="en-CA"/>
              <a:t> refers to input and output devices you could attach a computer to …</a:t>
            </a:r>
            <a:endParaRPr lang="en-AU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7F7B620-56ED-93C7-18FC-F8F59D86D15C}"/>
              </a:ext>
            </a:extLst>
          </p:cNvPr>
          <p:cNvGrpSpPr/>
          <p:nvPr/>
        </p:nvGrpSpPr>
        <p:grpSpPr>
          <a:xfrm>
            <a:off x="5974631" y="2579004"/>
            <a:ext cx="6092931" cy="914400"/>
            <a:chOff x="5911771" y="3227519"/>
            <a:chExt cx="6092931" cy="914400"/>
          </a:xfrm>
        </p:grpSpPr>
        <p:pic>
          <p:nvPicPr>
            <p:cNvPr id="24" name="Graphic 23" descr="Keyboard with solid fill">
              <a:extLst>
                <a:ext uri="{FF2B5EF4-FFF2-40B4-BE49-F238E27FC236}">
                  <a16:creationId xmlns:a16="http://schemas.microsoft.com/office/drawing/2014/main" id="{37B288AF-0AA5-6F36-8609-38E2368A07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911771" y="3227519"/>
              <a:ext cx="914400" cy="914400"/>
            </a:xfrm>
            <a:prstGeom prst="rect">
              <a:avLst/>
            </a:prstGeom>
          </p:spPr>
        </p:pic>
        <p:pic>
          <p:nvPicPr>
            <p:cNvPr id="27" name="Graphic 26" descr="Mouse with solid fill">
              <a:extLst>
                <a:ext uri="{FF2B5EF4-FFF2-40B4-BE49-F238E27FC236}">
                  <a16:creationId xmlns:a16="http://schemas.microsoft.com/office/drawing/2014/main" id="{7A6974D3-C016-83D2-1CCD-403DB10BE61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947477" y="3227519"/>
              <a:ext cx="914400" cy="914400"/>
            </a:xfrm>
            <a:prstGeom prst="rect">
              <a:avLst/>
            </a:prstGeom>
          </p:spPr>
        </p:pic>
        <p:pic>
          <p:nvPicPr>
            <p:cNvPr id="28" name="Graphic 27" descr="Monitor with solid fill">
              <a:extLst>
                <a:ext uri="{FF2B5EF4-FFF2-40B4-BE49-F238E27FC236}">
                  <a16:creationId xmlns:a16="http://schemas.microsoft.com/office/drawing/2014/main" id="{C3E33BAD-2272-9477-664E-243203C67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983183" y="3227519"/>
              <a:ext cx="914400" cy="914400"/>
            </a:xfrm>
            <a:prstGeom prst="rect">
              <a:avLst/>
            </a:prstGeom>
          </p:spPr>
        </p:pic>
        <p:pic>
          <p:nvPicPr>
            <p:cNvPr id="29" name="Graphic 28" descr="Syncing cloud with solid fill">
              <a:extLst>
                <a:ext uri="{FF2B5EF4-FFF2-40B4-BE49-F238E27FC236}">
                  <a16:creationId xmlns:a16="http://schemas.microsoft.com/office/drawing/2014/main" id="{47533A13-357F-A175-55CE-DB0FC9415BB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018889" y="3227519"/>
              <a:ext cx="914400" cy="914400"/>
            </a:xfrm>
            <a:prstGeom prst="rect">
              <a:avLst/>
            </a:prstGeom>
          </p:spPr>
        </p:pic>
        <p:pic>
          <p:nvPicPr>
            <p:cNvPr id="30" name="Graphic 29" descr="Virtual Reality headset with solid fill">
              <a:extLst>
                <a:ext uri="{FF2B5EF4-FFF2-40B4-BE49-F238E27FC236}">
                  <a16:creationId xmlns:a16="http://schemas.microsoft.com/office/drawing/2014/main" id="{DCD65CF6-5C39-79D5-C6B1-6266BCDFD58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054595" y="3227519"/>
              <a:ext cx="914400" cy="914400"/>
            </a:xfrm>
            <a:prstGeom prst="rect">
              <a:avLst/>
            </a:prstGeom>
          </p:spPr>
        </p:pic>
        <p:pic>
          <p:nvPicPr>
            <p:cNvPr id="33" name="Graphic 32" descr="Watch with solid fill">
              <a:extLst>
                <a:ext uri="{FF2B5EF4-FFF2-40B4-BE49-F238E27FC236}">
                  <a16:creationId xmlns:a16="http://schemas.microsoft.com/office/drawing/2014/main" id="{922922A4-2AF9-40B3-5018-D626B2BE082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1090302" y="3227519"/>
              <a:ext cx="914400" cy="914400"/>
            </a:xfrm>
            <a:prstGeom prst="rect">
              <a:avLst/>
            </a:prstGeom>
          </p:spPr>
        </p:pic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0DDB3E2A-B901-9457-5E6C-B8AB35FE1C19}"/>
              </a:ext>
            </a:extLst>
          </p:cNvPr>
          <p:cNvSpPr txBox="1"/>
          <p:nvPr/>
        </p:nvSpPr>
        <p:spPr>
          <a:xfrm>
            <a:off x="9029130" y="3310942"/>
            <a:ext cx="967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Internet</a:t>
            </a:r>
            <a:endParaRPr lang="en-AU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5197FD0-4464-51F0-280B-75E00C48D73F}"/>
              </a:ext>
            </a:extLst>
          </p:cNvPr>
          <p:cNvSpPr txBox="1"/>
          <p:nvPr/>
        </p:nvSpPr>
        <p:spPr>
          <a:xfrm>
            <a:off x="10048768" y="3310942"/>
            <a:ext cx="1260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VR goggles</a:t>
            </a:r>
            <a:endParaRPr lang="en-AU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422561C-A5EF-7413-C0BE-5AD5EA9B3CCC}"/>
              </a:ext>
            </a:extLst>
          </p:cNvPr>
          <p:cNvSpPr txBox="1"/>
          <p:nvPr/>
        </p:nvSpPr>
        <p:spPr>
          <a:xfrm>
            <a:off x="8542633" y="3760753"/>
            <a:ext cx="3385678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/>
              <a:t>Not all computers have screens or keyboards or mice! </a:t>
            </a:r>
            <a:br>
              <a:rPr lang="en-CA" b="1"/>
            </a:br>
            <a:r>
              <a:rPr lang="en-CA"/>
              <a:t>E.g. computer that controls stop lights at an intersection.</a:t>
            </a:r>
            <a:endParaRPr lang="en-AU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F7828C4-0DDC-6999-9762-8C43C5FB479B}"/>
              </a:ext>
            </a:extLst>
          </p:cNvPr>
          <p:cNvSpPr/>
          <p:nvPr/>
        </p:nvSpPr>
        <p:spPr>
          <a:xfrm>
            <a:off x="3311881" y="2369830"/>
            <a:ext cx="2287588" cy="153350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C5E5E3B-C4D8-6A66-B198-FE059F8C05F0}"/>
              </a:ext>
            </a:extLst>
          </p:cNvPr>
          <p:cNvSpPr txBox="1"/>
          <p:nvPr/>
        </p:nvSpPr>
        <p:spPr>
          <a:xfrm>
            <a:off x="8099188" y="5191032"/>
            <a:ext cx="2933130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RAM is usually erased when you turn the computer off.</a:t>
            </a:r>
            <a:endParaRPr lang="en-AU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A1EA2D5-ED4A-ECF5-3F69-160B3E516558}"/>
              </a:ext>
            </a:extLst>
          </p:cNvPr>
          <p:cNvCxnSpPr>
            <a:cxnSpLocks/>
            <a:stCxn id="22" idx="1"/>
          </p:cNvCxnSpPr>
          <p:nvPr/>
        </p:nvCxnSpPr>
        <p:spPr>
          <a:xfrm flipH="1" flipV="1">
            <a:off x="7562565" y="5052533"/>
            <a:ext cx="536623" cy="4616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317BF5AF-99F0-371C-8DD9-FD3B1A2299E6}"/>
                  </a:ext>
                </a:extLst>
              </p14:cNvPr>
              <p14:cNvContentPartPr/>
              <p14:nvPr/>
            </p14:nvContentPartPr>
            <p14:xfrm>
              <a:off x="6095880" y="3467160"/>
              <a:ext cx="5588640" cy="24804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317BF5AF-99F0-371C-8DD9-FD3B1A2299E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086520" y="3457800"/>
                <a:ext cx="5607360" cy="266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66695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EF27F-922A-CA93-D020-428986CDE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E3A94D-0620-8B6E-46B4-5B70339D2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15</a:t>
            </a:fld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B5DC18-53D8-BEA7-7620-FBC70FEF33C7}"/>
              </a:ext>
            </a:extLst>
          </p:cNvPr>
          <p:cNvSpPr/>
          <p:nvPr/>
        </p:nvSpPr>
        <p:spPr>
          <a:xfrm>
            <a:off x="349581" y="1390486"/>
            <a:ext cx="4662534" cy="391783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0650D13-B135-19AD-3796-05A021389521}"/>
              </a:ext>
            </a:extLst>
          </p:cNvPr>
          <p:cNvSpPr txBox="1"/>
          <p:nvPr/>
        </p:nvSpPr>
        <p:spPr>
          <a:xfrm>
            <a:off x="1618902" y="5455135"/>
            <a:ext cx="2170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Main Memory (RAM)</a:t>
            </a:r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22697D-6AC5-9169-E951-96C06C01CD8F}"/>
              </a:ext>
            </a:extLst>
          </p:cNvPr>
          <p:cNvSpPr txBox="1"/>
          <p:nvPr/>
        </p:nvSpPr>
        <p:spPr>
          <a:xfrm>
            <a:off x="513311" y="1791663"/>
            <a:ext cx="4381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0100111010110000111010100110100110</a:t>
            </a:r>
            <a:endParaRPr lang="en-A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C8EFC9-6C2E-73E3-A71C-FF8ED7AEBB08}"/>
              </a:ext>
            </a:extLst>
          </p:cNvPr>
          <p:cNvSpPr txBox="1"/>
          <p:nvPr/>
        </p:nvSpPr>
        <p:spPr>
          <a:xfrm>
            <a:off x="513311" y="2192840"/>
            <a:ext cx="4381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1111101000100010110011011100100100</a:t>
            </a:r>
            <a:endParaRPr lang="en-A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A19329-6389-6ECE-FE4A-1A42B356E1F1}"/>
              </a:ext>
            </a:extLst>
          </p:cNvPr>
          <p:cNvSpPr txBox="1"/>
          <p:nvPr/>
        </p:nvSpPr>
        <p:spPr>
          <a:xfrm>
            <a:off x="490184" y="2601074"/>
            <a:ext cx="4381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0010001110111100000110100011101011</a:t>
            </a:r>
            <a:endParaRPr lang="en-A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50343CC-EAC5-6961-2510-1787C5B86084}"/>
              </a:ext>
            </a:extLst>
          </p:cNvPr>
          <p:cNvSpPr txBox="1"/>
          <p:nvPr/>
        </p:nvSpPr>
        <p:spPr>
          <a:xfrm>
            <a:off x="513311" y="3041153"/>
            <a:ext cx="4381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1110101010111100100001111110000000</a:t>
            </a:r>
            <a:endParaRPr lang="en-A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D265B81-3CD6-49E5-3B2A-70095A39509C}"/>
              </a:ext>
            </a:extLst>
          </p:cNvPr>
          <p:cNvSpPr txBox="1"/>
          <p:nvPr/>
        </p:nvSpPr>
        <p:spPr>
          <a:xfrm>
            <a:off x="513311" y="3488289"/>
            <a:ext cx="4381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0100001001011110111111010011100000</a:t>
            </a:r>
            <a:endParaRPr lang="en-AU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5B90165-981E-AD8A-5049-80DA1698B2BC}"/>
              </a:ext>
            </a:extLst>
          </p:cNvPr>
          <p:cNvSpPr txBox="1"/>
          <p:nvPr/>
        </p:nvSpPr>
        <p:spPr>
          <a:xfrm>
            <a:off x="2513057" y="4102336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…</a:t>
            </a:r>
            <a:endParaRPr lang="en-A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9315A36-BEC5-4BEC-421B-E95C82F402B8}"/>
              </a:ext>
            </a:extLst>
          </p:cNvPr>
          <p:cNvSpPr txBox="1"/>
          <p:nvPr/>
        </p:nvSpPr>
        <p:spPr>
          <a:xfrm>
            <a:off x="5307084" y="459219"/>
            <a:ext cx="3119162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At the lowest level, we imagine </a:t>
            </a:r>
            <a:r>
              <a:rPr lang="en-CA" b="1"/>
              <a:t>main memory </a:t>
            </a:r>
            <a:r>
              <a:rPr lang="en-CA"/>
              <a:t>(</a:t>
            </a:r>
            <a:r>
              <a:rPr lang="en-CA" b="1"/>
              <a:t>RAM</a:t>
            </a:r>
            <a:r>
              <a:rPr lang="en-CA"/>
              <a:t>) consists of many 0/1 bits.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503762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91703-8620-7A2F-EAA0-105EB420F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B1C01F-236F-A12B-D855-8302291DA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16</a:t>
            </a:fld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735F1B-D9C5-AC1F-1117-0124AA5136B0}"/>
              </a:ext>
            </a:extLst>
          </p:cNvPr>
          <p:cNvSpPr/>
          <p:nvPr/>
        </p:nvSpPr>
        <p:spPr>
          <a:xfrm>
            <a:off x="349581" y="1390486"/>
            <a:ext cx="4662534" cy="391783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A229501-E425-2227-CA43-3465505C9896}"/>
              </a:ext>
            </a:extLst>
          </p:cNvPr>
          <p:cNvSpPr txBox="1"/>
          <p:nvPr/>
        </p:nvSpPr>
        <p:spPr>
          <a:xfrm>
            <a:off x="1618902" y="5455135"/>
            <a:ext cx="2170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Main Memory (RAM)</a:t>
            </a:r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C86273-9DB7-858D-438B-4EE78176D89F}"/>
              </a:ext>
            </a:extLst>
          </p:cNvPr>
          <p:cNvSpPr txBox="1"/>
          <p:nvPr/>
        </p:nvSpPr>
        <p:spPr>
          <a:xfrm>
            <a:off x="513311" y="1791663"/>
            <a:ext cx="4381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0100111010110000111010100110100110</a:t>
            </a:r>
            <a:endParaRPr lang="en-A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5CA998-F081-7F78-DA37-43CECEE373CD}"/>
              </a:ext>
            </a:extLst>
          </p:cNvPr>
          <p:cNvSpPr txBox="1"/>
          <p:nvPr/>
        </p:nvSpPr>
        <p:spPr>
          <a:xfrm>
            <a:off x="513311" y="2192840"/>
            <a:ext cx="4381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1111101000100010110011011100100100</a:t>
            </a:r>
            <a:endParaRPr lang="en-A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61D375-1286-CD31-71EB-A0D2C12CE472}"/>
              </a:ext>
            </a:extLst>
          </p:cNvPr>
          <p:cNvSpPr txBox="1"/>
          <p:nvPr/>
        </p:nvSpPr>
        <p:spPr>
          <a:xfrm>
            <a:off x="490184" y="2601074"/>
            <a:ext cx="4381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0010001110111100000110100011101011</a:t>
            </a:r>
            <a:endParaRPr lang="en-A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5EB18B-675D-6317-B0A8-FC98808D7362}"/>
              </a:ext>
            </a:extLst>
          </p:cNvPr>
          <p:cNvSpPr txBox="1"/>
          <p:nvPr/>
        </p:nvSpPr>
        <p:spPr>
          <a:xfrm>
            <a:off x="513311" y="3041153"/>
            <a:ext cx="4381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1110101010111100100001111110000000</a:t>
            </a:r>
            <a:endParaRPr lang="en-A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BBBF621-0EB3-2E57-E1AC-B1D8D2B2C007}"/>
              </a:ext>
            </a:extLst>
          </p:cNvPr>
          <p:cNvSpPr txBox="1"/>
          <p:nvPr/>
        </p:nvSpPr>
        <p:spPr>
          <a:xfrm>
            <a:off x="513311" y="3488289"/>
            <a:ext cx="4381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0100001001011110111111010011100000</a:t>
            </a:r>
            <a:endParaRPr lang="en-AU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893E39A-D9E2-C68E-D35E-C8AFF856EEC5}"/>
              </a:ext>
            </a:extLst>
          </p:cNvPr>
          <p:cNvSpPr txBox="1"/>
          <p:nvPr/>
        </p:nvSpPr>
        <p:spPr>
          <a:xfrm>
            <a:off x="2513057" y="4102336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…</a:t>
            </a:r>
            <a:endParaRPr lang="en-A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689B1C2-0AFE-4AC7-515A-3A947BEEA537}"/>
              </a:ext>
            </a:extLst>
          </p:cNvPr>
          <p:cNvSpPr txBox="1"/>
          <p:nvPr/>
        </p:nvSpPr>
        <p:spPr>
          <a:xfrm>
            <a:off x="5307084" y="459219"/>
            <a:ext cx="3119162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At the lowest level, we imagine </a:t>
            </a:r>
            <a:r>
              <a:rPr lang="en-CA" b="1"/>
              <a:t>main memory </a:t>
            </a:r>
            <a:r>
              <a:rPr lang="en-CA"/>
              <a:t>(</a:t>
            </a:r>
            <a:r>
              <a:rPr lang="en-CA" b="1"/>
              <a:t>RAM</a:t>
            </a:r>
            <a:r>
              <a:rPr lang="en-CA"/>
              <a:t>) consists of many 0/1 bits.</a:t>
            </a:r>
            <a:endParaRPr lang="en-AU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C75F124-0F88-B318-86DA-025F840D9400}"/>
              </a:ext>
            </a:extLst>
          </p:cNvPr>
          <p:cNvSpPr txBox="1"/>
          <p:nvPr/>
        </p:nvSpPr>
        <p:spPr>
          <a:xfrm>
            <a:off x="8721215" y="459219"/>
            <a:ext cx="3119162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16 megabytes of RAM has </a:t>
            </a:r>
            <a:br>
              <a:rPr lang="en-CA"/>
            </a:br>
            <a:r>
              <a:rPr lang="en-CA"/>
              <a:t>8 * 16 * 1000000 bits</a:t>
            </a:r>
            <a:br>
              <a:rPr lang="en-CA"/>
            </a:br>
            <a:r>
              <a:rPr lang="en-CA"/>
              <a:t>= 128,000,000 bits</a:t>
            </a:r>
            <a:endParaRPr lang="en-AU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A6D36E3-1AC5-E340-612E-6A0C2D6D9ED4}"/>
              </a:ext>
            </a:extLst>
          </p:cNvPr>
          <p:cNvSpPr txBox="1"/>
          <p:nvPr/>
        </p:nvSpPr>
        <p:spPr>
          <a:xfrm>
            <a:off x="8721215" y="1699330"/>
            <a:ext cx="3119162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1 byte = 8 bits</a:t>
            </a:r>
            <a:endParaRPr lang="en-AU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BBCF127-85A1-E97B-B4CB-C12355B0E65B}"/>
              </a:ext>
            </a:extLst>
          </p:cNvPr>
          <p:cNvCxnSpPr>
            <a:stCxn id="23" idx="1"/>
            <a:endCxn id="22" idx="3"/>
          </p:cNvCxnSpPr>
          <p:nvPr/>
        </p:nvCxnSpPr>
        <p:spPr>
          <a:xfrm flipH="1">
            <a:off x="8426246" y="920884"/>
            <a:ext cx="29496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7F529C8-CCF4-E59E-7516-04D2AFCBAF19}"/>
              </a:ext>
            </a:extLst>
          </p:cNvPr>
          <p:cNvCxnSpPr>
            <a:stCxn id="25" idx="0"/>
            <a:endCxn id="23" idx="2"/>
          </p:cNvCxnSpPr>
          <p:nvPr/>
        </p:nvCxnSpPr>
        <p:spPr>
          <a:xfrm flipV="1">
            <a:off x="10280796" y="1382549"/>
            <a:ext cx="0" cy="3167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295CC94-B6EA-C07B-F3AC-8927FC6AE3DF}"/>
              </a:ext>
            </a:extLst>
          </p:cNvPr>
          <p:cNvSpPr txBox="1"/>
          <p:nvPr/>
        </p:nvSpPr>
        <p:spPr>
          <a:xfrm>
            <a:off x="8721215" y="2469526"/>
            <a:ext cx="3119162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1 bit = 0 or 1</a:t>
            </a:r>
            <a:endParaRPr lang="en-AU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B9DBCA8-CF85-B267-512D-0F87C4690A2A}"/>
              </a:ext>
            </a:extLst>
          </p:cNvPr>
          <p:cNvCxnSpPr>
            <a:cxnSpLocks/>
            <a:stCxn id="2" idx="0"/>
            <a:endCxn id="25" idx="2"/>
          </p:cNvCxnSpPr>
          <p:nvPr/>
        </p:nvCxnSpPr>
        <p:spPr>
          <a:xfrm flipV="1">
            <a:off x="10280796" y="2068662"/>
            <a:ext cx="0" cy="4008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34103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526F6-2644-68E1-9FE1-4760C1FF9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17</a:t>
            </a:fld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B88D45-8E57-62FD-AEF7-79C61C6FB2E6}"/>
              </a:ext>
            </a:extLst>
          </p:cNvPr>
          <p:cNvSpPr/>
          <p:nvPr/>
        </p:nvSpPr>
        <p:spPr>
          <a:xfrm>
            <a:off x="349581" y="1390486"/>
            <a:ext cx="4662534" cy="391783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E7C6BDF-914F-273C-A732-BD72CA1F5A5F}"/>
              </a:ext>
            </a:extLst>
          </p:cNvPr>
          <p:cNvSpPr txBox="1"/>
          <p:nvPr/>
        </p:nvSpPr>
        <p:spPr>
          <a:xfrm>
            <a:off x="1618902" y="5455135"/>
            <a:ext cx="2170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Main Memory (RAM)</a:t>
            </a:r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6CA328-C933-D7F1-3564-D78159741037}"/>
              </a:ext>
            </a:extLst>
          </p:cNvPr>
          <p:cNvSpPr txBox="1"/>
          <p:nvPr/>
        </p:nvSpPr>
        <p:spPr>
          <a:xfrm>
            <a:off x="513311" y="1791663"/>
            <a:ext cx="4381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0100111010110000111010100110100110</a:t>
            </a:r>
            <a:endParaRPr lang="en-A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12BEC3-EBE9-0A8D-F0EF-AACD17B1F70F}"/>
              </a:ext>
            </a:extLst>
          </p:cNvPr>
          <p:cNvSpPr txBox="1"/>
          <p:nvPr/>
        </p:nvSpPr>
        <p:spPr>
          <a:xfrm>
            <a:off x="513311" y="2192840"/>
            <a:ext cx="4381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1111101000100010110011011100100100</a:t>
            </a:r>
            <a:endParaRPr lang="en-A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4F9A56-F678-29DE-CFAA-F8F9172A646B}"/>
              </a:ext>
            </a:extLst>
          </p:cNvPr>
          <p:cNvSpPr txBox="1"/>
          <p:nvPr/>
        </p:nvSpPr>
        <p:spPr>
          <a:xfrm>
            <a:off x="490184" y="2601074"/>
            <a:ext cx="4381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0010001110111100000110100011101011</a:t>
            </a:r>
            <a:endParaRPr lang="en-A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01305CC-6DC5-B501-39E1-0F6EEF1468CA}"/>
              </a:ext>
            </a:extLst>
          </p:cNvPr>
          <p:cNvSpPr txBox="1"/>
          <p:nvPr/>
        </p:nvSpPr>
        <p:spPr>
          <a:xfrm>
            <a:off x="513311" y="3041153"/>
            <a:ext cx="4381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1110101010111100100001111110000000</a:t>
            </a:r>
            <a:endParaRPr lang="en-A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7978A68-37FE-9AE1-2DC2-50FB0EB6437E}"/>
              </a:ext>
            </a:extLst>
          </p:cNvPr>
          <p:cNvSpPr txBox="1"/>
          <p:nvPr/>
        </p:nvSpPr>
        <p:spPr>
          <a:xfrm>
            <a:off x="513311" y="3488289"/>
            <a:ext cx="4381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0100001001011110111111010011100000</a:t>
            </a:r>
            <a:endParaRPr lang="en-AU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00FE7AC-A6CA-23B3-E2D9-70744B5FC616}"/>
              </a:ext>
            </a:extLst>
          </p:cNvPr>
          <p:cNvSpPr txBox="1"/>
          <p:nvPr/>
        </p:nvSpPr>
        <p:spPr>
          <a:xfrm>
            <a:off x="2513057" y="4102336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…</a:t>
            </a:r>
            <a:endParaRPr lang="en-A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7C99A9E-11C3-38CB-A9F2-795D4B2BEBAD}"/>
              </a:ext>
            </a:extLst>
          </p:cNvPr>
          <p:cNvSpPr txBox="1"/>
          <p:nvPr/>
        </p:nvSpPr>
        <p:spPr>
          <a:xfrm>
            <a:off x="5307084" y="459219"/>
            <a:ext cx="3119162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At the lowest level, we imagine </a:t>
            </a:r>
            <a:r>
              <a:rPr lang="en-CA" b="1"/>
              <a:t>main memory </a:t>
            </a:r>
            <a:r>
              <a:rPr lang="en-CA"/>
              <a:t>(</a:t>
            </a:r>
            <a:r>
              <a:rPr lang="en-CA" b="1"/>
              <a:t>RAM</a:t>
            </a:r>
            <a:r>
              <a:rPr lang="en-CA"/>
              <a:t>) consists of many 0/1 bits.</a:t>
            </a:r>
            <a:endParaRPr lang="en-AU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05BEE46-0113-A494-B8B2-BD73EDD3DCCE}"/>
              </a:ext>
            </a:extLst>
          </p:cNvPr>
          <p:cNvSpPr txBox="1"/>
          <p:nvPr/>
        </p:nvSpPr>
        <p:spPr>
          <a:xfrm>
            <a:off x="8721215" y="459219"/>
            <a:ext cx="3119162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16 megabytes of RAM has </a:t>
            </a:r>
            <a:br>
              <a:rPr lang="en-CA"/>
            </a:br>
            <a:r>
              <a:rPr lang="en-CA"/>
              <a:t>8 * 16 * 1000000 bits</a:t>
            </a:r>
            <a:br>
              <a:rPr lang="en-CA"/>
            </a:br>
            <a:r>
              <a:rPr lang="en-CA"/>
              <a:t>= 128,000,000 bits</a:t>
            </a:r>
            <a:endParaRPr lang="en-AU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BADFB72-AD99-6846-E96D-DA750ABBDB49}"/>
              </a:ext>
            </a:extLst>
          </p:cNvPr>
          <p:cNvSpPr txBox="1"/>
          <p:nvPr/>
        </p:nvSpPr>
        <p:spPr>
          <a:xfrm>
            <a:off x="5307084" y="1862410"/>
            <a:ext cx="3119162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Most computers operate on fixed-size chunks of bits, e.g. a 64-bit computer operates on 64-bits at a time.</a:t>
            </a:r>
            <a:endParaRPr lang="en-AU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2CAF4C3-66F4-E622-B5BC-3280EDD90817}"/>
              </a:ext>
            </a:extLst>
          </p:cNvPr>
          <p:cNvSpPr txBox="1"/>
          <p:nvPr/>
        </p:nvSpPr>
        <p:spPr>
          <a:xfrm>
            <a:off x="8721215" y="1699330"/>
            <a:ext cx="3119162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1 byte = 8 bits</a:t>
            </a:r>
            <a:endParaRPr lang="en-AU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8FA59B6-9B66-CBAD-D39B-161695BC761C}"/>
              </a:ext>
            </a:extLst>
          </p:cNvPr>
          <p:cNvCxnSpPr>
            <a:stCxn id="23" idx="1"/>
            <a:endCxn id="22" idx="3"/>
          </p:cNvCxnSpPr>
          <p:nvPr/>
        </p:nvCxnSpPr>
        <p:spPr>
          <a:xfrm flipH="1">
            <a:off x="8426246" y="920884"/>
            <a:ext cx="29496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1E9CB9C-8FEA-04EA-C9DD-ED1A69115C24}"/>
              </a:ext>
            </a:extLst>
          </p:cNvPr>
          <p:cNvCxnSpPr>
            <a:stCxn id="25" idx="0"/>
            <a:endCxn id="23" idx="2"/>
          </p:cNvCxnSpPr>
          <p:nvPr/>
        </p:nvCxnSpPr>
        <p:spPr>
          <a:xfrm flipV="1">
            <a:off x="10280796" y="1382549"/>
            <a:ext cx="0" cy="3167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61337E2-B8B7-FB70-4422-3FB2821F02BA}"/>
              </a:ext>
            </a:extLst>
          </p:cNvPr>
          <p:cNvSpPr txBox="1"/>
          <p:nvPr/>
        </p:nvSpPr>
        <p:spPr>
          <a:xfrm>
            <a:off x="8721215" y="2469526"/>
            <a:ext cx="3119162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1 bit = 0 or 1</a:t>
            </a:r>
            <a:endParaRPr lang="en-AU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E7BC10C-38F9-3982-AEE0-EF2C40F00FAC}"/>
              </a:ext>
            </a:extLst>
          </p:cNvPr>
          <p:cNvCxnSpPr>
            <a:cxnSpLocks/>
            <a:stCxn id="2" idx="0"/>
          </p:cNvCxnSpPr>
          <p:nvPr/>
        </p:nvCxnSpPr>
        <p:spPr>
          <a:xfrm flipV="1">
            <a:off x="10280796" y="2068662"/>
            <a:ext cx="0" cy="4008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65915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60A22-31A5-B227-F73D-E55E5AD7B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EF3318-138F-AD7F-5C42-4A0EA8370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18</a:t>
            </a:fld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519673-96C1-52DB-1185-1D80E9385B3F}"/>
              </a:ext>
            </a:extLst>
          </p:cNvPr>
          <p:cNvSpPr/>
          <p:nvPr/>
        </p:nvSpPr>
        <p:spPr>
          <a:xfrm>
            <a:off x="349581" y="1390486"/>
            <a:ext cx="4662534" cy="391783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B5AB4D1-1A25-193A-06D3-13358CD10B03}"/>
              </a:ext>
            </a:extLst>
          </p:cNvPr>
          <p:cNvSpPr txBox="1"/>
          <p:nvPr/>
        </p:nvSpPr>
        <p:spPr>
          <a:xfrm>
            <a:off x="1618902" y="5455135"/>
            <a:ext cx="2170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Main Memory (RAM)</a:t>
            </a:r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E2E72A-BC68-F713-770B-41C0BBDC8B16}"/>
              </a:ext>
            </a:extLst>
          </p:cNvPr>
          <p:cNvSpPr txBox="1"/>
          <p:nvPr/>
        </p:nvSpPr>
        <p:spPr>
          <a:xfrm>
            <a:off x="513311" y="1791663"/>
            <a:ext cx="4381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0100111010110000111010100110100110</a:t>
            </a:r>
            <a:endParaRPr lang="en-A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DEA812-6BB2-0509-E9B0-D1961B5D6A45}"/>
              </a:ext>
            </a:extLst>
          </p:cNvPr>
          <p:cNvSpPr txBox="1"/>
          <p:nvPr/>
        </p:nvSpPr>
        <p:spPr>
          <a:xfrm>
            <a:off x="513311" y="2192840"/>
            <a:ext cx="4381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1111101000100010110011011100100100</a:t>
            </a:r>
            <a:endParaRPr lang="en-A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3165D5-2E0D-F740-084F-BE27F4AAD1FE}"/>
              </a:ext>
            </a:extLst>
          </p:cNvPr>
          <p:cNvSpPr txBox="1"/>
          <p:nvPr/>
        </p:nvSpPr>
        <p:spPr>
          <a:xfrm>
            <a:off x="490184" y="2601074"/>
            <a:ext cx="4381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0010001110111100000110100011101011</a:t>
            </a:r>
            <a:endParaRPr lang="en-A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5EDF8F-9347-D20E-0B69-226C8A632524}"/>
              </a:ext>
            </a:extLst>
          </p:cNvPr>
          <p:cNvSpPr txBox="1"/>
          <p:nvPr/>
        </p:nvSpPr>
        <p:spPr>
          <a:xfrm>
            <a:off x="513311" y="3041153"/>
            <a:ext cx="4381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1110101010111100100001111110000000</a:t>
            </a:r>
            <a:endParaRPr lang="en-A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A6CB5D8-1B81-40A3-7660-B909AA164B60}"/>
              </a:ext>
            </a:extLst>
          </p:cNvPr>
          <p:cNvSpPr txBox="1"/>
          <p:nvPr/>
        </p:nvSpPr>
        <p:spPr>
          <a:xfrm>
            <a:off x="513311" y="3488289"/>
            <a:ext cx="4381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0100001001011110111111010011100000</a:t>
            </a:r>
            <a:endParaRPr lang="en-AU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B4B67AD-63CD-DD3A-6122-9B10D6496453}"/>
              </a:ext>
            </a:extLst>
          </p:cNvPr>
          <p:cNvSpPr txBox="1"/>
          <p:nvPr/>
        </p:nvSpPr>
        <p:spPr>
          <a:xfrm>
            <a:off x="2513057" y="4102336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…</a:t>
            </a:r>
            <a:endParaRPr lang="en-A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A06CE8E-671F-44EE-0A72-167D2E3A415E}"/>
              </a:ext>
            </a:extLst>
          </p:cNvPr>
          <p:cNvSpPr txBox="1"/>
          <p:nvPr/>
        </p:nvSpPr>
        <p:spPr>
          <a:xfrm>
            <a:off x="5307084" y="459219"/>
            <a:ext cx="3119162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At the lowest level, we imagine </a:t>
            </a:r>
            <a:r>
              <a:rPr lang="en-CA" b="1"/>
              <a:t>main memory </a:t>
            </a:r>
            <a:r>
              <a:rPr lang="en-CA"/>
              <a:t>(</a:t>
            </a:r>
            <a:r>
              <a:rPr lang="en-CA" b="1"/>
              <a:t>RAM</a:t>
            </a:r>
            <a:r>
              <a:rPr lang="en-CA"/>
              <a:t>) consists of many 0/1 bits.</a:t>
            </a:r>
            <a:endParaRPr lang="en-AU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771932A-E3D0-0300-F520-5FDEFAC0C363}"/>
              </a:ext>
            </a:extLst>
          </p:cNvPr>
          <p:cNvSpPr txBox="1"/>
          <p:nvPr/>
        </p:nvSpPr>
        <p:spPr>
          <a:xfrm>
            <a:off x="8721215" y="459219"/>
            <a:ext cx="3119162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16 megabytes of RAM has </a:t>
            </a:r>
            <a:br>
              <a:rPr lang="en-CA"/>
            </a:br>
            <a:r>
              <a:rPr lang="en-CA"/>
              <a:t>8 * 16 * 1000000 bits</a:t>
            </a:r>
            <a:br>
              <a:rPr lang="en-CA"/>
            </a:br>
            <a:r>
              <a:rPr lang="en-CA"/>
              <a:t>= 128,000,000 bits</a:t>
            </a:r>
            <a:endParaRPr lang="en-AU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2D1326-9411-348D-4995-091203F98C68}"/>
              </a:ext>
            </a:extLst>
          </p:cNvPr>
          <p:cNvSpPr txBox="1"/>
          <p:nvPr/>
        </p:nvSpPr>
        <p:spPr>
          <a:xfrm>
            <a:off x="5307084" y="1862410"/>
            <a:ext cx="3119162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Most computers operate on fixed-size chunks of bits, e.g. a 64-bit computer operates on 64-bits at a time.</a:t>
            </a:r>
            <a:endParaRPr lang="en-AU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28F159D-500F-6190-E25D-A638D19781FF}"/>
              </a:ext>
            </a:extLst>
          </p:cNvPr>
          <p:cNvSpPr txBox="1"/>
          <p:nvPr/>
        </p:nvSpPr>
        <p:spPr>
          <a:xfrm>
            <a:off x="8721215" y="1699330"/>
            <a:ext cx="3119162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1 byte = 8 bits</a:t>
            </a:r>
            <a:endParaRPr lang="en-AU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AE1EE32-F4A9-C249-A322-395EC6E11A45}"/>
              </a:ext>
            </a:extLst>
          </p:cNvPr>
          <p:cNvCxnSpPr>
            <a:stCxn id="23" idx="1"/>
            <a:endCxn id="22" idx="3"/>
          </p:cNvCxnSpPr>
          <p:nvPr/>
        </p:nvCxnSpPr>
        <p:spPr>
          <a:xfrm flipH="1">
            <a:off x="8426246" y="920884"/>
            <a:ext cx="29496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951A7C2-912E-CAAA-8584-5CE9A4A869CA}"/>
              </a:ext>
            </a:extLst>
          </p:cNvPr>
          <p:cNvCxnSpPr>
            <a:stCxn id="25" idx="0"/>
            <a:endCxn id="23" idx="2"/>
          </p:cNvCxnSpPr>
          <p:nvPr/>
        </p:nvCxnSpPr>
        <p:spPr>
          <a:xfrm flipV="1">
            <a:off x="10280796" y="1382549"/>
            <a:ext cx="0" cy="3167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A9FA3441-5B6D-363F-A811-B136D792649E}"/>
              </a:ext>
            </a:extLst>
          </p:cNvPr>
          <p:cNvSpPr txBox="1"/>
          <p:nvPr/>
        </p:nvSpPr>
        <p:spPr>
          <a:xfrm>
            <a:off x="6095999" y="3977807"/>
            <a:ext cx="2819401" cy="20313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Reading all these 0s and 1s is tough for people!</a:t>
            </a:r>
          </a:p>
          <a:p>
            <a:pPr algn="ctr"/>
            <a:r>
              <a:rPr lang="en-CA"/>
              <a:t>So we’ll use regular base-10 numbers and characters instead of bits. </a:t>
            </a:r>
            <a:br>
              <a:rPr lang="en-CA"/>
            </a:br>
            <a:r>
              <a:rPr lang="en-CA"/>
              <a:t>But remember, everything is ultimately bits!</a:t>
            </a:r>
            <a:endParaRPr lang="en-AU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A8F3113-2395-C1C1-564B-CF9F79F0C4A2}"/>
              </a:ext>
            </a:extLst>
          </p:cNvPr>
          <p:cNvCxnSpPr>
            <a:cxnSpLocks/>
            <a:stCxn id="35" idx="1"/>
          </p:cNvCxnSpPr>
          <p:nvPr/>
        </p:nvCxnSpPr>
        <p:spPr>
          <a:xfrm flipH="1" flipV="1">
            <a:off x="4557192" y="3857621"/>
            <a:ext cx="1538807" cy="1135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4F32432-F2C8-5707-B57B-C6B1E49B9CB2}"/>
              </a:ext>
            </a:extLst>
          </p:cNvPr>
          <p:cNvSpPr txBox="1"/>
          <p:nvPr/>
        </p:nvSpPr>
        <p:spPr>
          <a:xfrm>
            <a:off x="8721215" y="2469526"/>
            <a:ext cx="3119162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1 bit = 0 or 1</a:t>
            </a:r>
            <a:endParaRPr lang="en-AU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1E58646-AB43-16C1-3FBF-C8F66BF48C8E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10280796" y="2068662"/>
            <a:ext cx="0" cy="4008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089740A-C1C9-BCB5-F6E4-E80CB9787689}"/>
              </a:ext>
            </a:extLst>
          </p:cNvPr>
          <p:cNvSpPr txBox="1"/>
          <p:nvPr/>
        </p:nvSpPr>
        <p:spPr>
          <a:xfrm>
            <a:off x="9548498" y="4238099"/>
            <a:ext cx="1805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206 = 1100 1110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BEE265-587E-632A-B184-AB5A238F1054}"/>
              </a:ext>
            </a:extLst>
          </p:cNvPr>
          <p:cNvSpPr txBox="1"/>
          <p:nvPr/>
        </p:nvSpPr>
        <p:spPr>
          <a:xfrm>
            <a:off x="9686356" y="4838529"/>
            <a:ext cx="16674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'a' = 97</a:t>
            </a:r>
            <a:br>
              <a:rPr lang="en-US"/>
            </a:br>
            <a:r>
              <a:rPr lang="en-US"/>
              <a:t>      = 1100 1110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1283151-0DD9-FD64-A857-247FF54703AC}"/>
                  </a:ext>
                </a:extLst>
              </p14:cNvPr>
              <p14:cNvContentPartPr/>
              <p14:nvPr/>
            </p14:nvContentPartPr>
            <p14:xfrm>
              <a:off x="1917000" y="1643760"/>
              <a:ext cx="9665640" cy="39322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1283151-0DD9-FD64-A857-247FF54703A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07640" y="1634400"/>
                <a:ext cx="9684360" cy="3951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205485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526F6-2644-68E1-9FE1-4760C1FF9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19</a:t>
            </a:fld>
            <a:endParaRPr lang="en-AU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E7C6BDF-914F-273C-A732-BD72CA1F5A5F}"/>
              </a:ext>
            </a:extLst>
          </p:cNvPr>
          <p:cNvSpPr txBox="1"/>
          <p:nvPr/>
        </p:nvSpPr>
        <p:spPr>
          <a:xfrm>
            <a:off x="1068295" y="5455135"/>
            <a:ext cx="2170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Main Memory (RAM)</a:t>
            </a:r>
            <a:endParaRPr lang="en-A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E510AA-5447-C5C0-7073-77B1B19CE931}"/>
              </a:ext>
            </a:extLst>
          </p:cNvPr>
          <p:cNvSpPr txBox="1"/>
          <p:nvPr/>
        </p:nvSpPr>
        <p:spPr>
          <a:xfrm>
            <a:off x="4683630" y="2409991"/>
            <a:ext cx="3119162" cy="175432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RAM is </a:t>
            </a:r>
            <a:r>
              <a:rPr lang="en-CA" b="1"/>
              <a:t>addressable</a:t>
            </a:r>
            <a:r>
              <a:rPr lang="en-CA"/>
              <a:t>, meaning that each chunk of 64 bits has a numeric address. Given an address, we can quickly read/write those bits.</a:t>
            </a:r>
            <a:endParaRPr lang="en-AU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AD784A8-04B5-BB9B-1CBE-E9214CA1CA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4879192"/>
              </p:ext>
            </p:extLst>
          </p:nvPr>
        </p:nvGraphicFramePr>
        <p:xfrm>
          <a:off x="504725" y="1699330"/>
          <a:ext cx="3516670" cy="35107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8940">
                  <a:extLst>
                    <a:ext uri="{9D8B030D-6E8A-4147-A177-3AD203B41FA5}">
                      <a16:colId xmlns:a16="http://schemas.microsoft.com/office/drawing/2014/main" val="2901491329"/>
                    </a:ext>
                  </a:extLst>
                </a:gridCol>
                <a:gridCol w="2477730">
                  <a:extLst>
                    <a:ext uri="{9D8B030D-6E8A-4147-A177-3AD203B41FA5}">
                      <a16:colId xmlns:a16="http://schemas.microsoft.com/office/drawing/2014/main" val="3805413472"/>
                    </a:ext>
                  </a:extLst>
                </a:gridCol>
              </a:tblGrid>
              <a:tr h="438849">
                <a:tc>
                  <a:txBody>
                    <a:bodyPr/>
                    <a:lstStyle/>
                    <a:p>
                      <a:pPr algn="ctr"/>
                      <a:r>
                        <a:rPr lang="en-CA" b="1"/>
                        <a:t>Address</a:t>
                      </a:r>
                      <a:endParaRPr lang="en-AU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1"/>
                        <a:t>Value</a:t>
                      </a:r>
                      <a:endParaRPr lang="en-AU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1671557"/>
                  </a:ext>
                </a:extLst>
              </a:tr>
              <a:tr h="438849">
                <a:tc>
                  <a:txBody>
                    <a:bodyPr/>
                    <a:lstStyle/>
                    <a:p>
                      <a:pPr algn="ctr"/>
                      <a:r>
                        <a:rPr lang="en-CA"/>
                        <a:t>…</a:t>
                      </a:r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/>
                        <a:t>…</a:t>
                      </a:r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2451450"/>
                  </a:ext>
                </a:extLst>
              </a:tr>
              <a:tr h="438849">
                <a:tc>
                  <a:txBody>
                    <a:bodyPr/>
                    <a:lstStyle/>
                    <a:p>
                      <a:pPr algn="ctr"/>
                      <a:r>
                        <a:rPr lang="en-CA"/>
                        <a:t>47339</a:t>
                      </a:r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/>
                        <a:t>0</a:t>
                      </a:r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4770157"/>
                  </a:ext>
                </a:extLst>
              </a:tr>
              <a:tr h="43884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/>
                        <a:t>47340</a:t>
                      </a:r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/>
                        <a:t>556345</a:t>
                      </a:r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2303132"/>
                  </a:ext>
                </a:extLst>
              </a:tr>
              <a:tr h="43884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/>
                        <a:t>47341</a:t>
                      </a:r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/>
                        <a:t>-454</a:t>
                      </a:r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6778632"/>
                  </a:ext>
                </a:extLst>
              </a:tr>
              <a:tr h="43884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/>
                        <a:t>47342</a:t>
                      </a:r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/>
                        <a:t>3279267</a:t>
                      </a:r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401248"/>
                  </a:ext>
                </a:extLst>
              </a:tr>
              <a:tr h="438849">
                <a:tc>
                  <a:txBody>
                    <a:bodyPr/>
                    <a:lstStyle/>
                    <a:p>
                      <a:pPr algn="ctr"/>
                      <a:r>
                        <a:rPr lang="en-CA"/>
                        <a:t>47343</a:t>
                      </a:r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/>
                        <a:t>454277</a:t>
                      </a:r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7821808"/>
                  </a:ext>
                </a:extLst>
              </a:tr>
              <a:tr h="438849">
                <a:tc>
                  <a:txBody>
                    <a:bodyPr/>
                    <a:lstStyle/>
                    <a:p>
                      <a:pPr algn="ctr"/>
                      <a:r>
                        <a:rPr lang="en-CA"/>
                        <a:t>…</a:t>
                      </a:r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/>
                        <a:t>…</a:t>
                      </a:r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141391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B86AF8E-A310-DE7B-185B-43D06383F58D}"/>
              </a:ext>
            </a:extLst>
          </p:cNvPr>
          <p:cNvSpPr txBox="1"/>
          <p:nvPr/>
        </p:nvSpPr>
        <p:spPr>
          <a:xfrm>
            <a:off x="8330107" y="2686989"/>
            <a:ext cx="3119162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This is also why some languages have </a:t>
            </a:r>
            <a:r>
              <a:rPr lang="en-CA" b="1"/>
              <a:t>max values </a:t>
            </a:r>
            <a:r>
              <a:rPr lang="en-CA"/>
              <a:t>for their numbers: the numbers must fit in 64 bits.</a:t>
            </a:r>
            <a:endParaRPr lang="en-AU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F81CD43-95A1-FB5B-3361-286D2B614C77}"/>
              </a:ext>
            </a:extLst>
          </p:cNvPr>
          <p:cNvCxnSpPr>
            <a:cxnSpLocks/>
            <a:stCxn id="8" idx="1"/>
            <a:endCxn id="2" idx="3"/>
          </p:cNvCxnSpPr>
          <p:nvPr/>
        </p:nvCxnSpPr>
        <p:spPr>
          <a:xfrm flipH="1">
            <a:off x="7802792" y="3287154"/>
            <a:ext cx="52731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E1FFE3D-3397-C9FB-3F32-0C800C8B4336}"/>
              </a:ext>
            </a:extLst>
          </p:cNvPr>
          <p:cNvSpPr txBox="1"/>
          <p:nvPr/>
        </p:nvSpPr>
        <p:spPr>
          <a:xfrm>
            <a:off x="8700819" y="3887318"/>
            <a:ext cx="265298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/>
              <a:t>Python implements </a:t>
            </a:r>
            <a:r>
              <a:rPr lang="en-CA" sz="1400" err="1"/>
              <a:t>ints</a:t>
            </a:r>
            <a:r>
              <a:rPr lang="en-CA" sz="1400"/>
              <a:t> differently, and so Python </a:t>
            </a:r>
            <a:r>
              <a:rPr lang="en-CA" sz="1400" err="1"/>
              <a:t>ints</a:t>
            </a:r>
            <a:r>
              <a:rPr lang="en-CA" sz="1400"/>
              <a:t> have no pre-defined max value.</a:t>
            </a:r>
            <a:endParaRPr lang="en-AU" sz="140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5D85201-1306-3CFF-D400-623456600EB6}"/>
                  </a:ext>
                </a:extLst>
              </p14:cNvPr>
              <p14:cNvContentPartPr/>
              <p14:nvPr/>
            </p14:nvContentPartPr>
            <p14:xfrm>
              <a:off x="698400" y="2806560"/>
              <a:ext cx="10547640" cy="2007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5D85201-1306-3CFF-D400-623456600EB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89040" y="2797200"/>
                <a:ext cx="10566360" cy="2026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782926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526F6-2644-68E1-9FE1-4760C1FF9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20</a:t>
            </a:fld>
            <a:endParaRPr lang="en-AU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E7C6BDF-914F-273C-A732-BD72CA1F5A5F}"/>
              </a:ext>
            </a:extLst>
          </p:cNvPr>
          <p:cNvSpPr txBox="1"/>
          <p:nvPr/>
        </p:nvSpPr>
        <p:spPr>
          <a:xfrm>
            <a:off x="1068295" y="5455135"/>
            <a:ext cx="2170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Main Memory (RAM)</a:t>
            </a:r>
            <a:endParaRPr lang="en-AU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AD784A8-04B5-BB9B-1CBE-E9214CA1CA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744222"/>
              </p:ext>
            </p:extLst>
          </p:nvPr>
        </p:nvGraphicFramePr>
        <p:xfrm>
          <a:off x="504725" y="1699330"/>
          <a:ext cx="3516670" cy="35107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8940">
                  <a:extLst>
                    <a:ext uri="{9D8B030D-6E8A-4147-A177-3AD203B41FA5}">
                      <a16:colId xmlns:a16="http://schemas.microsoft.com/office/drawing/2014/main" val="2901491329"/>
                    </a:ext>
                  </a:extLst>
                </a:gridCol>
                <a:gridCol w="2477730">
                  <a:extLst>
                    <a:ext uri="{9D8B030D-6E8A-4147-A177-3AD203B41FA5}">
                      <a16:colId xmlns:a16="http://schemas.microsoft.com/office/drawing/2014/main" val="3805413472"/>
                    </a:ext>
                  </a:extLst>
                </a:gridCol>
              </a:tblGrid>
              <a:tr h="438849">
                <a:tc>
                  <a:txBody>
                    <a:bodyPr/>
                    <a:lstStyle/>
                    <a:p>
                      <a:pPr algn="ctr"/>
                      <a:r>
                        <a:rPr lang="en-CA" b="1"/>
                        <a:t>Address</a:t>
                      </a:r>
                      <a:endParaRPr lang="en-AU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1"/>
                        <a:t>Value</a:t>
                      </a:r>
                      <a:endParaRPr lang="en-AU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1671557"/>
                  </a:ext>
                </a:extLst>
              </a:tr>
              <a:tr h="438849">
                <a:tc>
                  <a:txBody>
                    <a:bodyPr/>
                    <a:lstStyle/>
                    <a:p>
                      <a:pPr algn="ctr"/>
                      <a:r>
                        <a:rPr lang="en-CA"/>
                        <a:t>…</a:t>
                      </a:r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/>
                        <a:t>…</a:t>
                      </a:r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2451450"/>
                  </a:ext>
                </a:extLst>
              </a:tr>
              <a:tr h="438849">
                <a:tc>
                  <a:txBody>
                    <a:bodyPr/>
                    <a:lstStyle/>
                    <a:p>
                      <a:pPr algn="ctr"/>
                      <a:r>
                        <a:rPr lang="en-CA"/>
                        <a:t>47339</a:t>
                      </a:r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/>
                        <a:t>0</a:t>
                      </a:r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4770157"/>
                  </a:ext>
                </a:extLst>
              </a:tr>
              <a:tr h="43884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/>
                        <a:t>47340</a:t>
                      </a:r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/>
                        <a:t>556345</a:t>
                      </a:r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2303132"/>
                  </a:ext>
                </a:extLst>
              </a:tr>
              <a:tr h="43884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>
                          <a:highlight>
                            <a:srgbClr val="FFFF00"/>
                          </a:highlight>
                        </a:rPr>
                        <a:t>47341</a:t>
                      </a:r>
                      <a:endParaRPr lang="en-AU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highlight>
                            <a:srgbClr val="FFFF00"/>
                          </a:highlight>
                        </a:rPr>
                        <a:t>-454</a:t>
                      </a:r>
                      <a:endParaRPr lang="en-AU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6778632"/>
                  </a:ext>
                </a:extLst>
              </a:tr>
              <a:tr h="43884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/>
                        <a:t>47342</a:t>
                      </a:r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/>
                        <a:t>3279267</a:t>
                      </a:r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401248"/>
                  </a:ext>
                </a:extLst>
              </a:tr>
              <a:tr h="438849">
                <a:tc>
                  <a:txBody>
                    <a:bodyPr/>
                    <a:lstStyle/>
                    <a:p>
                      <a:pPr algn="ctr"/>
                      <a:r>
                        <a:rPr lang="en-CA"/>
                        <a:t>47343</a:t>
                      </a:r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/>
                        <a:t>454277</a:t>
                      </a:r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7821808"/>
                  </a:ext>
                </a:extLst>
              </a:tr>
              <a:tr h="438849">
                <a:tc>
                  <a:txBody>
                    <a:bodyPr/>
                    <a:lstStyle/>
                    <a:p>
                      <a:pPr algn="ctr"/>
                      <a:r>
                        <a:rPr lang="en-CA"/>
                        <a:t>…</a:t>
                      </a:r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/>
                        <a:t>…</a:t>
                      </a:r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141391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39BABC7-A969-EC44-5606-A77663CB8994}"/>
              </a:ext>
            </a:extLst>
          </p:cNvPr>
          <p:cNvSpPr txBox="1"/>
          <p:nvPr/>
        </p:nvSpPr>
        <p:spPr>
          <a:xfrm>
            <a:off x="4191122" y="3348407"/>
            <a:ext cx="2553807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The value -454 is stored at address 47341.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D5C3F5-F2D2-7E13-0191-2A3084FC8C7A}"/>
              </a:ext>
            </a:extLst>
          </p:cNvPr>
          <p:cNvSpPr txBox="1"/>
          <p:nvPr/>
        </p:nvSpPr>
        <p:spPr>
          <a:xfrm>
            <a:off x="4191122" y="1517911"/>
            <a:ext cx="2553807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Given address 47341, the computer can read/write the value there extremely quickly.</a:t>
            </a:r>
            <a:endParaRPr lang="en-A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A89E6A-FE92-C5CE-C549-5969C0ADB8DA}"/>
              </a:ext>
            </a:extLst>
          </p:cNvPr>
          <p:cNvSpPr txBox="1"/>
          <p:nvPr/>
        </p:nvSpPr>
        <p:spPr>
          <a:xfrm>
            <a:off x="7629833" y="1240912"/>
            <a:ext cx="2553807" cy="175432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In </a:t>
            </a:r>
            <a:r>
              <a:rPr lang="en-CA" b="1"/>
              <a:t>assembly language programming</a:t>
            </a:r>
            <a:r>
              <a:rPr lang="en-CA"/>
              <a:t>, the programmer must keep track of addresses and values. This is error-prone and tedious!</a:t>
            </a:r>
            <a:endParaRPr lang="en-AU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977C612-7F76-57C5-6CD3-193C0C0CE232}"/>
              </a:ext>
            </a:extLst>
          </p:cNvPr>
          <p:cNvCxnSpPr>
            <a:cxnSpLocks/>
            <a:stCxn id="14" idx="1"/>
            <a:endCxn id="8" idx="3"/>
          </p:cNvCxnSpPr>
          <p:nvPr/>
        </p:nvCxnSpPr>
        <p:spPr>
          <a:xfrm flipH="1">
            <a:off x="6744929" y="2118075"/>
            <a:ext cx="884904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C34CDBD-E674-57F4-06F7-6A017139851B}"/>
              </a:ext>
            </a:extLst>
          </p:cNvPr>
          <p:cNvCxnSpPr>
            <a:stCxn id="3" idx="1"/>
          </p:cNvCxnSpPr>
          <p:nvPr/>
        </p:nvCxnSpPr>
        <p:spPr>
          <a:xfrm flipH="1" flipV="1">
            <a:off x="3136490" y="3671572"/>
            <a:ext cx="1054632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01318F9-CE79-F0CD-8C61-9C4FB077CC3E}"/>
              </a:ext>
            </a:extLst>
          </p:cNvPr>
          <p:cNvCxnSpPr>
            <a:cxnSpLocks/>
            <a:stCxn id="37" idx="0"/>
            <a:endCxn id="14" idx="2"/>
          </p:cNvCxnSpPr>
          <p:nvPr/>
        </p:nvCxnSpPr>
        <p:spPr>
          <a:xfrm flipV="1">
            <a:off x="8906737" y="2995238"/>
            <a:ext cx="0" cy="13519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F83E24E7-6E94-87F4-5F70-468B8718D547}"/>
              </a:ext>
            </a:extLst>
          </p:cNvPr>
          <p:cNvSpPr txBox="1"/>
          <p:nvPr/>
        </p:nvSpPr>
        <p:spPr>
          <a:xfrm>
            <a:off x="7629833" y="4347139"/>
            <a:ext cx="2553807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High-level programming languages like Python keep track of memory values using human-readable names …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986514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526F6-2644-68E1-9FE1-4760C1FF9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21</a:t>
            </a:fld>
            <a:endParaRPr lang="en-AU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E7C6BDF-914F-273C-A732-BD72CA1F5A5F}"/>
              </a:ext>
            </a:extLst>
          </p:cNvPr>
          <p:cNvSpPr txBox="1"/>
          <p:nvPr/>
        </p:nvSpPr>
        <p:spPr>
          <a:xfrm>
            <a:off x="1068295" y="5455135"/>
            <a:ext cx="2170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Main Memory (RAM)</a:t>
            </a:r>
            <a:endParaRPr lang="en-AU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AD784A8-04B5-BB9B-1CBE-E9214CA1CA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6337311"/>
              </p:ext>
            </p:extLst>
          </p:nvPr>
        </p:nvGraphicFramePr>
        <p:xfrm>
          <a:off x="504725" y="1699330"/>
          <a:ext cx="3516670" cy="35107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8940">
                  <a:extLst>
                    <a:ext uri="{9D8B030D-6E8A-4147-A177-3AD203B41FA5}">
                      <a16:colId xmlns:a16="http://schemas.microsoft.com/office/drawing/2014/main" val="2901491329"/>
                    </a:ext>
                  </a:extLst>
                </a:gridCol>
                <a:gridCol w="2477730">
                  <a:extLst>
                    <a:ext uri="{9D8B030D-6E8A-4147-A177-3AD203B41FA5}">
                      <a16:colId xmlns:a16="http://schemas.microsoft.com/office/drawing/2014/main" val="3805413472"/>
                    </a:ext>
                  </a:extLst>
                </a:gridCol>
              </a:tblGrid>
              <a:tr h="438849">
                <a:tc>
                  <a:txBody>
                    <a:bodyPr/>
                    <a:lstStyle/>
                    <a:p>
                      <a:pPr algn="ctr"/>
                      <a:r>
                        <a:rPr lang="en-CA" b="1"/>
                        <a:t>Address</a:t>
                      </a:r>
                      <a:endParaRPr lang="en-AU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1"/>
                        <a:t>Value</a:t>
                      </a:r>
                      <a:endParaRPr lang="en-AU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1671557"/>
                  </a:ext>
                </a:extLst>
              </a:tr>
              <a:tr h="438849">
                <a:tc>
                  <a:txBody>
                    <a:bodyPr/>
                    <a:lstStyle/>
                    <a:p>
                      <a:pPr algn="ctr"/>
                      <a:r>
                        <a:rPr lang="en-CA"/>
                        <a:t>…</a:t>
                      </a:r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/>
                        <a:t>…</a:t>
                      </a:r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2451450"/>
                  </a:ext>
                </a:extLst>
              </a:tr>
              <a:tr h="438849">
                <a:tc>
                  <a:txBody>
                    <a:bodyPr/>
                    <a:lstStyle/>
                    <a:p>
                      <a:pPr algn="ctr"/>
                      <a:r>
                        <a:rPr lang="en-CA"/>
                        <a:t>47339</a:t>
                      </a:r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/>
                        <a:t>0</a:t>
                      </a:r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4770157"/>
                  </a:ext>
                </a:extLst>
              </a:tr>
              <a:tr h="43884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/>
                        <a:t>47340</a:t>
                      </a:r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/>
                        <a:t>556345</a:t>
                      </a:r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2303132"/>
                  </a:ext>
                </a:extLst>
              </a:tr>
              <a:tr h="43884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>
                          <a:highlight>
                            <a:srgbClr val="FFFF00"/>
                          </a:highlight>
                        </a:rPr>
                        <a:t>score</a:t>
                      </a:r>
                      <a:endParaRPr lang="en-AU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highlight>
                            <a:srgbClr val="FFFF00"/>
                          </a:highlight>
                        </a:rPr>
                        <a:t>-454</a:t>
                      </a:r>
                      <a:endParaRPr lang="en-AU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6778632"/>
                  </a:ext>
                </a:extLst>
              </a:tr>
              <a:tr h="43884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/>
                        <a:t>47342</a:t>
                      </a:r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/>
                        <a:t>3279267</a:t>
                      </a:r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401248"/>
                  </a:ext>
                </a:extLst>
              </a:tr>
              <a:tr h="438849">
                <a:tc>
                  <a:txBody>
                    <a:bodyPr/>
                    <a:lstStyle/>
                    <a:p>
                      <a:pPr algn="ctr"/>
                      <a:r>
                        <a:rPr lang="en-CA"/>
                        <a:t>47343</a:t>
                      </a:r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/>
                        <a:t>454277</a:t>
                      </a:r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7821808"/>
                  </a:ext>
                </a:extLst>
              </a:tr>
              <a:tr h="438849">
                <a:tc>
                  <a:txBody>
                    <a:bodyPr/>
                    <a:lstStyle/>
                    <a:p>
                      <a:pPr algn="ctr"/>
                      <a:r>
                        <a:rPr lang="en-CA"/>
                        <a:t>…</a:t>
                      </a:r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/>
                        <a:t>…</a:t>
                      </a:r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141391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39BABC7-A969-EC44-5606-A77663CB8994}"/>
              </a:ext>
            </a:extLst>
          </p:cNvPr>
          <p:cNvSpPr txBox="1"/>
          <p:nvPr/>
        </p:nvSpPr>
        <p:spPr>
          <a:xfrm>
            <a:off x="4191122" y="3348407"/>
            <a:ext cx="2553807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The value -454 is stored at address 47341.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D5C3F5-F2D2-7E13-0191-2A3084FC8C7A}"/>
              </a:ext>
            </a:extLst>
          </p:cNvPr>
          <p:cNvSpPr txBox="1"/>
          <p:nvPr/>
        </p:nvSpPr>
        <p:spPr>
          <a:xfrm>
            <a:off x="4191122" y="1517911"/>
            <a:ext cx="2553807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Given address 47341, the computer can read/write the value there extremely quickly.</a:t>
            </a:r>
            <a:endParaRPr lang="en-A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A89E6A-FE92-C5CE-C549-5969C0ADB8DA}"/>
              </a:ext>
            </a:extLst>
          </p:cNvPr>
          <p:cNvSpPr txBox="1"/>
          <p:nvPr/>
        </p:nvSpPr>
        <p:spPr>
          <a:xfrm>
            <a:off x="7629833" y="1240912"/>
            <a:ext cx="2553807" cy="175432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In </a:t>
            </a:r>
            <a:r>
              <a:rPr lang="en-CA" b="1"/>
              <a:t>assembly language programming</a:t>
            </a:r>
            <a:r>
              <a:rPr lang="en-CA"/>
              <a:t>, the programmer must keep track of addresses and values. This is error-prone and tedious!</a:t>
            </a:r>
            <a:endParaRPr lang="en-AU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977C612-7F76-57C5-6CD3-193C0C0CE232}"/>
              </a:ext>
            </a:extLst>
          </p:cNvPr>
          <p:cNvCxnSpPr>
            <a:cxnSpLocks/>
            <a:stCxn id="14" idx="1"/>
            <a:endCxn id="8" idx="3"/>
          </p:cNvCxnSpPr>
          <p:nvPr/>
        </p:nvCxnSpPr>
        <p:spPr>
          <a:xfrm flipH="1">
            <a:off x="6744929" y="2118075"/>
            <a:ext cx="884904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C34CDBD-E674-57F4-06F7-6A017139851B}"/>
              </a:ext>
            </a:extLst>
          </p:cNvPr>
          <p:cNvCxnSpPr>
            <a:cxnSpLocks/>
            <a:stCxn id="5" idx="1"/>
          </p:cNvCxnSpPr>
          <p:nvPr/>
        </p:nvCxnSpPr>
        <p:spPr>
          <a:xfrm flipH="1" flipV="1">
            <a:off x="1396181" y="3785419"/>
            <a:ext cx="3013587" cy="13003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C2B00A82-D3D5-66B8-5942-9578D48BBD93}"/>
              </a:ext>
            </a:extLst>
          </p:cNvPr>
          <p:cNvSpPr txBox="1"/>
          <p:nvPr/>
        </p:nvSpPr>
        <p:spPr>
          <a:xfrm>
            <a:off x="7629833" y="4347139"/>
            <a:ext cx="2553807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High-level programming languages like Python keep track of memory values using human-readable names …</a:t>
            </a:r>
            <a:endParaRPr lang="en-AU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01318F9-CE79-F0CD-8C61-9C4FB077CC3E}"/>
              </a:ext>
            </a:extLst>
          </p:cNvPr>
          <p:cNvCxnSpPr>
            <a:cxnSpLocks/>
            <a:stCxn id="32" idx="0"/>
            <a:endCxn id="14" idx="2"/>
          </p:cNvCxnSpPr>
          <p:nvPr/>
        </p:nvCxnSpPr>
        <p:spPr>
          <a:xfrm flipV="1">
            <a:off x="8906737" y="2995238"/>
            <a:ext cx="0" cy="13519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6BDFD06-6E96-8FCF-8E4C-1A740E9B5F37}"/>
              </a:ext>
            </a:extLst>
          </p:cNvPr>
          <p:cNvSpPr txBox="1"/>
          <p:nvPr/>
        </p:nvSpPr>
        <p:spPr>
          <a:xfrm>
            <a:off x="4409768" y="4347139"/>
            <a:ext cx="2553807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-454 is stored at address 47341, but the programmer thinks of it as the value of the variable named </a:t>
            </a:r>
            <a:r>
              <a:rPr lang="en-CA" b="1"/>
              <a:t>score</a:t>
            </a:r>
            <a:r>
              <a:rPr lang="en-CA"/>
              <a:t>.</a:t>
            </a:r>
            <a:endParaRPr lang="en-A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B6C3BE-8122-15E8-589E-47866F092608}"/>
              </a:ext>
            </a:extLst>
          </p:cNvPr>
          <p:cNvSpPr txBox="1"/>
          <p:nvPr/>
        </p:nvSpPr>
        <p:spPr>
          <a:xfrm>
            <a:off x="616011" y="3677697"/>
            <a:ext cx="9045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800"/>
              <a:t>47341</a:t>
            </a:r>
            <a:endParaRPr lang="en-AU" sz="80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F6C79D3-DDCC-F3DD-FC9B-C23FA7BEB2B6}"/>
              </a:ext>
            </a:extLst>
          </p:cNvPr>
          <p:cNvCxnSpPr>
            <a:cxnSpLocks/>
            <a:stCxn id="32" idx="1"/>
            <a:endCxn id="5" idx="3"/>
          </p:cNvCxnSpPr>
          <p:nvPr/>
        </p:nvCxnSpPr>
        <p:spPr>
          <a:xfrm flipH="1">
            <a:off x="6963575" y="5085803"/>
            <a:ext cx="6662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36537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526F6-2644-68E1-9FE1-4760C1FF9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22</a:t>
            </a:fld>
            <a:endParaRPr lang="en-AU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E7C6BDF-914F-273C-A732-BD72CA1F5A5F}"/>
              </a:ext>
            </a:extLst>
          </p:cNvPr>
          <p:cNvSpPr txBox="1"/>
          <p:nvPr/>
        </p:nvSpPr>
        <p:spPr>
          <a:xfrm>
            <a:off x="1068295" y="5455135"/>
            <a:ext cx="2170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Main Memory (RAM)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D5C3F5-F2D2-7E13-0191-2A3084FC8C7A}"/>
              </a:ext>
            </a:extLst>
          </p:cNvPr>
          <p:cNvSpPr txBox="1"/>
          <p:nvPr/>
        </p:nvSpPr>
        <p:spPr>
          <a:xfrm>
            <a:off x="5744619" y="1390486"/>
            <a:ext cx="2553807" cy="20313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When talking about the memory a program uses, we usually only care about the variables and values in the program, and ignore the rest of memory.</a:t>
            </a:r>
            <a:endParaRPr lang="en-AU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C34CDBD-E674-57F4-06F7-6A017139851B}"/>
              </a:ext>
            </a:extLst>
          </p:cNvPr>
          <p:cNvCxnSpPr>
            <a:cxnSpLocks/>
            <a:stCxn id="8" idx="1"/>
            <a:endCxn id="7" idx="3"/>
          </p:cNvCxnSpPr>
          <p:nvPr/>
        </p:nvCxnSpPr>
        <p:spPr>
          <a:xfrm flipH="1" flipV="1">
            <a:off x="2295081" y="2170782"/>
            <a:ext cx="3449538" cy="2353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7C5503AB-0BD0-E81D-4515-A2E69FAD73C3}"/>
              </a:ext>
            </a:extLst>
          </p:cNvPr>
          <p:cNvSpPr/>
          <p:nvPr/>
        </p:nvSpPr>
        <p:spPr>
          <a:xfrm>
            <a:off x="349581" y="1390486"/>
            <a:ext cx="4662534" cy="391783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6EB894-E65D-1843-26CB-D32402CFEF90}"/>
              </a:ext>
            </a:extLst>
          </p:cNvPr>
          <p:cNvSpPr txBox="1"/>
          <p:nvPr/>
        </p:nvSpPr>
        <p:spPr>
          <a:xfrm>
            <a:off x="993058" y="1986116"/>
            <a:ext cx="1302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score: -454</a:t>
            </a:r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93901F-41ED-2DBB-F0A3-DB21D0675356}"/>
              </a:ext>
            </a:extLst>
          </p:cNvPr>
          <p:cNvSpPr txBox="1"/>
          <p:nvPr/>
        </p:nvSpPr>
        <p:spPr>
          <a:xfrm>
            <a:off x="5744619" y="4036704"/>
            <a:ext cx="2553807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/>
              <a:t>In Python we rarely care about the exact address or bits of value.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3BB2C7-F56B-4EB7-BE8B-57AB67C5B72D}"/>
              </a:ext>
            </a:extLst>
          </p:cNvPr>
          <p:cNvSpPr txBox="1"/>
          <p:nvPr/>
        </p:nvSpPr>
        <p:spPr>
          <a:xfrm>
            <a:off x="9099219" y="3898204"/>
            <a:ext cx="2743200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/>
              <a:t>If such details matter, you probably shouldn’t use a language other than Python (like C or C++).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324DFE4-0E24-928E-752A-13515FE09894}"/>
              </a:ext>
            </a:extLst>
          </p:cNvPr>
          <p:cNvCxnSpPr>
            <a:cxnSpLocks/>
            <a:stCxn id="10" idx="1"/>
            <a:endCxn id="3" idx="3"/>
          </p:cNvCxnSpPr>
          <p:nvPr/>
        </p:nvCxnSpPr>
        <p:spPr>
          <a:xfrm flipH="1">
            <a:off x="8298426" y="4498369"/>
            <a:ext cx="80079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9236F94-3C24-88EC-0E3D-F563447473EE}"/>
                  </a:ext>
                </a:extLst>
              </p14:cNvPr>
              <p14:cNvContentPartPr/>
              <p14:nvPr/>
            </p14:nvContentPartPr>
            <p14:xfrm>
              <a:off x="10287000" y="5162040"/>
              <a:ext cx="1168920" cy="774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9236F94-3C24-88EC-0E3D-F563447473E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277640" y="5152680"/>
                <a:ext cx="1187640" cy="96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839675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526F6-2644-68E1-9FE1-4760C1FF9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23</a:t>
            </a:fld>
            <a:endParaRPr lang="en-A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2B2378-93D7-183E-3CD1-626D66527F29}"/>
              </a:ext>
            </a:extLst>
          </p:cNvPr>
          <p:cNvSpPr txBox="1"/>
          <p:nvPr/>
        </p:nvSpPr>
        <p:spPr>
          <a:xfrm>
            <a:off x="3752922" y="329788"/>
            <a:ext cx="2553807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Usually we will just write the name and value for a variable, like in math.</a:t>
            </a:r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6C82A4-6B56-D2ED-8B8E-9E546A673036}"/>
              </a:ext>
            </a:extLst>
          </p:cNvPr>
          <p:cNvSpPr txBox="1"/>
          <p:nvPr/>
        </p:nvSpPr>
        <p:spPr>
          <a:xfrm>
            <a:off x="291479" y="545233"/>
            <a:ext cx="291810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/>
              <a:t>score: -454</a:t>
            </a:r>
            <a:endParaRPr lang="en-AU" sz="4400"/>
          </a:p>
        </p:txBody>
      </p:sp>
    </p:spTree>
    <p:extLst>
      <p:ext uri="{BB962C8B-B14F-4D97-AF65-F5344CB8AC3E}">
        <p14:creationId xmlns:p14="http://schemas.microsoft.com/office/powerpoint/2010/main" val="38568940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526F6-2644-68E1-9FE1-4760C1FF9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24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D5C3F5-F2D2-7E13-0191-2A3084FC8C7A}"/>
              </a:ext>
            </a:extLst>
          </p:cNvPr>
          <p:cNvSpPr txBox="1"/>
          <p:nvPr/>
        </p:nvSpPr>
        <p:spPr>
          <a:xfrm>
            <a:off x="409313" y="2435745"/>
            <a:ext cx="2553807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Sometimes it’s useful to think of a variable as a named bucket that contains a value …</a:t>
            </a:r>
            <a:endParaRPr lang="en-AU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29488C9-EB21-C5FD-DB93-B2D0288BD8CA}"/>
              </a:ext>
            </a:extLst>
          </p:cNvPr>
          <p:cNvGrpSpPr/>
          <p:nvPr/>
        </p:nvGrpSpPr>
        <p:grpSpPr>
          <a:xfrm>
            <a:off x="723158" y="3980192"/>
            <a:ext cx="1438013" cy="796413"/>
            <a:chOff x="2792361" y="2949677"/>
            <a:chExt cx="771832" cy="796413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8A31175A-A137-DEDD-5046-D77086FE6E65}"/>
                </a:ext>
              </a:extLst>
            </p:cNvPr>
            <p:cNvCxnSpPr/>
            <p:nvPr/>
          </p:nvCxnSpPr>
          <p:spPr>
            <a:xfrm>
              <a:off x="2792361" y="2949677"/>
              <a:ext cx="0" cy="79641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5C106F43-6AE9-D878-C0EF-65D4E17CCE55}"/>
                </a:ext>
              </a:extLst>
            </p:cNvPr>
            <p:cNvCxnSpPr/>
            <p:nvPr/>
          </p:nvCxnSpPr>
          <p:spPr>
            <a:xfrm>
              <a:off x="3564193" y="2949677"/>
              <a:ext cx="0" cy="79641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3DA9AC5-86E3-7143-7D35-1BD4691664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92361" y="3746090"/>
              <a:ext cx="77183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FB007572-40DD-CEF1-D014-79447D388FF3}"/>
              </a:ext>
            </a:extLst>
          </p:cNvPr>
          <p:cNvSpPr txBox="1"/>
          <p:nvPr/>
        </p:nvSpPr>
        <p:spPr>
          <a:xfrm>
            <a:off x="801605" y="4029844"/>
            <a:ext cx="128112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4400"/>
              <a:t>-454</a:t>
            </a:r>
            <a:endParaRPr lang="en-AU" sz="44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D6664D-9655-2F19-AE3C-F269E40352C9}"/>
              </a:ext>
            </a:extLst>
          </p:cNvPr>
          <p:cNvSpPr txBox="1"/>
          <p:nvPr/>
        </p:nvSpPr>
        <p:spPr>
          <a:xfrm>
            <a:off x="705594" y="4558442"/>
            <a:ext cx="154433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/>
              <a:t>score</a:t>
            </a:r>
            <a:endParaRPr lang="en-AU" sz="44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D12BC8-81A5-2A6B-81D1-BE640485D6E3}"/>
              </a:ext>
            </a:extLst>
          </p:cNvPr>
          <p:cNvSpPr txBox="1"/>
          <p:nvPr/>
        </p:nvSpPr>
        <p:spPr>
          <a:xfrm>
            <a:off x="3752922" y="329788"/>
            <a:ext cx="2553807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Usually we will just write the name and value for a variable, like in math.</a:t>
            </a:r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0B9A4C-519F-8A4D-E86A-4250BDBF2B80}"/>
              </a:ext>
            </a:extLst>
          </p:cNvPr>
          <p:cNvSpPr txBox="1"/>
          <p:nvPr/>
        </p:nvSpPr>
        <p:spPr>
          <a:xfrm>
            <a:off x="291479" y="545233"/>
            <a:ext cx="291810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/>
              <a:t>score: -454</a:t>
            </a:r>
            <a:endParaRPr lang="en-AU" sz="4400"/>
          </a:p>
        </p:txBody>
      </p:sp>
    </p:spTree>
    <p:extLst>
      <p:ext uri="{BB962C8B-B14F-4D97-AF65-F5344CB8AC3E}">
        <p14:creationId xmlns:p14="http://schemas.microsoft.com/office/powerpoint/2010/main" val="20204981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7B983-E46F-54B1-01FB-9BF856C41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E3F4B5-8CC6-00C3-7662-B90DA5E9E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25</a:t>
            </a:fld>
            <a:endParaRPr lang="en-AU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C2E3686-4206-60BC-04BB-AC4897083462}"/>
              </a:ext>
            </a:extLst>
          </p:cNvPr>
          <p:cNvGrpSpPr/>
          <p:nvPr/>
        </p:nvGrpSpPr>
        <p:grpSpPr>
          <a:xfrm>
            <a:off x="7994558" y="1672085"/>
            <a:ext cx="2759429" cy="796942"/>
            <a:chOff x="8817158" y="3613658"/>
            <a:chExt cx="2759429" cy="79694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C1B3EF5-602A-0490-225A-B9D46BF7F646}"/>
                </a:ext>
              </a:extLst>
            </p:cNvPr>
            <p:cNvSpPr txBox="1"/>
            <p:nvPr/>
          </p:nvSpPr>
          <p:spPr>
            <a:xfrm>
              <a:off x="10295467" y="3641159"/>
              <a:ext cx="1281120" cy="76944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CA" sz="4400"/>
                <a:t>-454</a:t>
              </a:r>
              <a:endParaRPr lang="en-AU" sz="440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D06083C-EC7B-0ACF-8205-D487B02E363D}"/>
                </a:ext>
              </a:extLst>
            </p:cNvPr>
            <p:cNvSpPr txBox="1"/>
            <p:nvPr/>
          </p:nvSpPr>
          <p:spPr>
            <a:xfrm>
              <a:off x="8817158" y="3613658"/>
              <a:ext cx="1544334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4400"/>
                <a:t>score</a:t>
              </a:r>
              <a:endParaRPr lang="en-AU" sz="440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4EA4B0B-37F8-3C0D-1858-A643D1FF6FF1}"/>
              </a:ext>
            </a:extLst>
          </p:cNvPr>
          <p:cNvGrpSpPr/>
          <p:nvPr/>
        </p:nvGrpSpPr>
        <p:grpSpPr>
          <a:xfrm>
            <a:off x="9341260" y="3244776"/>
            <a:ext cx="1544334" cy="1410807"/>
            <a:chOff x="10171285" y="3641159"/>
            <a:chExt cx="1544334" cy="141080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4F6645D-B26E-EDB0-FFE3-525546B1BFB7}"/>
                </a:ext>
              </a:extLst>
            </p:cNvPr>
            <p:cNvSpPr txBox="1"/>
            <p:nvPr/>
          </p:nvSpPr>
          <p:spPr>
            <a:xfrm>
              <a:off x="10295467" y="3641159"/>
              <a:ext cx="1281120" cy="76944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CA" sz="4400"/>
                <a:t>-454</a:t>
              </a:r>
              <a:endParaRPr lang="en-AU" sz="440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622285E-FA46-DAA1-DDD0-66965037A42B}"/>
                </a:ext>
              </a:extLst>
            </p:cNvPr>
            <p:cNvSpPr txBox="1"/>
            <p:nvPr/>
          </p:nvSpPr>
          <p:spPr>
            <a:xfrm>
              <a:off x="10171285" y="4282525"/>
              <a:ext cx="1544334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4400"/>
                <a:t>score</a:t>
              </a:r>
              <a:endParaRPr lang="en-AU" sz="440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A5D7D0DC-0A7C-498D-8EF7-1EABEA160A00}"/>
              </a:ext>
            </a:extLst>
          </p:cNvPr>
          <p:cNvSpPr txBox="1"/>
          <p:nvPr/>
        </p:nvSpPr>
        <p:spPr>
          <a:xfrm>
            <a:off x="409313" y="2435745"/>
            <a:ext cx="2553807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Sometimes it’s useful to think of a variable as a named bucket that contains a value …</a:t>
            </a:r>
            <a:endParaRPr lang="en-AU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8FA6C94-A50A-DAE1-0DA7-34ECEC870EA1}"/>
              </a:ext>
            </a:extLst>
          </p:cNvPr>
          <p:cNvGrpSpPr/>
          <p:nvPr/>
        </p:nvGrpSpPr>
        <p:grpSpPr>
          <a:xfrm>
            <a:off x="723158" y="3980192"/>
            <a:ext cx="1438013" cy="796413"/>
            <a:chOff x="2792361" y="2949677"/>
            <a:chExt cx="771832" cy="796413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2F55F96-F15B-4B19-930C-D64B88BBED4E}"/>
                </a:ext>
              </a:extLst>
            </p:cNvPr>
            <p:cNvCxnSpPr/>
            <p:nvPr/>
          </p:nvCxnSpPr>
          <p:spPr>
            <a:xfrm>
              <a:off x="2792361" y="2949677"/>
              <a:ext cx="0" cy="79641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CCEA1D4-9FC2-CFBD-6E15-397D11A378B7}"/>
                </a:ext>
              </a:extLst>
            </p:cNvPr>
            <p:cNvCxnSpPr/>
            <p:nvPr/>
          </p:nvCxnSpPr>
          <p:spPr>
            <a:xfrm>
              <a:off x="3564193" y="2949677"/>
              <a:ext cx="0" cy="79641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578806D-71FD-4E36-4913-C689EA327F9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92361" y="3746090"/>
              <a:ext cx="77183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B3F276FC-209F-FA08-D6F6-FC2784BF24B1}"/>
              </a:ext>
            </a:extLst>
          </p:cNvPr>
          <p:cNvSpPr txBox="1"/>
          <p:nvPr/>
        </p:nvSpPr>
        <p:spPr>
          <a:xfrm>
            <a:off x="801605" y="4029844"/>
            <a:ext cx="128112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4400"/>
              <a:t>-454</a:t>
            </a:r>
            <a:endParaRPr lang="en-AU" sz="44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A6376D5-FDBC-0FAF-6A3F-75E709C603D7}"/>
              </a:ext>
            </a:extLst>
          </p:cNvPr>
          <p:cNvSpPr txBox="1"/>
          <p:nvPr/>
        </p:nvSpPr>
        <p:spPr>
          <a:xfrm>
            <a:off x="705594" y="4558442"/>
            <a:ext cx="154433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/>
              <a:t>score</a:t>
            </a:r>
            <a:endParaRPr lang="en-AU" sz="44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83E1900-E1B4-DED5-14C7-DA10D8629242}"/>
              </a:ext>
            </a:extLst>
          </p:cNvPr>
          <p:cNvSpPr txBox="1"/>
          <p:nvPr/>
        </p:nvSpPr>
        <p:spPr>
          <a:xfrm>
            <a:off x="3752922" y="329788"/>
            <a:ext cx="2553807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Usually we will just write the name and value for a variable, like in math.</a:t>
            </a:r>
            <a:endParaRPr lang="en-AU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50318A4-6CF0-29C1-2159-CFAB98363EF3}"/>
              </a:ext>
            </a:extLst>
          </p:cNvPr>
          <p:cNvSpPr txBox="1"/>
          <p:nvPr/>
        </p:nvSpPr>
        <p:spPr>
          <a:xfrm>
            <a:off x="291479" y="545233"/>
            <a:ext cx="291810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/>
              <a:t>score: -454</a:t>
            </a:r>
            <a:endParaRPr lang="en-AU" sz="44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188528A-47D0-91D8-9F9E-4ED17D325230}"/>
              </a:ext>
            </a:extLst>
          </p:cNvPr>
          <p:cNvSpPr txBox="1"/>
          <p:nvPr/>
        </p:nvSpPr>
        <p:spPr>
          <a:xfrm>
            <a:off x="6717654" y="2729528"/>
            <a:ext cx="2553807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… or as labelling a box.</a:t>
            </a:r>
            <a:endParaRPr lang="en-AU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5C321FAC-45E8-E01F-2B0B-E646A3379CCF}"/>
                  </a:ext>
                </a:extLst>
              </p14:cNvPr>
              <p14:cNvContentPartPr/>
              <p14:nvPr/>
            </p14:nvContentPartPr>
            <p14:xfrm>
              <a:off x="8242200" y="1409400"/>
              <a:ext cx="3093120" cy="308088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5C321FAC-45E8-E01F-2B0B-E646A3379CC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232840" y="1400040"/>
                <a:ext cx="3111840" cy="3099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640308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28A45-9FCD-398C-EB95-A3E757642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F050DA-D04F-2859-DFCF-C0A96EED9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26</a:t>
            </a:fld>
            <a:endParaRPr lang="en-AU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F272F1A-5D4B-488F-8E7E-321130F4BEA7}"/>
              </a:ext>
            </a:extLst>
          </p:cNvPr>
          <p:cNvGrpSpPr/>
          <p:nvPr/>
        </p:nvGrpSpPr>
        <p:grpSpPr>
          <a:xfrm>
            <a:off x="7994558" y="1672085"/>
            <a:ext cx="2759429" cy="796942"/>
            <a:chOff x="8817158" y="3613658"/>
            <a:chExt cx="2759429" cy="79694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10487C0-9106-0F62-571C-3CF546A4BCB6}"/>
                </a:ext>
              </a:extLst>
            </p:cNvPr>
            <p:cNvSpPr txBox="1"/>
            <p:nvPr/>
          </p:nvSpPr>
          <p:spPr>
            <a:xfrm>
              <a:off x="10295467" y="3641159"/>
              <a:ext cx="1281120" cy="76944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CA" sz="4400"/>
                <a:t>-454</a:t>
              </a:r>
              <a:endParaRPr lang="en-AU" sz="440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52C9E50-6310-E5B1-608E-D671219F067E}"/>
                </a:ext>
              </a:extLst>
            </p:cNvPr>
            <p:cNvSpPr txBox="1"/>
            <p:nvPr/>
          </p:nvSpPr>
          <p:spPr>
            <a:xfrm>
              <a:off x="8817158" y="3613658"/>
              <a:ext cx="1544334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4400"/>
                <a:t>score</a:t>
              </a:r>
              <a:endParaRPr lang="en-AU" sz="440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1D4D0F64-11C7-8B39-B397-4ABCB44A07FA}"/>
              </a:ext>
            </a:extLst>
          </p:cNvPr>
          <p:cNvSpPr txBox="1"/>
          <p:nvPr/>
        </p:nvSpPr>
        <p:spPr>
          <a:xfrm>
            <a:off x="6717654" y="2729528"/>
            <a:ext cx="2553807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… or as labelling a box.</a:t>
            </a:r>
            <a:endParaRPr lang="en-AU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8A40D97-9A48-9DBC-281E-758BB1FFFDD3}"/>
              </a:ext>
            </a:extLst>
          </p:cNvPr>
          <p:cNvGrpSpPr/>
          <p:nvPr/>
        </p:nvGrpSpPr>
        <p:grpSpPr>
          <a:xfrm>
            <a:off x="9341260" y="3244776"/>
            <a:ext cx="1544334" cy="1410807"/>
            <a:chOff x="10171285" y="3641159"/>
            <a:chExt cx="1544334" cy="141080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93919AA-9B09-0BAA-0CB3-3B52559D815C}"/>
                </a:ext>
              </a:extLst>
            </p:cNvPr>
            <p:cNvSpPr txBox="1"/>
            <p:nvPr/>
          </p:nvSpPr>
          <p:spPr>
            <a:xfrm>
              <a:off x="10295467" y="3641159"/>
              <a:ext cx="1281120" cy="76944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CA" sz="4400"/>
                <a:t>-454</a:t>
              </a:r>
              <a:endParaRPr lang="en-AU" sz="440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D983BDF-3F43-08C4-D5B6-48FEFA603F38}"/>
                </a:ext>
              </a:extLst>
            </p:cNvPr>
            <p:cNvSpPr txBox="1"/>
            <p:nvPr/>
          </p:nvSpPr>
          <p:spPr>
            <a:xfrm>
              <a:off x="10171285" y="4282525"/>
              <a:ext cx="1544334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4400"/>
                <a:t>score</a:t>
              </a:r>
              <a:endParaRPr lang="en-AU" sz="4400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CCC7E8D0-0A7D-2FC2-06EF-D1F8FD8DEB98}"/>
              </a:ext>
            </a:extLst>
          </p:cNvPr>
          <p:cNvSpPr txBox="1"/>
          <p:nvPr/>
        </p:nvSpPr>
        <p:spPr>
          <a:xfrm>
            <a:off x="4271830" y="3866505"/>
            <a:ext cx="2553807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… or as pointing, or referring, to its value.</a:t>
            </a:r>
            <a:endParaRPr lang="en-AU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5761F7E-E96D-BBA9-D4E6-210441F0D26F}"/>
              </a:ext>
            </a:extLst>
          </p:cNvPr>
          <p:cNvSpPr txBox="1"/>
          <p:nvPr/>
        </p:nvSpPr>
        <p:spPr>
          <a:xfrm>
            <a:off x="3383834" y="4996824"/>
            <a:ext cx="154433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/>
              <a:t>score</a:t>
            </a:r>
            <a:endParaRPr lang="en-AU" sz="44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9623D45-7994-F77C-DB90-3F5D5349C9EA}"/>
              </a:ext>
            </a:extLst>
          </p:cNvPr>
          <p:cNvSpPr txBox="1"/>
          <p:nvPr/>
        </p:nvSpPr>
        <p:spPr>
          <a:xfrm>
            <a:off x="6593534" y="5678794"/>
            <a:ext cx="128112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4400"/>
              <a:t>-454</a:t>
            </a:r>
            <a:endParaRPr lang="en-AU" sz="440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C706EF0-56A8-AB2A-EBE2-3D45CF726263}"/>
              </a:ext>
            </a:extLst>
          </p:cNvPr>
          <p:cNvCxnSpPr>
            <a:stCxn id="27" idx="3"/>
            <a:endCxn id="28" idx="1"/>
          </p:cNvCxnSpPr>
          <p:nvPr/>
        </p:nvCxnSpPr>
        <p:spPr>
          <a:xfrm>
            <a:off x="4928168" y="5381545"/>
            <a:ext cx="1665366" cy="6819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39B5531-8EA8-DB42-1F0D-4F53C0D132FC}"/>
              </a:ext>
            </a:extLst>
          </p:cNvPr>
          <p:cNvSpPr txBox="1"/>
          <p:nvPr/>
        </p:nvSpPr>
        <p:spPr>
          <a:xfrm>
            <a:off x="409313" y="2435745"/>
            <a:ext cx="2553807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Sometimes it’s useful to think of a variable as a named bucket that contains a value …</a:t>
            </a:r>
            <a:endParaRPr lang="en-AU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266C15D-3ABA-E13A-C2B4-171B8D84792F}"/>
              </a:ext>
            </a:extLst>
          </p:cNvPr>
          <p:cNvGrpSpPr/>
          <p:nvPr/>
        </p:nvGrpSpPr>
        <p:grpSpPr>
          <a:xfrm>
            <a:off x="723158" y="3980192"/>
            <a:ext cx="1438013" cy="796413"/>
            <a:chOff x="2792361" y="2949677"/>
            <a:chExt cx="771832" cy="796413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F7EB87C-38FA-2635-CEFD-F3D1278E5E72}"/>
                </a:ext>
              </a:extLst>
            </p:cNvPr>
            <p:cNvCxnSpPr/>
            <p:nvPr/>
          </p:nvCxnSpPr>
          <p:spPr>
            <a:xfrm>
              <a:off x="2792361" y="2949677"/>
              <a:ext cx="0" cy="79641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33F8B39-068A-2055-9868-D3077B3F52BF}"/>
                </a:ext>
              </a:extLst>
            </p:cNvPr>
            <p:cNvCxnSpPr/>
            <p:nvPr/>
          </p:nvCxnSpPr>
          <p:spPr>
            <a:xfrm>
              <a:off x="3564193" y="2949677"/>
              <a:ext cx="0" cy="79641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ACA8BB2-3A5D-2A7F-BC75-39A3AA87CC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92361" y="3746090"/>
              <a:ext cx="77183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4BD73D67-1B52-67C0-0F89-6C2B9439EC81}"/>
              </a:ext>
            </a:extLst>
          </p:cNvPr>
          <p:cNvSpPr txBox="1"/>
          <p:nvPr/>
        </p:nvSpPr>
        <p:spPr>
          <a:xfrm>
            <a:off x="801605" y="4029844"/>
            <a:ext cx="128112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4400"/>
              <a:t>-454</a:t>
            </a:r>
            <a:endParaRPr lang="en-AU" sz="44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3E98FC3-8CE0-99A8-4B2A-F2EA5E7DCA86}"/>
              </a:ext>
            </a:extLst>
          </p:cNvPr>
          <p:cNvSpPr txBox="1"/>
          <p:nvPr/>
        </p:nvSpPr>
        <p:spPr>
          <a:xfrm>
            <a:off x="705594" y="4558442"/>
            <a:ext cx="154433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/>
              <a:t>score</a:t>
            </a:r>
            <a:endParaRPr lang="en-AU" sz="440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E7EFFF2-C173-D3AD-FDAB-6A7AC3285452}"/>
              </a:ext>
            </a:extLst>
          </p:cNvPr>
          <p:cNvSpPr txBox="1"/>
          <p:nvPr/>
        </p:nvSpPr>
        <p:spPr>
          <a:xfrm>
            <a:off x="3752922" y="329788"/>
            <a:ext cx="2553807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Usually we will just write the name and value for a variable, like in math.</a:t>
            </a:r>
            <a:endParaRPr lang="en-AU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AB03330-9D67-DF80-279D-47686B3F4A42}"/>
              </a:ext>
            </a:extLst>
          </p:cNvPr>
          <p:cNvSpPr txBox="1"/>
          <p:nvPr/>
        </p:nvSpPr>
        <p:spPr>
          <a:xfrm>
            <a:off x="291479" y="545233"/>
            <a:ext cx="291810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/>
              <a:t>score: -454</a:t>
            </a:r>
            <a:endParaRPr lang="en-AU" sz="440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EE5946B2-74A4-C766-31EA-146C90318823}"/>
                  </a:ext>
                </a:extLst>
              </p14:cNvPr>
              <p14:cNvContentPartPr/>
              <p14:nvPr/>
            </p14:nvContentPartPr>
            <p14:xfrm>
              <a:off x="3492360" y="5835240"/>
              <a:ext cx="1308600" cy="14040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EE5946B2-74A4-C766-31EA-146C9031882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83000" y="5825880"/>
                <a:ext cx="1327320" cy="159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886963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692400" cy="1325563"/>
          </a:xfrm>
        </p:spPr>
        <p:txBody>
          <a:bodyPr>
            <a:normAutofit fontScale="90000"/>
          </a:bodyPr>
          <a:lstStyle/>
          <a:p>
            <a:r>
              <a:rPr lang="en-CA"/>
              <a:t>Python’s </a:t>
            </a:r>
            <a:br>
              <a:rPr lang="en-CA"/>
            </a:br>
            <a:r>
              <a:rPr lang="en-CA"/>
              <a:t>Assignment </a:t>
            </a:r>
            <a:br>
              <a:rPr lang="en-CA"/>
            </a:br>
            <a:r>
              <a:rPr lang="en-CA"/>
              <a:t>Statement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27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4C487E-B56B-378F-3ECB-8F4C75AA6502}"/>
              </a:ext>
            </a:extLst>
          </p:cNvPr>
          <p:cNvSpPr txBox="1"/>
          <p:nvPr/>
        </p:nvSpPr>
        <p:spPr>
          <a:xfrm>
            <a:off x="4665132" y="2352258"/>
            <a:ext cx="268695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9600"/>
              <a:t>X = Y</a:t>
            </a:r>
            <a:endParaRPr lang="en-AU" sz="9600"/>
          </a:p>
        </p:txBody>
      </p:sp>
    </p:spTree>
    <p:extLst>
      <p:ext uri="{BB962C8B-B14F-4D97-AF65-F5344CB8AC3E}">
        <p14:creationId xmlns:p14="http://schemas.microsoft.com/office/powerpoint/2010/main" val="14234463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692400" cy="1325563"/>
          </a:xfrm>
        </p:spPr>
        <p:txBody>
          <a:bodyPr>
            <a:normAutofit fontScale="90000"/>
          </a:bodyPr>
          <a:lstStyle/>
          <a:p>
            <a:r>
              <a:rPr lang="en-CA"/>
              <a:t>Python’s </a:t>
            </a:r>
            <a:br>
              <a:rPr lang="en-CA"/>
            </a:br>
            <a:r>
              <a:rPr lang="en-CA"/>
              <a:t>Assignment </a:t>
            </a:r>
            <a:br>
              <a:rPr lang="en-CA"/>
            </a:br>
            <a:r>
              <a:rPr lang="en-CA"/>
              <a:t>Statement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28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4C487E-B56B-378F-3ECB-8F4C75AA6502}"/>
              </a:ext>
            </a:extLst>
          </p:cNvPr>
          <p:cNvSpPr txBox="1"/>
          <p:nvPr/>
        </p:nvSpPr>
        <p:spPr>
          <a:xfrm>
            <a:off x="4665132" y="2352258"/>
            <a:ext cx="268695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9600"/>
              <a:t>X = Y</a:t>
            </a:r>
            <a:endParaRPr lang="en-AU" sz="96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54D7EE-189E-9A91-F08D-1FC1E7F4F582}"/>
              </a:ext>
            </a:extLst>
          </p:cNvPr>
          <p:cNvSpPr txBox="1"/>
          <p:nvPr/>
        </p:nvSpPr>
        <p:spPr>
          <a:xfrm>
            <a:off x="5266117" y="866775"/>
            <a:ext cx="1642684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= is called the </a:t>
            </a:r>
            <a:r>
              <a:rPr lang="en-CA" b="1"/>
              <a:t>assignment operator</a:t>
            </a:r>
            <a:endParaRPr lang="en-AU" b="1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94D4FAC-A856-4E52-8F8E-1889D14E6F1B}"/>
              </a:ext>
            </a:extLst>
          </p:cNvPr>
          <p:cNvCxnSpPr>
            <a:stCxn id="6" idx="2"/>
          </p:cNvCxnSpPr>
          <p:nvPr/>
        </p:nvCxnSpPr>
        <p:spPr>
          <a:xfrm flipH="1">
            <a:off x="6008609" y="1790105"/>
            <a:ext cx="78850" cy="10690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06153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F298C-1723-9378-99CB-6E85B2859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A442B-B369-562D-1E49-2839E8B3A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692400" cy="1325563"/>
          </a:xfrm>
        </p:spPr>
        <p:txBody>
          <a:bodyPr>
            <a:normAutofit fontScale="90000"/>
          </a:bodyPr>
          <a:lstStyle/>
          <a:p>
            <a:r>
              <a:rPr lang="en-CA"/>
              <a:t>Python’s </a:t>
            </a:r>
            <a:br>
              <a:rPr lang="en-CA"/>
            </a:br>
            <a:r>
              <a:rPr lang="en-CA"/>
              <a:t>Assignment </a:t>
            </a:r>
            <a:br>
              <a:rPr lang="en-CA"/>
            </a:br>
            <a:r>
              <a:rPr lang="en-CA"/>
              <a:t>Statement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DE2662-45EC-43E7-9DA9-CA0E6747C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29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2836CA-3F85-6C05-A7E7-99CF6847013E}"/>
              </a:ext>
            </a:extLst>
          </p:cNvPr>
          <p:cNvSpPr txBox="1"/>
          <p:nvPr/>
        </p:nvSpPr>
        <p:spPr>
          <a:xfrm>
            <a:off x="4665132" y="2352258"/>
            <a:ext cx="268695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9600"/>
              <a:t>X = Y</a:t>
            </a:r>
            <a:endParaRPr lang="en-AU" sz="96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27E200-6B39-F3D9-AD86-7CB2AF3532FB}"/>
              </a:ext>
            </a:extLst>
          </p:cNvPr>
          <p:cNvSpPr txBox="1"/>
          <p:nvPr/>
        </p:nvSpPr>
        <p:spPr>
          <a:xfrm>
            <a:off x="5266117" y="866775"/>
            <a:ext cx="1642684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= is called the </a:t>
            </a:r>
            <a:r>
              <a:rPr lang="en-CA" b="1"/>
              <a:t>assignment operator</a:t>
            </a:r>
            <a:endParaRPr lang="en-AU" b="1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5C25615-38B3-F284-E258-768928249AAB}"/>
              </a:ext>
            </a:extLst>
          </p:cNvPr>
          <p:cNvCxnSpPr>
            <a:stCxn id="6" idx="2"/>
          </p:cNvCxnSpPr>
          <p:nvPr/>
        </p:nvCxnSpPr>
        <p:spPr>
          <a:xfrm flipH="1">
            <a:off x="6008609" y="1790105"/>
            <a:ext cx="78850" cy="10690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14680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692400" cy="1325563"/>
          </a:xfrm>
        </p:spPr>
        <p:txBody>
          <a:bodyPr>
            <a:normAutofit fontScale="90000"/>
          </a:bodyPr>
          <a:lstStyle/>
          <a:p>
            <a:r>
              <a:rPr lang="en-CA"/>
              <a:t>Python’s </a:t>
            </a:r>
            <a:br>
              <a:rPr lang="en-CA"/>
            </a:br>
            <a:r>
              <a:rPr lang="en-CA"/>
              <a:t>Assignment </a:t>
            </a:r>
            <a:br>
              <a:rPr lang="en-CA"/>
            </a:br>
            <a:r>
              <a:rPr lang="en-CA"/>
              <a:t>Statement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30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4C487E-B56B-378F-3ECB-8F4C75AA6502}"/>
              </a:ext>
            </a:extLst>
          </p:cNvPr>
          <p:cNvSpPr txBox="1"/>
          <p:nvPr/>
        </p:nvSpPr>
        <p:spPr>
          <a:xfrm>
            <a:off x="4665132" y="2352258"/>
            <a:ext cx="268695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9600"/>
              <a:t>X = Y</a:t>
            </a:r>
            <a:endParaRPr lang="en-AU" sz="96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54D7EE-189E-9A91-F08D-1FC1E7F4F582}"/>
              </a:ext>
            </a:extLst>
          </p:cNvPr>
          <p:cNvSpPr txBox="1"/>
          <p:nvPr/>
        </p:nvSpPr>
        <p:spPr>
          <a:xfrm>
            <a:off x="5266117" y="866775"/>
            <a:ext cx="1642684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= is called the </a:t>
            </a:r>
            <a:r>
              <a:rPr lang="en-CA" b="1"/>
              <a:t>assignment operator</a:t>
            </a:r>
            <a:endParaRPr lang="en-AU" b="1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94D4FAC-A856-4E52-8F8E-1889D14E6F1B}"/>
              </a:ext>
            </a:extLst>
          </p:cNvPr>
          <p:cNvCxnSpPr>
            <a:stCxn id="6" idx="2"/>
          </p:cNvCxnSpPr>
          <p:nvPr/>
        </p:nvCxnSpPr>
        <p:spPr>
          <a:xfrm flipH="1">
            <a:off x="6008609" y="1790105"/>
            <a:ext cx="78850" cy="10690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925D28E-5B07-786A-8754-E9D1A497724E}"/>
              </a:ext>
            </a:extLst>
          </p:cNvPr>
          <p:cNvSpPr txBox="1"/>
          <p:nvPr/>
        </p:nvSpPr>
        <p:spPr>
          <a:xfrm>
            <a:off x="584051" y="2854357"/>
            <a:ext cx="2878742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/>
              <a:t>X</a:t>
            </a:r>
            <a:r>
              <a:rPr lang="en-CA"/>
              <a:t> is on the </a:t>
            </a:r>
            <a:r>
              <a:rPr lang="en-CA" b="1"/>
              <a:t>left</a:t>
            </a:r>
            <a:r>
              <a:rPr lang="en-CA"/>
              <a:t>-hand side of the =, so it’s called the </a:t>
            </a:r>
            <a:r>
              <a:rPr lang="en-CA" b="1"/>
              <a:t>LHS</a:t>
            </a:r>
            <a:r>
              <a:rPr lang="en-CA"/>
              <a:t>, </a:t>
            </a:r>
            <a:r>
              <a:rPr lang="en-CA" b="1"/>
              <a:t>or L-value</a:t>
            </a:r>
            <a:endParaRPr lang="en-AU" b="1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DC98F4E-239D-3056-EC63-72C0C981750F}"/>
              </a:ext>
            </a:extLst>
          </p:cNvPr>
          <p:cNvCxnSpPr>
            <a:stCxn id="9" idx="3"/>
            <a:endCxn id="5" idx="1"/>
          </p:cNvCxnSpPr>
          <p:nvPr/>
        </p:nvCxnSpPr>
        <p:spPr>
          <a:xfrm flipV="1">
            <a:off x="3462793" y="3137088"/>
            <a:ext cx="1202339" cy="1789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AA1AB4B-5BAE-250D-0C9E-BF4CD2E39A17}"/>
              </a:ext>
            </a:extLst>
          </p:cNvPr>
          <p:cNvSpPr txBox="1"/>
          <p:nvPr/>
        </p:nvSpPr>
        <p:spPr>
          <a:xfrm>
            <a:off x="584051" y="4471490"/>
            <a:ext cx="2878742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For us, </a:t>
            </a:r>
            <a:r>
              <a:rPr lang="en-CA" b="1"/>
              <a:t>L-values</a:t>
            </a:r>
            <a:r>
              <a:rPr lang="en-CA"/>
              <a:t> are usually </a:t>
            </a:r>
            <a:r>
              <a:rPr lang="en-CA" b="1"/>
              <a:t>variables</a:t>
            </a:r>
            <a:r>
              <a:rPr lang="en-CA"/>
              <a:t>.</a:t>
            </a:r>
            <a:endParaRPr lang="en-AU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7142D38-2613-EDDE-AB45-8755456238C9}"/>
              </a:ext>
            </a:extLst>
          </p:cNvPr>
          <p:cNvCxnSpPr>
            <a:stCxn id="15" idx="0"/>
            <a:endCxn id="9" idx="2"/>
          </p:cNvCxnSpPr>
          <p:nvPr/>
        </p:nvCxnSpPr>
        <p:spPr>
          <a:xfrm flipV="1">
            <a:off x="2023422" y="3777687"/>
            <a:ext cx="0" cy="6938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49387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692400" cy="1325563"/>
          </a:xfrm>
        </p:spPr>
        <p:txBody>
          <a:bodyPr>
            <a:normAutofit fontScale="90000"/>
          </a:bodyPr>
          <a:lstStyle/>
          <a:p>
            <a:r>
              <a:rPr lang="en-CA"/>
              <a:t>Python’s </a:t>
            </a:r>
            <a:br>
              <a:rPr lang="en-CA"/>
            </a:br>
            <a:r>
              <a:rPr lang="en-CA"/>
              <a:t>Assignment </a:t>
            </a:r>
            <a:br>
              <a:rPr lang="en-CA"/>
            </a:br>
            <a:r>
              <a:rPr lang="en-CA"/>
              <a:t>Statement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31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4C487E-B56B-378F-3ECB-8F4C75AA6502}"/>
              </a:ext>
            </a:extLst>
          </p:cNvPr>
          <p:cNvSpPr txBox="1"/>
          <p:nvPr/>
        </p:nvSpPr>
        <p:spPr>
          <a:xfrm>
            <a:off x="4665132" y="2352258"/>
            <a:ext cx="268695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9600"/>
              <a:t>X = Y</a:t>
            </a:r>
            <a:endParaRPr lang="en-AU" sz="96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54D7EE-189E-9A91-F08D-1FC1E7F4F582}"/>
              </a:ext>
            </a:extLst>
          </p:cNvPr>
          <p:cNvSpPr txBox="1"/>
          <p:nvPr/>
        </p:nvSpPr>
        <p:spPr>
          <a:xfrm>
            <a:off x="5266117" y="866775"/>
            <a:ext cx="1642684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= is called the </a:t>
            </a:r>
            <a:r>
              <a:rPr lang="en-CA" b="1"/>
              <a:t>assignment operator</a:t>
            </a:r>
            <a:endParaRPr lang="en-AU" b="1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94D4FAC-A856-4E52-8F8E-1889D14E6F1B}"/>
              </a:ext>
            </a:extLst>
          </p:cNvPr>
          <p:cNvCxnSpPr>
            <a:stCxn id="6" idx="2"/>
          </p:cNvCxnSpPr>
          <p:nvPr/>
        </p:nvCxnSpPr>
        <p:spPr>
          <a:xfrm flipH="1">
            <a:off x="6008609" y="1790105"/>
            <a:ext cx="78850" cy="10690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925D28E-5B07-786A-8754-E9D1A497724E}"/>
              </a:ext>
            </a:extLst>
          </p:cNvPr>
          <p:cNvSpPr txBox="1"/>
          <p:nvPr/>
        </p:nvSpPr>
        <p:spPr>
          <a:xfrm>
            <a:off x="584051" y="2854357"/>
            <a:ext cx="2878742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/>
              <a:t>X</a:t>
            </a:r>
            <a:r>
              <a:rPr lang="en-CA"/>
              <a:t> is on the </a:t>
            </a:r>
            <a:r>
              <a:rPr lang="en-CA" b="1"/>
              <a:t>left</a:t>
            </a:r>
            <a:r>
              <a:rPr lang="en-CA"/>
              <a:t>-hand side of the =, so it’s called the </a:t>
            </a:r>
            <a:r>
              <a:rPr lang="en-CA" b="1"/>
              <a:t>LHS</a:t>
            </a:r>
            <a:r>
              <a:rPr lang="en-CA"/>
              <a:t>, </a:t>
            </a:r>
            <a:r>
              <a:rPr lang="en-CA" b="1"/>
              <a:t>or L-value</a:t>
            </a:r>
            <a:endParaRPr lang="en-AU" b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715BF9-D64A-E4BE-D58F-C28E0D24DDD8}"/>
              </a:ext>
            </a:extLst>
          </p:cNvPr>
          <p:cNvSpPr txBox="1"/>
          <p:nvPr/>
        </p:nvSpPr>
        <p:spPr>
          <a:xfrm>
            <a:off x="8610600" y="2675423"/>
            <a:ext cx="2878742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/>
              <a:t>Y</a:t>
            </a:r>
            <a:r>
              <a:rPr lang="en-CA"/>
              <a:t> is on the </a:t>
            </a:r>
            <a:r>
              <a:rPr lang="en-CA" b="1"/>
              <a:t>right</a:t>
            </a:r>
            <a:r>
              <a:rPr lang="en-CA"/>
              <a:t>-hand side of the =, so it’s called the </a:t>
            </a:r>
            <a:r>
              <a:rPr lang="en-CA" b="1"/>
              <a:t>RHS</a:t>
            </a:r>
            <a:r>
              <a:rPr lang="en-CA"/>
              <a:t>, </a:t>
            </a:r>
            <a:r>
              <a:rPr lang="en-CA" b="1"/>
              <a:t>or R-value</a:t>
            </a:r>
            <a:endParaRPr lang="en-AU" b="1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DC98F4E-239D-3056-EC63-72C0C981750F}"/>
              </a:ext>
            </a:extLst>
          </p:cNvPr>
          <p:cNvCxnSpPr>
            <a:stCxn id="9" idx="3"/>
            <a:endCxn id="5" idx="1"/>
          </p:cNvCxnSpPr>
          <p:nvPr/>
        </p:nvCxnSpPr>
        <p:spPr>
          <a:xfrm flipV="1">
            <a:off x="3462793" y="3137088"/>
            <a:ext cx="1202339" cy="1789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0985F18-F7E1-BA9B-487C-0142791D32A1}"/>
              </a:ext>
            </a:extLst>
          </p:cNvPr>
          <p:cNvCxnSpPr>
            <a:stCxn id="10" idx="1"/>
            <a:endCxn id="5" idx="3"/>
          </p:cNvCxnSpPr>
          <p:nvPr/>
        </p:nvCxnSpPr>
        <p:spPr>
          <a:xfrm flipH="1">
            <a:off x="7352086" y="3137088"/>
            <a:ext cx="12585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7142D38-2613-EDDE-AB45-8755456238C9}"/>
              </a:ext>
            </a:extLst>
          </p:cNvPr>
          <p:cNvCxnSpPr>
            <a:cxnSpLocks/>
            <a:endCxn id="9" idx="2"/>
          </p:cNvCxnSpPr>
          <p:nvPr/>
        </p:nvCxnSpPr>
        <p:spPr>
          <a:xfrm flipV="1">
            <a:off x="2023422" y="3777687"/>
            <a:ext cx="0" cy="6938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45ECC18-B432-065C-86D1-E6224C83733B}"/>
              </a:ext>
            </a:extLst>
          </p:cNvPr>
          <p:cNvSpPr txBox="1"/>
          <p:nvPr/>
        </p:nvSpPr>
        <p:spPr>
          <a:xfrm>
            <a:off x="8610600" y="4285054"/>
            <a:ext cx="2878742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An </a:t>
            </a:r>
            <a:r>
              <a:rPr lang="en-CA" b="1"/>
              <a:t>R-value</a:t>
            </a:r>
            <a:r>
              <a:rPr lang="en-CA"/>
              <a:t> can be any </a:t>
            </a:r>
            <a:r>
              <a:rPr lang="en-CA" b="1"/>
              <a:t>expression</a:t>
            </a:r>
            <a:r>
              <a:rPr lang="en-CA"/>
              <a:t> that evaluates to some value.</a:t>
            </a:r>
            <a:endParaRPr lang="en-AU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BB7524A-EC6B-8E5A-F9EA-90B3D9B434B3}"/>
              </a:ext>
            </a:extLst>
          </p:cNvPr>
          <p:cNvCxnSpPr>
            <a:stCxn id="18" idx="0"/>
          </p:cNvCxnSpPr>
          <p:nvPr/>
        </p:nvCxnSpPr>
        <p:spPr>
          <a:xfrm flipV="1">
            <a:off x="10049971" y="3591251"/>
            <a:ext cx="0" cy="6938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F883965-998C-B32C-4FB8-6827B93A1AE4}"/>
              </a:ext>
            </a:extLst>
          </p:cNvPr>
          <p:cNvSpPr txBox="1"/>
          <p:nvPr/>
        </p:nvSpPr>
        <p:spPr>
          <a:xfrm>
            <a:off x="584051" y="4471490"/>
            <a:ext cx="2878742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For us, </a:t>
            </a:r>
            <a:r>
              <a:rPr lang="en-CA" b="1"/>
              <a:t>L-values</a:t>
            </a:r>
            <a:r>
              <a:rPr lang="en-CA"/>
              <a:t> are usually </a:t>
            </a:r>
            <a:r>
              <a:rPr lang="en-CA" b="1"/>
              <a:t>variables</a:t>
            </a:r>
            <a:r>
              <a:rPr lang="en-CA"/>
              <a:t>.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648373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692400" cy="1325563"/>
          </a:xfrm>
        </p:spPr>
        <p:txBody>
          <a:bodyPr>
            <a:normAutofit fontScale="90000"/>
          </a:bodyPr>
          <a:lstStyle/>
          <a:p>
            <a:r>
              <a:rPr lang="en-CA"/>
              <a:t>Python’s </a:t>
            </a:r>
            <a:br>
              <a:rPr lang="en-CA"/>
            </a:br>
            <a:r>
              <a:rPr lang="en-CA"/>
              <a:t>Assignment </a:t>
            </a:r>
            <a:br>
              <a:rPr lang="en-CA"/>
            </a:br>
            <a:r>
              <a:rPr lang="en-CA"/>
              <a:t>Statement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32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4C487E-B56B-378F-3ECB-8F4C75AA6502}"/>
              </a:ext>
            </a:extLst>
          </p:cNvPr>
          <p:cNvSpPr txBox="1"/>
          <p:nvPr/>
        </p:nvSpPr>
        <p:spPr>
          <a:xfrm>
            <a:off x="4665132" y="2352258"/>
            <a:ext cx="268695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9600"/>
              <a:t>X = Y</a:t>
            </a:r>
            <a:endParaRPr lang="en-AU" sz="96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54D7EE-189E-9A91-F08D-1FC1E7F4F582}"/>
              </a:ext>
            </a:extLst>
          </p:cNvPr>
          <p:cNvSpPr txBox="1"/>
          <p:nvPr/>
        </p:nvSpPr>
        <p:spPr>
          <a:xfrm>
            <a:off x="5266117" y="866775"/>
            <a:ext cx="1642684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= is called the </a:t>
            </a:r>
            <a:r>
              <a:rPr lang="en-CA" b="1"/>
              <a:t>assignment operator</a:t>
            </a:r>
            <a:endParaRPr lang="en-AU" b="1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94D4FAC-A856-4E52-8F8E-1889D14E6F1B}"/>
              </a:ext>
            </a:extLst>
          </p:cNvPr>
          <p:cNvCxnSpPr>
            <a:stCxn id="6" idx="2"/>
          </p:cNvCxnSpPr>
          <p:nvPr/>
        </p:nvCxnSpPr>
        <p:spPr>
          <a:xfrm flipH="1">
            <a:off x="6008609" y="1790105"/>
            <a:ext cx="78850" cy="10690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925D28E-5B07-786A-8754-E9D1A497724E}"/>
              </a:ext>
            </a:extLst>
          </p:cNvPr>
          <p:cNvSpPr txBox="1"/>
          <p:nvPr/>
        </p:nvSpPr>
        <p:spPr>
          <a:xfrm>
            <a:off x="584051" y="2854357"/>
            <a:ext cx="2878742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/>
              <a:t>X</a:t>
            </a:r>
            <a:r>
              <a:rPr lang="en-CA"/>
              <a:t> is on the </a:t>
            </a:r>
            <a:r>
              <a:rPr lang="en-CA" b="1"/>
              <a:t>left</a:t>
            </a:r>
            <a:r>
              <a:rPr lang="en-CA"/>
              <a:t>-hand side of the =, so it’s called the </a:t>
            </a:r>
            <a:r>
              <a:rPr lang="en-CA" b="1"/>
              <a:t>LHS</a:t>
            </a:r>
            <a:r>
              <a:rPr lang="en-CA"/>
              <a:t>, </a:t>
            </a:r>
            <a:r>
              <a:rPr lang="en-CA" b="1"/>
              <a:t>or L-value</a:t>
            </a:r>
            <a:endParaRPr lang="en-AU" b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715BF9-D64A-E4BE-D58F-C28E0D24DDD8}"/>
              </a:ext>
            </a:extLst>
          </p:cNvPr>
          <p:cNvSpPr txBox="1"/>
          <p:nvPr/>
        </p:nvSpPr>
        <p:spPr>
          <a:xfrm>
            <a:off x="8610600" y="2675423"/>
            <a:ext cx="2878742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/>
              <a:t>Y</a:t>
            </a:r>
            <a:r>
              <a:rPr lang="en-CA"/>
              <a:t> is on the </a:t>
            </a:r>
            <a:r>
              <a:rPr lang="en-CA" b="1"/>
              <a:t>right</a:t>
            </a:r>
            <a:r>
              <a:rPr lang="en-CA"/>
              <a:t>-hand side of the =, so it’s called the </a:t>
            </a:r>
            <a:r>
              <a:rPr lang="en-CA" b="1"/>
              <a:t>RHS</a:t>
            </a:r>
            <a:r>
              <a:rPr lang="en-CA"/>
              <a:t>, </a:t>
            </a:r>
            <a:r>
              <a:rPr lang="en-CA" b="1"/>
              <a:t>or R-value</a:t>
            </a:r>
            <a:endParaRPr lang="en-AU" b="1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DC98F4E-239D-3056-EC63-72C0C981750F}"/>
              </a:ext>
            </a:extLst>
          </p:cNvPr>
          <p:cNvCxnSpPr>
            <a:stCxn id="9" idx="3"/>
            <a:endCxn id="5" idx="1"/>
          </p:cNvCxnSpPr>
          <p:nvPr/>
        </p:nvCxnSpPr>
        <p:spPr>
          <a:xfrm flipV="1">
            <a:off x="3462793" y="3137088"/>
            <a:ext cx="1202339" cy="1789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0985F18-F7E1-BA9B-487C-0142791D32A1}"/>
              </a:ext>
            </a:extLst>
          </p:cNvPr>
          <p:cNvCxnSpPr>
            <a:stCxn id="10" idx="1"/>
            <a:endCxn id="5" idx="3"/>
          </p:cNvCxnSpPr>
          <p:nvPr/>
        </p:nvCxnSpPr>
        <p:spPr>
          <a:xfrm flipH="1">
            <a:off x="7352086" y="3137088"/>
            <a:ext cx="12585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7142D38-2613-EDDE-AB45-8755456238C9}"/>
              </a:ext>
            </a:extLst>
          </p:cNvPr>
          <p:cNvCxnSpPr>
            <a:cxnSpLocks/>
            <a:endCxn id="9" idx="2"/>
          </p:cNvCxnSpPr>
          <p:nvPr/>
        </p:nvCxnSpPr>
        <p:spPr>
          <a:xfrm flipV="1">
            <a:off x="2023422" y="3777687"/>
            <a:ext cx="0" cy="6938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45ECC18-B432-065C-86D1-E6224C83733B}"/>
              </a:ext>
            </a:extLst>
          </p:cNvPr>
          <p:cNvSpPr txBox="1"/>
          <p:nvPr/>
        </p:nvSpPr>
        <p:spPr>
          <a:xfrm>
            <a:off x="8610600" y="4285054"/>
            <a:ext cx="2878742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An </a:t>
            </a:r>
            <a:r>
              <a:rPr lang="en-CA" b="1"/>
              <a:t>R-value</a:t>
            </a:r>
            <a:r>
              <a:rPr lang="en-CA"/>
              <a:t> can be any </a:t>
            </a:r>
            <a:r>
              <a:rPr lang="en-CA" b="1"/>
              <a:t>expression</a:t>
            </a:r>
            <a:r>
              <a:rPr lang="en-CA"/>
              <a:t> that evaluates to some value.</a:t>
            </a:r>
            <a:endParaRPr lang="en-AU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BB7524A-EC6B-8E5A-F9EA-90B3D9B434B3}"/>
              </a:ext>
            </a:extLst>
          </p:cNvPr>
          <p:cNvCxnSpPr>
            <a:stCxn id="18" idx="0"/>
          </p:cNvCxnSpPr>
          <p:nvPr/>
        </p:nvCxnSpPr>
        <p:spPr>
          <a:xfrm flipV="1">
            <a:off x="10049971" y="3591251"/>
            <a:ext cx="0" cy="6938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C1843F3-EA96-1F38-51A2-021BD951B302}"/>
              </a:ext>
            </a:extLst>
          </p:cNvPr>
          <p:cNvSpPr txBox="1"/>
          <p:nvPr/>
        </p:nvSpPr>
        <p:spPr>
          <a:xfrm>
            <a:off x="584051" y="4471490"/>
            <a:ext cx="2878742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For us, </a:t>
            </a:r>
            <a:r>
              <a:rPr lang="en-CA" b="1"/>
              <a:t>L-values</a:t>
            </a:r>
            <a:r>
              <a:rPr lang="en-CA"/>
              <a:t> are usually </a:t>
            </a:r>
            <a:r>
              <a:rPr lang="en-CA" b="1"/>
              <a:t>variables</a:t>
            </a:r>
            <a:r>
              <a:rPr lang="en-CA"/>
              <a:t>.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94958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1A9DE-EA2E-DAB5-79D8-F6382DFC6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B0BAE-4863-D4A3-BF27-FF6D4E504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692400" cy="1325563"/>
          </a:xfrm>
        </p:spPr>
        <p:txBody>
          <a:bodyPr>
            <a:normAutofit fontScale="90000"/>
          </a:bodyPr>
          <a:lstStyle/>
          <a:p>
            <a:r>
              <a:rPr lang="en-CA"/>
              <a:t>Python’s </a:t>
            </a:r>
            <a:br>
              <a:rPr lang="en-CA"/>
            </a:br>
            <a:r>
              <a:rPr lang="en-CA"/>
              <a:t>Assignment </a:t>
            </a:r>
            <a:br>
              <a:rPr lang="en-CA"/>
            </a:br>
            <a:r>
              <a:rPr lang="en-CA"/>
              <a:t>Statement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F23CB1-173C-89D6-F6AC-D605EAD11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33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99FA9F-4B91-7376-1ABB-382797A4AF81}"/>
              </a:ext>
            </a:extLst>
          </p:cNvPr>
          <p:cNvSpPr txBox="1"/>
          <p:nvPr/>
        </p:nvSpPr>
        <p:spPr>
          <a:xfrm>
            <a:off x="4665132" y="2352258"/>
            <a:ext cx="268695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9600"/>
              <a:t>X = Y</a:t>
            </a:r>
            <a:endParaRPr lang="en-AU" sz="96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B932C5-7B82-1F1A-9AA4-A74BF6F54DE6}"/>
              </a:ext>
            </a:extLst>
          </p:cNvPr>
          <p:cNvSpPr txBox="1"/>
          <p:nvPr/>
        </p:nvSpPr>
        <p:spPr>
          <a:xfrm>
            <a:off x="5266117" y="866775"/>
            <a:ext cx="1642684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= is called the </a:t>
            </a:r>
            <a:r>
              <a:rPr lang="en-CA" b="1"/>
              <a:t>assignment operator</a:t>
            </a:r>
            <a:endParaRPr lang="en-AU" b="1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B55D5C5-7582-F652-CD26-09D9C73540F8}"/>
              </a:ext>
            </a:extLst>
          </p:cNvPr>
          <p:cNvCxnSpPr>
            <a:stCxn id="6" idx="2"/>
          </p:cNvCxnSpPr>
          <p:nvPr/>
        </p:nvCxnSpPr>
        <p:spPr>
          <a:xfrm flipH="1">
            <a:off x="6008609" y="1790105"/>
            <a:ext cx="78850" cy="10690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D377873-3E67-5AD1-3471-4E8696601A84}"/>
              </a:ext>
            </a:extLst>
          </p:cNvPr>
          <p:cNvSpPr txBox="1"/>
          <p:nvPr/>
        </p:nvSpPr>
        <p:spPr>
          <a:xfrm>
            <a:off x="584051" y="2854357"/>
            <a:ext cx="2878742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/>
              <a:t>X</a:t>
            </a:r>
            <a:r>
              <a:rPr lang="en-CA"/>
              <a:t> is on the </a:t>
            </a:r>
            <a:r>
              <a:rPr lang="en-CA" b="1"/>
              <a:t>left</a:t>
            </a:r>
            <a:r>
              <a:rPr lang="en-CA"/>
              <a:t>-hand side of the =, so it’s called the </a:t>
            </a:r>
            <a:r>
              <a:rPr lang="en-CA" b="1"/>
              <a:t>LHS</a:t>
            </a:r>
            <a:r>
              <a:rPr lang="en-CA"/>
              <a:t>, </a:t>
            </a:r>
            <a:r>
              <a:rPr lang="en-CA" b="1"/>
              <a:t>or L-value</a:t>
            </a:r>
            <a:endParaRPr lang="en-AU" b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43EA13-8F2D-88FC-7499-AE95E5B1D163}"/>
              </a:ext>
            </a:extLst>
          </p:cNvPr>
          <p:cNvSpPr txBox="1"/>
          <p:nvPr/>
        </p:nvSpPr>
        <p:spPr>
          <a:xfrm>
            <a:off x="8610600" y="2675423"/>
            <a:ext cx="2878742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/>
              <a:t>Y</a:t>
            </a:r>
            <a:r>
              <a:rPr lang="en-CA"/>
              <a:t> is on the </a:t>
            </a:r>
            <a:r>
              <a:rPr lang="en-CA" b="1"/>
              <a:t>right</a:t>
            </a:r>
            <a:r>
              <a:rPr lang="en-CA"/>
              <a:t>-hand side of the =, so it’s called the </a:t>
            </a:r>
            <a:r>
              <a:rPr lang="en-CA" b="1"/>
              <a:t>RHS</a:t>
            </a:r>
            <a:r>
              <a:rPr lang="en-CA"/>
              <a:t>, </a:t>
            </a:r>
            <a:r>
              <a:rPr lang="en-CA" b="1"/>
              <a:t>or R-value</a:t>
            </a:r>
            <a:endParaRPr lang="en-AU" b="1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7DE7F06-85A6-118B-02E5-09E9C5C1C542}"/>
              </a:ext>
            </a:extLst>
          </p:cNvPr>
          <p:cNvCxnSpPr>
            <a:stCxn id="9" idx="3"/>
            <a:endCxn id="5" idx="1"/>
          </p:cNvCxnSpPr>
          <p:nvPr/>
        </p:nvCxnSpPr>
        <p:spPr>
          <a:xfrm flipV="1">
            <a:off x="3462793" y="3137088"/>
            <a:ext cx="1202339" cy="1789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7A9A4E6-5834-D0B7-7E36-67E79F700F37}"/>
              </a:ext>
            </a:extLst>
          </p:cNvPr>
          <p:cNvCxnSpPr>
            <a:stCxn id="10" idx="1"/>
            <a:endCxn id="5" idx="3"/>
          </p:cNvCxnSpPr>
          <p:nvPr/>
        </p:nvCxnSpPr>
        <p:spPr>
          <a:xfrm flipH="1">
            <a:off x="7352086" y="3137088"/>
            <a:ext cx="12585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85BB8A3-BB56-C165-10C6-777D7137941C}"/>
              </a:ext>
            </a:extLst>
          </p:cNvPr>
          <p:cNvCxnSpPr>
            <a:cxnSpLocks/>
            <a:endCxn id="9" idx="2"/>
          </p:cNvCxnSpPr>
          <p:nvPr/>
        </p:nvCxnSpPr>
        <p:spPr>
          <a:xfrm flipV="1">
            <a:off x="2023422" y="3777687"/>
            <a:ext cx="0" cy="6938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420B29D-FD41-D330-E7AB-44EB42EBF722}"/>
              </a:ext>
            </a:extLst>
          </p:cNvPr>
          <p:cNvSpPr txBox="1"/>
          <p:nvPr/>
        </p:nvSpPr>
        <p:spPr>
          <a:xfrm>
            <a:off x="8610600" y="4285054"/>
            <a:ext cx="2878742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An </a:t>
            </a:r>
            <a:r>
              <a:rPr lang="en-CA" b="1"/>
              <a:t>R-value</a:t>
            </a:r>
            <a:r>
              <a:rPr lang="en-CA"/>
              <a:t> can be any </a:t>
            </a:r>
            <a:r>
              <a:rPr lang="en-CA" b="1"/>
              <a:t>expression</a:t>
            </a:r>
            <a:r>
              <a:rPr lang="en-CA"/>
              <a:t> that evaluates to some value.</a:t>
            </a:r>
            <a:endParaRPr lang="en-AU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DCF43EC-ADDF-309E-D5EF-531355C0209E}"/>
              </a:ext>
            </a:extLst>
          </p:cNvPr>
          <p:cNvCxnSpPr>
            <a:stCxn id="18" idx="0"/>
          </p:cNvCxnSpPr>
          <p:nvPr/>
        </p:nvCxnSpPr>
        <p:spPr>
          <a:xfrm flipV="1">
            <a:off x="10049971" y="3591251"/>
            <a:ext cx="0" cy="6938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Left Brace 19">
            <a:extLst>
              <a:ext uri="{FF2B5EF4-FFF2-40B4-BE49-F238E27FC236}">
                <a16:creationId xmlns:a16="http://schemas.microsoft.com/office/drawing/2014/main" id="{5B3CFB38-B766-E667-9783-5F4538815527}"/>
              </a:ext>
            </a:extLst>
          </p:cNvPr>
          <p:cNvSpPr/>
          <p:nvPr/>
        </p:nvSpPr>
        <p:spPr>
          <a:xfrm rot="16200000">
            <a:off x="5919840" y="2619169"/>
            <a:ext cx="194883" cy="2511916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FFE1F6C-2B93-ABAA-103B-76727CCAC728}"/>
              </a:ext>
            </a:extLst>
          </p:cNvPr>
          <p:cNvSpPr txBox="1"/>
          <p:nvPr/>
        </p:nvSpPr>
        <p:spPr>
          <a:xfrm>
            <a:off x="3977137" y="4246057"/>
            <a:ext cx="4220643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CA"/>
              <a:t>As assignment statement works like this:</a:t>
            </a:r>
          </a:p>
          <a:p>
            <a:pPr marL="342900" indent="-342900">
              <a:buFont typeface="+mj-lt"/>
              <a:buAutoNum type="arabicPeriod"/>
            </a:pPr>
            <a:r>
              <a:rPr lang="en-CA"/>
              <a:t>Evaluate </a:t>
            </a:r>
            <a:r>
              <a:rPr lang="en-CA" b="1"/>
              <a:t>Y</a:t>
            </a:r>
            <a:r>
              <a:rPr lang="en-CA"/>
              <a:t> to gets it value.</a:t>
            </a:r>
          </a:p>
          <a:p>
            <a:pPr marL="342900" indent="-342900">
              <a:buFont typeface="+mj-lt"/>
              <a:buAutoNum type="arabicPeriod"/>
            </a:pPr>
            <a:r>
              <a:rPr lang="en-CA"/>
              <a:t>Put a copy of </a:t>
            </a:r>
            <a:r>
              <a:rPr lang="en-CA" b="1"/>
              <a:t>Y</a:t>
            </a:r>
            <a:r>
              <a:rPr lang="en-CA"/>
              <a:t>’s value into variable </a:t>
            </a:r>
            <a:r>
              <a:rPr lang="en-CA" b="1"/>
              <a:t>X</a:t>
            </a:r>
            <a:br>
              <a:rPr lang="en-CA"/>
            </a:br>
            <a:r>
              <a:rPr lang="en-CA"/>
              <a:t>(over-writing the value already in </a:t>
            </a:r>
            <a:r>
              <a:rPr lang="en-CA" b="1"/>
              <a:t>X</a:t>
            </a:r>
            <a:r>
              <a:rPr lang="en-CA"/>
              <a:t>).</a:t>
            </a:r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73E555-9EF4-F598-90DB-A40578E47023}"/>
              </a:ext>
            </a:extLst>
          </p:cNvPr>
          <p:cNvSpPr txBox="1"/>
          <p:nvPr/>
        </p:nvSpPr>
        <p:spPr>
          <a:xfrm>
            <a:off x="584051" y="4471490"/>
            <a:ext cx="2878742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For us, </a:t>
            </a:r>
            <a:r>
              <a:rPr lang="en-CA" b="1"/>
              <a:t>L-values</a:t>
            </a:r>
            <a:r>
              <a:rPr lang="en-CA"/>
              <a:t> are usually </a:t>
            </a:r>
            <a:r>
              <a:rPr lang="en-CA" b="1"/>
              <a:t>variables</a:t>
            </a:r>
            <a:r>
              <a:rPr lang="en-CA"/>
              <a:t>.</a:t>
            </a:r>
            <a:endParaRPr lang="en-AU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9EC5B14-4342-CC01-4D95-039CC81F72FB}"/>
                  </a:ext>
                </a:extLst>
              </p14:cNvPr>
              <p14:cNvContentPartPr/>
              <p14:nvPr/>
            </p14:nvContentPartPr>
            <p14:xfrm>
              <a:off x="4987800" y="5041440"/>
              <a:ext cx="427680" cy="532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9EC5B14-4342-CC01-4D95-039CC81F72F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78440" y="5032080"/>
                <a:ext cx="446400" cy="7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258521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692400" cy="1325563"/>
          </a:xfrm>
        </p:spPr>
        <p:txBody>
          <a:bodyPr>
            <a:normAutofit fontScale="90000"/>
          </a:bodyPr>
          <a:lstStyle/>
          <a:p>
            <a:r>
              <a:rPr lang="en-CA"/>
              <a:t>Python’s </a:t>
            </a:r>
            <a:br>
              <a:rPr lang="en-CA"/>
            </a:br>
            <a:r>
              <a:rPr lang="en-CA"/>
              <a:t>Assignment </a:t>
            </a:r>
            <a:br>
              <a:rPr lang="en-CA"/>
            </a:br>
            <a:r>
              <a:rPr lang="en-CA"/>
              <a:t>Statement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34</a:t>
            </a:fld>
            <a:endParaRPr lang="en-AU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C38C3E6-9402-321B-BA52-6E2396A0AF15}"/>
              </a:ext>
            </a:extLst>
          </p:cNvPr>
          <p:cNvGrpSpPr/>
          <p:nvPr/>
        </p:nvGrpSpPr>
        <p:grpSpPr>
          <a:xfrm>
            <a:off x="7817906" y="65011"/>
            <a:ext cx="4328588" cy="2370943"/>
            <a:chOff x="7763933" y="81944"/>
            <a:chExt cx="4328588" cy="237094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24C487E-B56B-378F-3ECB-8F4C75AA6502}"/>
                </a:ext>
              </a:extLst>
            </p:cNvPr>
            <p:cNvSpPr txBox="1"/>
            <p:nvPr/>
          </p:nvSpPr>
          <p:spPr>
            <a:xfrm>
              <a:off x="8638722" y="81944"/>
              <a:ext cx="2686954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9600"/>
                <a:t>X = Y</a:t>
              </a:r>
              <a:endParaRPr lang="en-AU" sz="960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740259B-6CB5-F639-4EA8-154D270E96F9}"/>
                </a:ext>
              </a:extLst>
            </p:cNvPr>
            <p:cNvSpPr txBox="1"/>
            <p:nvPr/>
          </p:nvSpPr>
          <p:spPr>
            <a:xfrm>
              <a:off x="7871878" y="1529556"/>
              <a:ext cx="4174220" cy="9233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342900" indent="-342900">
                <a:buFont typeface="+mj-lt"/>
                <a:buAutoNum type="arabicPeriod"/>
              </a:pPr>
              <a:r>
                <a:rPr lang="en-CA"/>
                <a:t>Evaluate </a:t>
              </a:r>
              <a:r>
                <a:rPr lang="en-CA" b="1"/>
                <a:t>Y</a:t>
              </a:r>
              <a:r>
                <a:rPr lang="en-CA"/>
                <a:t> to gets it value.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CA"/>
                <a:t>Put a copy of </a:t>
              </a:r>
              <a:r>
                <a:rPr lang="en-CA" b="1"/>
                <a:t>Y</a:t>
              </a:r>
              <a:r>
                <a:rPr lang="en-CA"/>
                <a:t>’s value into variable </a:t>
              </a:r>
              <a:r>
                <a:rPr lang="en-CA" b="1"/>
                <a:t>X</a:t>
              </a:r>
              <a:br>
                <a:rPr lang="en-CA"/>
              </a:br>
              <a:r>
                <a:rPr lang="en-CA"/>
                <a:t>(over-writing the value already in </a:t>
              </a:r>
              <a:r>
                <a:rPr lang="en-CA" b="1"/>
                <a:t>X</a:t>
              </a:r>
              <a:r>
                <a:rPr lang="en-CA"/>
                <a:t>).</a:t>
              </a:r>
              <a:endParaRPr lang="en-AU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0217A69-2D38-1B4E-1FF3-AD6DFC8AA557}"/>
                </a:ext>
              </a:extLst>
            </p:cNvPr>
            <p:cNvSpPr/>
            <p:nvPr/>
          </p:nvSpPr>
          <p:spPr>
            <a:xfrm>
              <a:off x="7763933" y="81945"/>
              <a:ext cx="4328588" cy="23709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5C3CB041-437A-DDC4-FD22-B5E3515334BD}"/>
              </a:ext>
            </a:extLst>
          </p:cNvPr>
          <p:cNvSpPr txBox="1"/>
          <p:nvPr/>
        </p:nvSpPr>
        <p:spPr>
          <a:xfrm>
            <a:off x="1092200" y="2751667"/>
            <a:ext cx="3498073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/>
              <a:t>a = 2</a:t>
            </a:r>
            <a:br>
              <a:rPr lang="en-CA" sz="4400"/>
            </a:br>
            <a:r>
              <a:rPr lang="en-CA" sz="4400"/>
              <a:t>b = 4 + a</a:t>
            </a:r>
            <a:br>
              <a:rPr lang="en-CA" sz="4400"/>
            </a:br>
            <a:r>
              <a:rPr lang="en-CA" sz="4400"/>
              <a:t>c = (b – 1) ** a</a:t>
            </a:r>
            <a:endParaRPr lang="en-AU" sz="4400"/>
          </a:p>
        </p:txBody>
      </p:sp>
    </p:spTree>
    <p:extLst>
      <p:ext uri="{BB962C8B-B14F-4D97-AF65-F5344CB8AC3E}">
        <p14:creationId xmlns:p14="http://schemas.microsoft.com/office/powerpoint/2010/main" val="34617076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692400" cy="1325563"/>
          </a:xfrm>
        </p:spPr>
        <p:txBody>
          <a:bodyPr>
            <a:normAutofit fontScale="90000"/>
          </a:bodyPr>
          <a:lstStyle/>
          <a:p>
            <a:r>
              <a:rPr lang="en-CA"/>
              <a:t>Python’s </a:t>
            </a:r>
            <a:br>
              <a:rPr lang="en-CA"/>
            </a:br>
            <a:r>
              <a:rPr lang="en-CA"/>
              <a:t>Assignment </a:t>
            </a:r>
            <a:br>
              <a:rPr lang="en-CA"/>
            </a:br>
            <a:r>
              <a:rPr lang="en-CA"/>
              <a:t>Statement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35</a:t>
            </a:fld>
            <a:endParaRPr lang="en-AU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C38C3E6-9402-321B-BA52-6E2396A0AF15}"/>
              </a:ext>
            </a:extLst>
          </p:cNvPr>
          <p:cNvGrpSpPr/>
          <p:nvPr/>
        </p:nvGrpSpPr>
        <p:grpSpPr>
          <a:xfrm>
            <a:off x="7817906" y="65011"/>
            <a:ext cx="4328588" cy="2370943"/>
            <a:chOff x="7763933" y="81944"/>
            <a:chExt cx="4328588" cy="237094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24C487E-B56B-378F-3ECB-8F4C75AA6502}"/>
                </a:ext>
              </a:extLst>
            </p:cNvPr>
            <p:cNvSpPr txBox="1"/>
            <p:nvPr/>
          </p:nvSpPr>
          <p:spPr>
            <a:xfrm>
              <a:off x="8638722" y="81944"/>
              <a:ext cx="2686954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9600"/>
                <a:t>X = Y</a:t>
              </a:r>
              <a:endParaRPr lang="en-AU" sz="960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740259B-6CB5-F639-4EA8-154D270E96F9}"/>
                </a:ext>
              </a:extLst>
            </p:cNvPr>
            <p:cNvSpPr txBox="1"/>
            <p:nvPr/>
          </p:nvSpPr>
          <p:spPr>
            <a:xfrm>
              <a:off x="7871878" y="1529556"/>
              <a:ext cx="4174220" cy="9233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342900" indent="-342900">
                <a:buFont typeface="+mj-lt"/>
                <a:buAutoNum type="arabicPeriod"/>
              </a:pPr>
              <a:r>
                <a:rPr lang="en-CA"/>
                <a:t>Evaluate </a:t>
              </a:r>
              <a:r>
                <a:rPr lang="en-CA" b="1"/>
                <a:t>Y</a:t>
              </a:r>
              <a:r>
                <a:rPr lang="en-CA"/>
                <a:t> to gets it value.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CA"/>
                <a:t>Put a copy of </a:t>
              </a:r>
              <a:r>
                <a:rPr lang="en-CA" b="1"/>
                <a:t>Y</a:t>
              </a:r>
              <a:r>
                <a:rPr lang="en-CA"/>
                <a:t>’s value into variable </a:t>
              </a:r>
              <a:r>
                <a:rPr lang="en-CA" b="1"/>
                <a:t>X</a:t>
              </a:r>
              <a:br>
                <a:rPr lang="en-CA"/>
              </a:br>
              <a:r>
                <a:rPr lang="en-CA"/>
                <a:t>(over-writing the value already in </a:t>
              </a:r>
              <a:r>
                <a:rPr lang="en-CA" b="1"/>
                <a:t>X</a:t>
              </a:r>
              <a:r>
                <a:rPr lang="en-CA"/>
                <a:t>).</a:t>
              </a:r>
              <a:endParaRPr lang="en-AU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0217A69-2D38-1B4E-1FF3-AD6DFC8AA557}"/>
                </a:ext>
              </a:extLst>
            </p:cNvPr>
            <p:cNvSpPr/>
            <p:nvPr/>
          </p:nvSpPr>
          <p:spPr>
            <a:xfrm>
              <a:off x="7763933" y="81945"/>
              <a:ext cx="4328588" cy="23709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5C3CB041-437A-DDC4-FD22-B5E3515334BD}"/>
              </a:ext>
            </a:extLst>
          </p:cNvPr>
          <p:cNvSpPr txBox="1"/>
          <p:nvPr/>
        </p:nvSpPr>
        <p:spPr>
          <a:xfrm>
            <a:off x="1092200" y="2751667"/>
            <a:ext cx="3498073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/>
              <a:t>a = 2</a:t>
            </a:r>
            <a:br>
              <a:rPr lang="en-CA" sz="4400"/>
            </a:br>
            <a:r>
              <a:rPr lang="en-CA" sz="4400"/>
              <a:t>b = 4 + a</a:t>
            </a:r>
            <a:br>
              <a:rPr lang="en-CA" sz="4400"/>
            </a:br>
            <a:r>
              <a:rPr lang="en-CA" sz="4400"/>
              <a:t>c = (b – 1) ** a</a:t>
            </a:r>
            <a:endParaRPr lang="en-AU" sz="440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B552CD9-B164-F560-8747-4C8D4E7956EC}"/>
              </a:ext>
            </a:extLst>
          </p:cNvPr>
          <p:cNvGrpSpPr/>
          <p:nvPr/>
        </p:nvGrpSpPr>
        <p:grpSpPr>
          <a:xfrm>
            <a:off x="6289614" y="2698813"/>
            <a:ext cx="1010750" cy="769441"/>
            <a:chOff x="9770747" y="3641159"/>
            <a:chExt cx="1010750" cy="769441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0CA99D2-3F4D-6A00-5007-C91E7D3C6E62}"/>
                </a:ext>
              </a:extLst>
            </p:cNvPr>
            <p:cNvSpPr txBox="1"/>
            <p:nvPr/>
          </p:nvSpPr>
          <p:spPr>
            <a:xfrm>
              <a:off x="10295467" y="3641159"/>
              <a:ext cx="486030" cy="76944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CA" sz="4400"/>
                <a:t>2</a:t>
              </a:r>
              <a:endParaRPr lang="en-AU" sz="440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877FAD7-D14C-AF3E-C871-6BC5030EFCC9}"/>
                </a:ext>
              </a:extLst>
            </p:cNvPr>
            <p:cNvSpPr txBox="1"/>
            <p:nvPr/>
          </p:nvSpPr>
          <p:spPr>
            <a:xfrm>
              <a:off x="9770747" y="3641159"/>
              <a:ext cx="484428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4400"/>
                <a:t>a</a:t>
              </a:r>
              <a:endParaRPr lang="en-AU" sz="4400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EFFAB7A4-1E16-5C74-DA8D-DD2415BFA1FB}"/>
              </a:ext>
            </a:extLst>
          </p:cNvPr>
          <p:cNvSpPr txBox="1"/>
          <p:nvPr/>
        </p:nvSpPr>
        <p:spPr>
          <a:xfrm>
            <a:off x="2960414" y="1828337"/>
            <a:ext cx="3048001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This statement defines the variable </a:t>
            </a:r>
            <a:r>
              <a:rPr lang="en-CA" b="1"/>
              <a:t>a</a:t>
            </a:r>
            <a:r>
              <a:rPr lang="en-CA"/>
              <a:t>, and then assigns it the initial value 2.</a:t>
            </a:r>
            <a:endParaRPr lang="en-AU" b="1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273E1BD-FA06-0E24-9475-B60A7E037EF2}"/>
              </a:ext>
            </a:extLst>
          </p:cNvPr>
          <p:cNvCxnSpPr>
            <a:stCxn id="34" idx="1"/>
          </p:cNvCxnSpPr>
          <p:nvPr/>
        </p:nvCxnSpPr>
        <p:spPr>
          <a:xfrm flipH="1">
            <a:off x="2286000" y="2290002"/>
            <a:ext cx="674414" cy="5717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06CBA53-6F37-5172-DEDD-7A2C398C4F88}"/>
              </a:ext>
            </a:extLst>
          </p:cNvPr>
          <p:cNvCxnSpPr>
            <a:stCxn id="34" idx="3"/>
            <a:endCxn id="26" idx="0"/>
          </p:cNvCxnSpPr>
          <p:nvPr/>
        </p:nvCxnSpPr>
        <p:spPr>
          <a:xfrm>
            <a:off x="6008415" y="2290002"/>
            <a:ext cx="523413" cy="4088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D8506358-E417-DBAA-41F2-8AEF40C050DF}"/>
              </a:ext>
            </a:extLst>
          </p:cNvPr>
          <p:cNvSpPr/>
          <p:nvPr/>
        </p:nvSpPr>
        <p:spPr>
          <a:xfrm>
            <a:off x="1092200" y="2861733"/>
            <a:ext cx="1270000" cy="56726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763872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692400" cy="1325563"/>
          </a:xfrm>
        </p:spPr>
        <p:txBody>
          <a:bodyPr>
            <a:normAutofit fontScale="90000"/>
          </a:bodyPr>
          <a:lstStyle/>
          <a:p>
            <a:r>
              <a:rPr lang="en-CA"/>
              <a:t>Python’s </a:t>
            </a:r>
            <a:br>
              <a:rPr lang="en-CA"/>
            </a:br>
            <a:r>
              <a:rPr lang="en-CA"/>
              <a:t>Assignment </a:t>
            </a:r>
            <a:br>
              <a:rPr lang="en-CA"/>
            </a:br>
            <a:r>
              <a:rPr lang="en-CA"/>
              <a:t>Statement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36</a:t>
            </a:fld>
            <a:endParaRPr lang="en-AU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C38C3E6-9402-321B-BA52-6E2396A0AF15}"/>
              </a:ext>
            </a:extLst>
          </p:cNvPr>
          <p:cNvGrpSpPr/>
          <p:nvPr/>
        </p:nvGrpSpPr>
        <p:grpSpPr>
          <a:xfrm>
            <a:off x="7817906" y="65011"/>
            <a:ext cx="4328588" cy="2370943"/>
            <a:chOff x="7763933" y="81944"/>
            <a:chExt cx="4328588" cy="237094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24C487E-B56B-378F-3ECB-8F4C75AA6502}"/>
                </a:ext>
              </a:extLst>
            </p:cNvPr>
            <p:cNvSpPr txBox="1"/>
            <p:nvPr/>
          </p:nvSpPr>
          <p:spPr>
            <a:xfrm>
              <a:off x="8638722" y="81944"/>
              <a:ext cx="2686954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9600"/>
                <a:t>X = Y</a:t>
              </a:r>
              <a:endParaRPr lang="en-AU" sz="960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740259B-6CB5-F639-4EA8-154D270E96F9}"/>
                </a:ext>
              </a:extLst>
            </p:cNvPr>
            <p:cNvSpPr txBox="1"/>
            <p:nvPr/>
          </p:nvSpPr>
          <p:spPr>
            <a:xfrm>
              <a:off x="7871878" y="1529556"/>
              <a:ext cx="4174220" cy="9233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342900" indent="-342900">
                <a:buFont typeface="+mj-lt"/>
                <a:buAutoNum type="arabicPeriod"/>
              </a:pPr>
              <a:r>
                <a:rPr lang="en-CA"/>
                <a:t>Evaluate </a:t>
              </a:r>
              <a:r>
                <a:rPr lang="en-CA" b="1"/>
                <a:t>Y</a:t>
              </a:r>
              <a:r>
                <a:rPr lang="en-CA"/>
                <a:t> to gets it value.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CA"/>
                <a:t>Put a copy of </a:t>
              </a:r>
              <a:r>
                <a:rPr lang="en-CA" b="1"/>
                <a:t>Y</a:t>
              </a:r>
              <a:r>
                <a:rPr lang="en-CA"/>
                <a:t>’s value into variable </a:t>
              </a:r>
              <a:r>
                <a:rPr lang="en-CA" b="1"/>
                <a:t>X</a:t>
              </a:r>
              <a:br>
                <a:rPr lang="en-CA"/>
              </a:br>
              <a:r>
                <a:rPr lang="en-CA"/>
                <a:t>(over-writing the value already in </a:t>
              </a:r>
              <a:r>
                <a:rPr lang="en-CA" b="1"/>
                <a:t>X</a:t>
              </a:r>
              <a:r>
                <a:rPr lang="en-CA"/>
                <a:t>).</a:t>
              </a:r>
              <a:endParaRPr lang="en-AU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0217A69-2D38-1B4E-1FF3-AD6DFC8AA557}"/>
                </a:ext>
              </a:extLst>
            </p:cNvPr>
            <p:cNvSpPr/>
            <p:nvPr/>
          </p:nvSpPr>
          <p:spPr>
            <a:xfrm>
              <a:off x="7763933" y="81945"/>
              <a:ext cx="4328588" cy="23709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5C3CB041-437A-DDC4-FD22-B5E3515334BD}"/>
              </a:ext>
            </a:extLst>
          </p:cNvPr>
          <p:cNvSpPr txBox="1"/>
          <p:nvPr/>
        </p:nvSpPr>
        <p:spPr>
          <a:xfrm>
            <a:off x="1092200" y="2751667"/>
            <a:ext cx="3498073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/>
              <a:t>a = 2</a:t>
            </a:r>
            <a:br>
              <a:rPr lang="en-CA" sz="4400"/>
            </a:br>
            <a:r>
              <a:rPr lang="en-CA" sz="4400"/>
              <a:t>b = 4 + a</a:t>
            </a:r>
            <a:br>
              <a:rPr lang="en-CA" sz="4400"/>
            </a:br>
            <a:r>
              <a:rPr lang="en-CA" sz="4400"/>
              <a:t>c = (b – 1) ** a</a:t>
            </a:r>
            <a:endParaRPr lang="en-AU" sz="440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B552CD9-B164-F560-8747-4C8D4E7956EC}"/>
              </a:ext>
            </a:extLst>
          </p:cNvPr>
          <p:cNvGrpSpPr/>
          <p:nvPr/>
        </p:nvGrpSpPr>
        <p:grpSpPr>
          <a:xfrm>
            <a:off x="6289614" y="2698813"/>
            <a:ext cx="1010750" cy="769441"/>
            <a:chOff x="9770747" y="3641159"/>
            <a:chExt cx="1010750" cy="769441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0CA99D2-3F4D-6A00-5007-C91E7D3C6E62}"/>
                </a:ext>
              </a:extLst>
            </p:cNvPr>
            <p:cNvSpPr txBox="1"/>
            <p:nvPr/>
          </p:nvSpPr>
          <p:spPr>
            <a:xfrm>
              <a:off x="10295467" y="3641159"/>
              <a:ext cx="486030" cy="76944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CA" sz="4400"/>
                <a:t>2</a:t>
              </a:r>
              <a:endParaRPr lang="en-AU" sz="440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877FAD7-D14C-AF3E-C871-6BC5030EFCC9}"/>
                </a:ext>
              </a:extLst>
            </p:cNvPr>
            <p:cNvSpPr txBox="1"/>
            <p:nvPr/>
          </p:nvSpPr>
          <p:spPr>
            <a:xfrm>
              <a:off x="9770747" y="3641159"/>
              <a:ext cx="484428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4400"/>
                <a:t>a</a:t>
              </a:r>
              <a:endParaRPr lang="en-AU" sz="4400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EFFAB7A4-1E16-5C74-DA8D-DD2415BFA1FB}"/>
              </a:ext>
            </a:extLst>
          </p:cNvPr>
          <p:cNvSpPr txBox="1"/>
          <p:nvPr/>
        </p:nvSpPr>
        <p:spPr>
          <a:xfrm>
            <a:off x="2960414" y="1828337"/>
            <a:ext cx="3048001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This statement defines the variable </a:t>
            </a:r>
            <a:r>
              <a:rPr lang="en-CA" b="1"/>
              <a:t>b </a:t>
            </a:r>
            <a:r>
              <a:rPr lang="en-CA"/>
              <a:t>…</a:t>
            </a:r>
            <a:endParaRPr lang="en-AU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273E1BD-FA06-0E24-9475-B60A7E037EF2}"/>
              </a:ext>
            </a:extLst>
          </p:cNvPr>
          <p:cNvCxnSpPr>
            <a:cxnSpLocks/>
            <a:stCxn id="34" idx="2"/>
          </p:cNvCxnSpPr>
          <p:nvPr/>
        </p:nvCxnSpPr>
        <p:spPr>
          <a:xfrm flipH="1">
            <a:off x="3251200" y="2474668"/>
            <a:ext cx="1233215" cy="9935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EC512816-8A64-0F68-3ABF-34615E984E52}"/>
              </a:ext>
            </a:extLst>
          </p:cNvPr>
          <p:cNvSpPr/>
          <p:nvPr/>
        </p:nvSpPr>
        <p:spPr>
          <a:xfrm>
            <a:off x="1067938" y="3529862"/>
            <a:ext cx="2183262" cy="56726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7D95DFB-2C77-3276-E881-F6A058FAD6EA}"/>
              </a:ext>
            </a:extLst>
          </p:cNvPr>
          <p:cNvGrpSpPr/>
          <p:nvPr/>
        </p:nvGrpSpPr>
        <p:grpSpPr>
          <a:xfrm>
            <a:off x="6289614" y="3787069"/>
            <a:ext cx="993118" cy="769441"/>
            <a:chOff x="9770747" y="3641159"/>
            <a:chExt cx="993118" cy="769441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61964DF-0A22-DD18-4B05-98046DAB7C00}"/>
                </a:ext>
              </a:extLst>
            </p:cNvPr>
            <p:cNvSpPr txBox="1"/>
            <p:nvPr/>
          </p:nvSpPr>
          <p:spPr>
            <a:xfrm>
              <a:off x="10295467" y="3641159"/>
              <a:ext cx="468398" cy="76944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CA" sz="4400"/>
                <a:t>?</a:t>
              </a:r>
              <a:endParaRPr lang="en-AU" sz="440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6834B3E-5FBF-CAD0-B59B-59BF5941DACE}"/>
                </a:ext>
              </a:extLst>
            </p:cNvPr>
            <p:cNvSpPr txBox="1"/>
            <p:nvPr/>
          </p:nvSpPr>
          <p:spPr>
            <a:xfrm>
              <a:off x="9770747" y="3641159"/>
              <a:ext cx="500458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4400"/>
                <a:t>b</a:t>
              </a:r>
              <a:endParaRPr lang="en-AU" sz="4400"/>
            </a:p>
          </p:txBody>
        </p:sp>
      </p:grp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FEB3A4F-1C85-A749-B798-785D74A973FF}"/>
              </a:ext>
            </a:extLst>
          </p:cNvPr>
          <p:cNvCxnSpPr>
            <a:stCxn id="34" idx="2"/>
            <a:endCxn id="17" idx="0"/>
          </p:cNvCxnSpPr>
          <p:nvPr/>
        </p:nvCxnSpPr>
        <p:spPr>
          <a:xfrm>
            <a:off x="4484415" y="2474668"/>
            <a:ext cx="2055428" cy="13124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56864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692400" cy="1325563"/>
          </a:xfrm>
        </p:spPr>
        <p:txBody>
          <a:bodyPr>
            <a:normAutofit fontScale="90000"/>
          </a:bodyPr>
          <a:lstStyle/>
          <a:p>
            <a:r>
              <a:rPr lang="en-CA"/>
              <a:t>Python’s </a:t>
            </a:r>
            <a:br>
              <a:rPr lang="en-CA"/>
            </a:br>
            <a:r>
              <a:rPr lang="en-CA"/>
              <a:t>Assignment </a:t>
            </a:r>
            <a:br>
              <a:rPr lang="en-CA"/>
            </a:br>
            <a:r>
              <a:rPr lang="en-CA"/>
              <a:t>Statement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37</a:t>
            </a:fld>
            <a:endParaRPr lang="en-AU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C38C3E6-9402-321B-BA52-6E2396A0AF15}"/>
              </a:ext>
            </a:extLst>
          </p:cNvPr>
          <p:cNvGrpSpPr/>
          <p:nvPr/>
        </p:nvGrpSpPr>
        <p:grpSpPr>
          <a:xfrm>
            <a:off x="7817906" y="65011"/>
            <a:ext cx="4328588" cy="2370943"/>
            <a:chOff x="7763933" y="81944"/>
            <a:chExt cx="4328588" cy="237094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24C487E-B56B-378F-3ECB-8F4C75AA6502}"/>
                </a:ext>
              </a:extLst>
            </p:cNvPr>
            <p:cNvSpPr txBox="1"/>
            <p:nvPr/>
          </p:nvSpPr>
          <p:spPr>
            <a:xfrm>
              <a:off x="8638722" y="81944"/>
              <a:ext cx="2686954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9600"/>
                <a:t>X = Y</a:t>
              </a:r>
              <a:endParaRPr lang="en-AU" sz="960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740259B-6CB5-F639-4EA8-154D270E96F9}"/>
                </a:ext>
              </a:extLst>
            </p:cNvPr>
            <p:cNvSpPr txBox="1"/>
            <p:nvPr/>
          </p:nvSpPr>
          <p:spPr>
            <a:xfrm>
              <a:off x="7871878" y="1529556"/>
              <a:ext cx="4174220" cy="9233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342900" indent="-342900">
                <a:buFont typeface="+mj-lt"/>
                <a:buAutoNum type="arabicPeriod"/>
              </a:pPr>
              <a:r>
                <a:rPr lang="en-CA"/>
                <a:t>Evaluate </a:t>
              </a:r>
              <a:r>
                <a:rPr lang="en-CA" b="1"/>
                <a:t>Y</a:t>
              </a:r>
              <a:r>
                <a:rPr lang="en-CA"/>
                <a:t> to gets it value.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CA"/>
                <a:t>Put a copy of </a:t>
              </a:r>
              <a:r>
                <a:rPr lang="en-CA" b="1"/>
                <a:t>Y</a:t>
              </a:r>
              <a:r>
                <a:rPr lang="en-CA"/>
                <a:t>’s value into variable </a:t>
              </a:r>
              <a:r>
                <a:rPr lang="en-CA" b="1"/>
                <a:t>X</a:t>
              </a:r>
              <a:br>
                <a:rPr lang="en-CA"/>
              </a:br>
              <a:r>
                <a:rPr lang="en-CA"/>
                <a:t>(over-writing the value already in </a:t>
              </a:r>
              <a:r>
                <a:rPr lang="en-CA" b="1"/>
                <a:t>X</a:t>
              </a:r>
              <a:r>
                <a:rPr lang="en-CA"/>
                <a:t>).</a:t>
              </a:r>
              <a:endParaRPr lang="en-AU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0217A69-2D38-1B4E-1FF3-AD6DFC8AA557}"/>
                </a:ext>
              </a:extLst>
            </p:cNvPr>
            <p:cNvSpPr/>
            <p:nvPr/>
          </p:nvSpPr>
          <p:spPr>
            <a:xfrm>
              <a:off x="7763933" y="81945"/>
              <a:ext cx="4328588" cy="23709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5C3CB041-437A-DDC4-FD22-B5E3515334BD}"/>
              </a:ext>
            </a:extLst>
          </p:cNvPr>
          <p:cNvSpPr txBox="1"/>
          <p:nvPr/>
        </p:nvSpPr>
        <p:spPr>
          <a:xfrm>
            <a:off x="1092200" y="2751667"/>
            <a:ext cx="3498073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/>
              <a:t>a = 2</a:t>
            </a:r>
            <a:br>
              <a:rPr lang="en-CA" sz="4400"/>
            </a:br>
            <a:r>
              <a:rPr lang="en-CA" sz="4400"/>
              <a:t>b = 4 + a</a:t>
            </a:r>
            <a:br>
              <a:rPr lang="en-CA" sz="4400"/>
            </a:br>
            <a:r>
              <a:rPr lang="en-CA" sz="4400"/>
              <a:t>c = (b – 1) ** a</a:t>
            </a:r>
            <a:endParaRPr lang="en-AU" sz="440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B552CD9-B164-F560-8747-4C8D4E7956EC}"/>
              </a:ext>
            </a:extLst>
          </p:cNvPr>
          <p:cNvGrpSpPr/>
          <p:nvPr/>
        </p:nvGrpSpPr>
        <p:grpSpPr>
          <a:xfrm>
            <a:off x="6289614" y="2698813"/>
            <a:ext cx="1010750" cy="769441"/>
            <a:chOff x="9770747" y="3641159"/>
            <a:chExt cx="1010750" cy="769441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0CA99D2-3F4D-6A00-5007-C91E7D3C6E62}"/>
                </a:ext>
              </a:extLst>
            </p:cNvPr>
            <p:cNvSpPr txBox="1"/>
            <p:nvPr/>
          </p:nvSpPr>
          <p:spPr>
            <a:xfrm>
              <a:off x="10295467" y="3641159"/>
              <a:ext cx="486030" cy="76944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CA" sz="4400"/>
                <a:t>2</a:t>
              </a:r>
              <a:endParaRPr lang="en-AU" sz="440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877FAD7-D14C-AF3E-C871-6BC5030EFCC9}"/>
                </a:ext>
              </a:extLst>
            </p:cNvPr>
            <p:cNvSpPr txBox="1"/>
            <p:nvPr/>
          </p:nvSpPr>
          <p:spPr>
            <a:xfrm>
              <a:off x="9770747" y="3641159"/>
              <a:ext cx="484428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4400"/>
                <a:t>a</a:t>
              </a:r>
              <a:endParaRPr lang="en-AU" sz="4400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EFFAB7A4-1E16-5C74-DA8D-DD2415BFA1FB}"/>
              </a:ext>
            </a:extLst>
          </p:cNvPr>
          <p:cNvSpPr txBox="1"/>
          <p:nvPr/>
        </p:nvSpPr>
        <p:spPr>
          <a:xfrm>
            <a:off x="2960414" y="1828337"/>
            <a:ext cx="3048001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Then it evaluates </a:t>
            </a:r>
            <a:r>
              <a:rPr lang="en-CA" b="1"/>
              <a:t>4 + a</a:t>
            </a:r>
            <a:r>
              <a:rPr lang="en-CA"/>
              <a:t> …</a:t>
            </a:r>
            <a:endParaRPr lang="en-AU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273E1BD-FA06-0E24-9475-B60A7E037EF2}"/>
              </a:ext>
            </a:extLst>
          </p:cNvPr>
          <p:cNvCxnSpPr>
            <a:cxnSpLocks/>
            <a:stCxn id="34" idx="2"/>
          </p:cNvCxnSpPr>
          <p:nvPr/>
        </p:nvCxnSpPr>
        <p:spPr>
          <a:xfrm flipH="1">
            <a:off x="3251200" y="2197669"/>
            <a:ext cx="1233215" cy="12705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EC512816-8A64-0F68-3ABF-34615E984E52}"/>
              </a:ext>
            </a:extLst>
          </p:cNvPr>
          <p:cNvSpPr/>
          <p:nvPr/>
        </p:nvSpPr>
        <p:spPr>
          <a:xfrm>
            <a:off x="1067938" y="3529862"/>
            <a:ext cx="2183262" cy="56726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7D95DFB-2C77-3276-E881-F6A058FAD6EA}"/>
              </a:ext>
            </a:extLst>
          </p:cNvPr>
          <p:cNvGrpSpPr/>
          <p:nvPr/>
        </p:nvGrpSpPr>
        <p:grpSpPr>
          <a:xfrm>
            <a:off x="6289614" y="3787069"/>
            <a:ext cx="1010750" cy="769441"/>
            <a:chOff x="9770747" y="3641159"/>
            <a:chExt cx="1010750" cy="769441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61964DF-0A22-DD18-4B05-98046DAB7C00}"/>
                </a:ext>
              </a:extLst>
            </p:cNvPr>
            <p:cNvSpPr txBox="1"/>
            <p:nvPr/>
          </p:nvSpPr>
          <p:spPr>
            <a:xfrm>
              <a:off x="10295467" y="3641159"/>
              <a:ext cx="486030" cy="76944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CA" sz="4400"/>
                <a:t>6</a:t>
              </a:r>
              <a:endParaRPr lang="en-AU" sz="440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6834B3E-5FBF-CAD0-B59B-59BF5941DACE}"/>
                </a:ext>
              </a:extLst>
            </p:cNvPr>
            <p:cNvSpPr txBox="1"/>
            <p:nvPr/>
          </p:nvSpPr>
          <p:spPr>
            <a:xfrm>
              <a:off x="9770747" y="3641159"/>
              <a:ext cx="500458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4400"/>
                <a:t>b</a:t>
              </a:r>
              <a:endParaRPr lang="en-AU" sz="4400"/>
            </a:p>
          </p:txBody>
        </p:sp>
      </p:grp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FEB3A4F-1C85-A749-B798-785D74A973FF}"/>
              </a:ext>
            </a:extLst>
          </p:cNvPr>
          <p:cNvCxnSpPr>
            <a:cxnSpLocks/>
            <a:endCxn id="17" idx="0"/>
          </p:cNvCxnSpPr>
          <p:nvPr/>
        </p:nvCxnSpPr>
        <p:spPr>
          <a:xfrm>
            <a:off x="4484414" y="2202481"/>
            <a:ext cx="2055429" cy="15845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708711A-6ECF-E431-EACD-F6656B70E3DE}"/>
              </a:ext>
            </a:extLst>
          </p:cNvPr>
          <p:cNvSpPr txBox="1"/>
          <p:nvPr/>
        </p:nvSpPr>
        <p:spPr>
          <a:xfrm>
            <a:off x="9042400" y="3034683"/>
            <a:ext cx="2970621" cy="175432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CA"/>
              <a:t>To evaluate </a:t>
            </a:r>
            <a:r>
              <a:rPr lang="en-CA" b="1"/>
              <a:t>4 + a</a:t>
            </a:r>
            <a:r>
              <a:rPr lang="en-CA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/>
              <a:t>Replace </a:t>
            </a:r>
            <a:r>
              <a:rPr lang="en-CA" b="1"/>
              <a:t>a</a:t>
            </a:r>
            <a:r>
              <a:rPr lang="en-CA"/>
              <a:t> with its value 2</a:t>
            </a:r>
            <a:br>
              <a:rPr lang="en-CA"/>
            </a:br>
            <a:r>
              <a:rPr lang="en-CA"/>
              <a:t>4 + </a:t>
            </a:r>
            <a:r>
              <a:rPr lang="en-CA" b="1"/>
              <a:t>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/>
              <a:t>Evaluate 4 + 2</a:t>
            </a:r>
            <a:br>
              <a:rPr lang="en-CA"/>
            </a:br>
            <a:r>
              <a:rPr lang="en-CA" b="1"/>
              <a:t>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/>
              <a:t>Put a copy of </a:t>
            </a:r>
            <a:r>
              <a:rPr lang="en-CA" b="1"/>
              <a:t>6</a:t>
            </a:r>
            <a:r>
              <a:rPr lang="en-CA"/>
              <a:t> into </a:t>
            </a:r>
            <a:r>
              <a:rPr lang="en-CA" b="1"/>
              <a:t>b</a:t>
            </a:r>
            <a:endParaRPr lang="en-AU" b="1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8F4DB19-559D-2288-E0AB-D12D9D9D6A5B}"/>
              </a:ext>
            </a:extLst>
          </p:cNvPr>
          <p:cNvCxnSpPr>
            <a:stCxn id="34" idx="3"/>
          </p:cNvCxnSpPr>
          <p:nvPr/>
        </p:nvCxnSpPr>
        <p:spPr>
          <a:xfrm>
            <a:off x="6008415" y="2013003"/>
            <a:ext cx="2974718" cy="981772"/>
          </a:xfrm>
          <a:prstGeom prst="straightConnector1">
            <a:avLst/>
          </a:prstGeom>
          <a:ln w="31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54581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692400" cy="1325563"/>
          </a:xfrm>
        </p:spPr>
        <p:txBody>
          <a:bodyPr>
            <a:normAutofit fontScale="90000"/>
          </a:bodyPr>
          <a:lstStyle/>
          <a:p>
            <a:r>
              <a:rPr lang="en-CA"/>
              <a:t>Python’s </a:t>
            </a:r>
            <a:br>
              <a:rPr lang="en-CA"/>
            </a:br>
            <a:r>
              <a:rPr lang="en-CA"/>
              <a:t>Assignment </a:t>
            </a:r>
            <a:br>
              <a:rPr lang="en-CA"/>
            </a:br>
            <a:r>
              <a:rPr lang="en-CA"/>
              <a:t>Statement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38</a:t>
            </a:fld>
            <a:endParaRPr lang="en-AU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C38C3E6-9402-321B-BA52-6E2396A0AF15}"/>
              </a:ext>
            </a:extLst>
          </p:cNvPr>
          <p:cNvGrpSpPr/>
          <p:nvPr/>
        </p:nvGrpSpPr>
        <p:grpSpPr>
          <a:xfrm>
            <a:off x="7817906" y="65011"/>
            <a:ext cx="4328588" cy="2370943"/>
            <a:chOff x="7763933" y="81944"/>
            <a:chExt cx="4328588" cy="237094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24C487E-B56B-378F-3ECB-8F4C75AA6502}"/>
                </a:ext>
              </a:extLst>
            </p:cNvPr>
            <p:cNvSpPr txBox="1"/>
            <p:nvPr/>
          </p:nvSpPr>
          <p:spPr>
            <a:xfrm>
              <a:off x="8638722" y="81944"/>
              <a:ext cx="2686954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9600"/>
                <a:t>X = Y</a:t>
              </a:r>
              <a:endParaRPr lang="en-AU" sz="960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740259B-6CB5-F639-4EA8-154D270E96F9}"/>
                </a:ext>
              </a:extLst>
            </p:cNvPr>
            <p:cNvSpPr txBox="1"/>
            <p:nvPr/>
          </p:nvSpPr>
          <p:spPr>
            <a:xfrm>
              <a:off x="7871878" y="1529556"/>
              <a:ext cx="4174220" cy="9233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342900" indent="-342900">
                <a:buFont typeface="+mj-lt"/>
                <a:buAutoNum type="arabicPeriod"/>
              </a:pPr>
              <a:r>
                <a:rPr lang="en-CA"/>
                <a:t>Evaluate </a:t>
              </a:r>
              <a:r>
                <a:rPr lang="en-CA" b="1"/>
                <a:t>Y</a:t>
              </a:r>
              <a:r>
                <a:rPr lang="en-CA"/>
                <a:t> to gets it value.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CA"/>
                <a:t>Put a copy of </a:t>
              </a:r>
              <a:r>
                <a:rPr lang="en-CA" b="1"/>
                <a:t>Y</a:t>
              </a:r>
              <a:r>
                <a:rPr lang="en-CA"/>
                <a:t>’s value into variable </a:t>
              </a:r>
              <a:r>
                <a:rPr lang="en-CA" b="1"/>
                <a:t>X</a:t>
              </a:r>
              <a:br>
                <a:rPr lang="en-CA"/>
              </a:br>
              <a:r>
                <a:rPr lang="en-CA"/>
                <a:t>(over-writing the value already in </a:t>
              </a:r>
              <a:r>
                <a:rPr lang="en-CA" b="1"/>
                <a:t>X</a:t>
              </a:r>
              <a:r>
                <a:rPr lang="en-CA"/>
                <a:t>).</a:t>
              </a:r>
              <a:endParaRPr lang="en-AU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0217A69-2D38-1B4E-1FF3-AD6DFC8AA557}"/>
                </a:ext>
              </a:extLst>
            </p:cNvPr>
            <p:cNvSpPr/>
            <p:nvPr/>
          </p:nvSpPr>
          <p:spPr>
            <a:xfrm>
              <a:off x="7763933" y="81945"/>
              <a:ext cx="4328588" cy="23709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5C3CB041-437A-DDC4-FD22-B5E3515334BD}"/>
              </a:ext>
            </a:extLst>
          </p:cNvPr>
          <p:cNvSpPr txBox="1"/>
          <p:nvPr/>
        </p:nvSpPr>
        <p:spPr>
          <a:xfrm>
            <a:off x="1092200" y="2751667"/>
            <a:ext cx="3498073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/>
              <a:t>a = 2</a:t>
            </a:r>
            <a:br>
              <a:rPr lang="en-CA" sz="4400"/>
            </a:br>
            <a:r>
              <a:rPr lang="en-CA" sz="4400"/>
              <a:t>b = 4 + a</a:t>
            </a:r>
            <a:br>
              <a:rPr lang="en-CA" sz="4400"/>
            </a:br>
            <a:r>
              <a:rPr lang="en-CA" sz="4400"/>
              <a:t>c = (b – 1) ** a</a:t>
            </a:r>
            <a:endParaRPr lang="en-AU" sz="440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B552CD9-B164-F560-8747-4C8D4E7956EC}"/>
              </a:ext>
            </a:extLst>
          </p:cNvPr>
          <p:cNvGrpSpPr/>
          <p:nvPr/>
        </p:nvGrpSpPr>
        <p:grpSpPr>
          <a:xfrm>
            <a:off x="6289614" y="2698813"/>
            <a:ext cx="1010750" cy="769441"/>
            <a:chOff x="9770747" y="3641159"/>
            <a:chExt cx="1010750" cy="769441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0CA99D2-3F4D-6A00-5007-C91E7D3C6E62}"/>
                </a:ext>
              </a:extLst>
            </p:cNvPr>
            <p:cNvSpPr txBox="1"/>
            <p:nvPr/>
          </p:nvSpPr>
          <p:spPr>
            <a:xfrm>
              <a:off x="10295467" y="3641159"/>
              <a:ext cx="486030" cy="76944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CA" sz="4400"/>
                <a:t>2</a:t>
              </a:r>
              <a:endParaRPr lang="en-AU" sz="440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877FAD7-D14C-AF3E-C871-6BC5030EFCC9}"/>
                </a:ext>
              </a:extLst>
            </p:cNvPr>
            <p:cNvSpPr txBox="1"/>
            <p:nvPr/>
          </p:nvSpPr>
          <p:spPr>
            <a:xfrm>
              <a:off x="9770747" y="3641159"/>
              <a:ext cx="484428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4400"/>
                <a:t>a</a:t>
              </a:r>
              <a:endParaRPr lang="en-AU" sz="4400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EFFAB7A4-1E16-5C74-DA8D-DD2415BFA1FB}"/>
              </a:ext>
            </a:extLst>
          </p:cNvPr>
          <p:cNvSpPr txBox="1"/>
          <p:nvPr/>
        </p:nvSpPr>
        <p:spPr>
          <a:xfrm>
            <a:off x="2960414" y="1828337"/>
            <a:ext cx="3048001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This defines variable </a:t>
            </a:r>
            <a:r>
              <a:rPr lang="en-CA" b="1"/>
              <a:t>c</a:t>
            </a:r>
            <a:r>
              <a:rPr lang="en-CA"/>
              <a:t> …</a:t>
            </a:r>
            <a:endParaRPr lang="en-AU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273E1BD-FA06-0E24-9475-B60A7E037EF2}"/>
              </a:ext>
            </a:extLst>
          </p:cNvPr>
          <p:cNvCxnSpPr>
            <a:cxnSpLocks/>
            <a:stCxn id="34" idx="2"/>
          </p:cNvCxnSpPr>
          <p:nvPr/>
        </p:nvCxnSpPr>
        <p:spPr>
          <a:xfrm flipH="1">
            <a:off x="3725333" y="2197669"/>
            <a:ext cx="759082" cy="19001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EC512816-8A64-0F68-3ABF-34615E984E52}"/>
              </a:ext>
            </a:extLst>
          </p:cNvPr>
          <p:cNvSpPr/>
          <p:nvPr/>
        </p:nvSpPr>
        <p:spPr>
          <a:xfrm>
            <a:off x="1092200" y="4221742"/>
            <a:ext cx="3455378" cy="56726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7D95DFB-2C77-3276-E881-F6A058FAD6EA}"/>
              </a:ext>
            </a:extLst>
          </p:cNvPr>
          <p:cNvGrpSpPr/>
          <p:nvPr/>
        </p:nvGrpSpPr>
        <p:grpSpPr>
          <a:xfrm>
            <a:off x="6289614" y="3787069"/>
            <a:ext cx="1010750" cy="769441"/>
            <a:chOff x="9770747" y="3641159"/>
            <a:chExt cx="1010750" cy="769441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61964DF-0A22-DD18-4B05-98046DAB7C00}"/>
                </a:ext>
              </a:extLst>
            </p:cNvPr>
            <p:cNvSpPr txBox="1"/>
            <p:nvPr/>
          </p:nvSpPr>
          <p:spPr>
            <a:xfrm>
              <a:off x="10295467" y="3641159"/>
              <a:ext cx="486030" cy="76944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CA" sz="4400"/>
                <a:t>6</a:t>
              </a:r>
              <a:endParaRPr lang="en-AU" sz="440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6834B3E-5FBF-CAD0-B59B-59BF5941DACE}"/>
                </a:ext>
              </a:extLst>
            </p:cNvPr>
            <p:cNvSpPr txBox="1"/>
            <p:nvPr/>
          </p:nvSpPr>
          <p:spPr>
            <a:xfrm>
              <a:off x="9770747" y="3641159"/>
              <a:ext cx="500458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4400"/>
                <a:t>b</a:t>
              </a:r>
              <a:endParaRPr lang="en-AU" sz="4400"/>
            </a:p>
          </p:txBody>
        </p:sp>
      </p:grp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FEB3A4F-1C85-A749-B798-785D74A973FF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4484414" y="2202481"/>
            <a:ext cx="2047414" cy="26728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E04A6AE7-5F0C-30EC-AD91-A42E98371757}"/>
              </a:ext>
            </a:extLst>
          </p:cNvPr>
          <p:cNvGrpSpPr/>
          <p:nvPr/>
        </p:nvGrpSpPr>
        <p:grpSpPr>
          <a:xfrm>
            <a:off x="6289614" y="4875325"/>
            <a:ext cx="993118" cy="769441"/>
            <a:chOff x="9770747" y="3641159"/>
            <a:chExt cx="993118" cy="769441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BC2C10F-84A7-2261-4AC5-9EF4949A870A}"/>
                </a:ext>
              </a:extLst>
            </p:cNvPr>
            <p:cNvSpPr txBox="1"/>
            <p:nvPr/>
          </p:nvSpPr>
          <p:spPr>
            <a:xfrm>
              <a:off x="10295467" y="3641159"/>
              <a:ext cx="468398" cy="76944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CA" sz="4400"/>
                <a:t>?</a:t>
              </a:r>
              <a:endParaRPr lang="en-AU" sz="440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F9E51D8-A935-2F8A-A88C-D29C6064ED73}"/>
                </a:ext>
              </a:extLst>
            </p:cNvPr>
            <p:cNvSpPr txBox="1"/>
            <p:nvPr/>
          </p:nvSpPr>
          <p:spPr>
            <a:xfrm>
              <a:off x="9770747" y="3641159"/>
              <a:ext cx="484428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4400"/>
                <a:t>c</a:t>
              </a:r>
              <a:endParaRPr lang="en-AU" sz="4400"/>
            </a:p>
          </p:txBody>
        </p:sp>
      </p:grpSp>
    </p:spTree>
    <p:extLst>
      <p:ext uri="{BB962C8B-B14F-4D97-AF65-F5344CB8AC3E}">
        <p14:creationId xmlns:p14="http://schemas.microsoft.com/office/powerpoint/2010/main" val="42080340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692400" cy="1325563"/>
          </a:xfrm>
        </p:spPr>
        <p:txBody>
          <a:bodyPr>
            <a:normAutofit fontScale="90000"/>
          </a:bodyPr>
          <a:lstStyle/>
          <a:p>
            <a:r>
              <a:rPr lang="en-CA"/>
              <a:t>Python’s </a:t>
            </a:r>
            <a:br>
              <a:rPr lang="en-CA"/>
            </a:br>
            <a:r>
              <a:rPr lang="en-CA"/>
              <a:t>Assignment </a:t>
            </a:r>
            <a:br>
              <a:rPr lang="en-CA"/>
            </a:br>
            <a:r>
              <a:rPr lang="en-CA"/>
              <a:t>Statement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39</a:t>
            </a:fld>
            <a:endParaRPr lang="en-AU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C38C3E6-9402-321B-BA52-6E2396A0AF15}"/>
              </a:ext>
            </a:extLst>
          </p:cNvPr>
          <p:cNvGrpSpPr/>
          <p:nvPr/>
        </p:nvGrpSpPr>
        <p:grpSpPr>
          <a:xfrm>
            <a:off x="7817906" y="65011"/>
            <a:ext cx="4328588" cy="2370943"/>
            <a:chOff x="7763933" y="81944"/>
            <a:chExt cx="4328588" cy="237094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24C487E-B56B-378F-3ECB-8F4C75AA6502}"/>
                </a:ext>
              </a:extLst>
            </p:cNvPr>
            <p:cNvSpPr txBox="1"/>
            <p:nvPr/>
          </p:nvSpPr>
          <p:spPr>
            <a:xfrm>
              <a:off x="8638722" y="81944"/>
              <a:ext cx="2686954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9600"/>
                <a:t>X = Y</a:t>
              </a:r>
              <a:endParaRPr lang="en-AU" sz="960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740259B-6CB5-F639-4EA8-154D270E96F9}"/>
                </a:ext>
              </a:extLst>
            </p:cNvPr>
            <p:cNvSpPr txBox="1"/>
            <p:nvPr/>
          </p:nvSpPr>
          <p:spPr>
            <a:xfrm>
              <a:off x="7871878" y="1529556"/>
              <a:ext cx="4174220" cy="9233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342900" indent="-342900">
                <a:buFont typeface="+mj-lt"/>
                <a:buAutoNum type="arabicPeriod"/>
              </a:pPr>
              <a:r>
                <a:rPr lang="en-CA"/>
                <a:t>Evaluate </a:t>
              </a:r>
              <a:r>
                <a:rPr lang="en-CA" b="1"/>
                <a:t>Y</a:t>
              </a:r>
              <a:r>
                <a:rPr lang="en-CA"/>
                <a:t> to gets it value.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CA"/>
                <a:t>Put a copy of </a:t>
              </a:r>
              <a:r>
                <a:rPr lang="en-CA" b="1"/>
                <a:t>Y</a:t>
              </a:r>
              <a:r>
                <a:rPr lang="en-CA"/>
                <a:t>’s value into variable </a:t>
              </a:r>
              <a:r>
                <a:rPr lang="en-CA" b="1"/>
                <a:t>X</a:t>
              </a:r>
              <a:br>
                <a:rPr lang="en-CA"/>
              </a:br>
              <a:r>
                <a:rPr lang="en-CA"/>
                <a:t>(over-writing the value already in </a:t>
              </a:r>
              <a:r>
                <a:rPr lang="en-CA" b="1"/>
                <a:t>X</a:t>
              </a:r>
              <a:r>
                <a:rPr lang="en-CA"/>
                <a:t>).</a:t>
              </a:r>
              <a:endParaRPr lang="en-AU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0217A69-2D38-1B4E-1FF3-AD6DFC8AA557}"/>
                </a:ext>
              </a:extLst>
            </p:cNvPr>
            <p:cNvSpPr/>
            <p:nvPr/>
          </p:nvSpPr>
          <p:spPr>
            <a:xfrm>
              <a:off x="7763933" y="81945"/>
              <a:ext cx="4328588" cy="23709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5C3CB041-437A-DDC4-FD22-B5E3515334BD}"/>
              </a:ext>
            </a:extLst>
          </p:cNvPr>
          <p:cNvSpPr txBox="1"/>
          <p:nvPr/>
        </p:nvSpPr>
        <p:spPr>
          <a:xfrm>
            <a:off x="1092200" y="2751667"/>
            <a:ext cx="3498073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/>
              <a:t>a = 2</a:t>
            </a:r>
            <a:br>
              <a:rPr lang="en-CA" sz="4400"/>
            </a:br>
            <a:r>
              <a:rPr lang="en-CA" sz="4400"/>
              <a:t>b = 4 + a</a:t>
            </a:r>
            <a:br>
              <a:rPr lang="en-CA" sz="4400"/>
            </a:br>
            <a:r>
              <a:rPr lang="en-CA" sz="4400"/>
              <a:t>c = (b – 1) ** a</a:t>
            </a:r>
            <a:endParaRPr lang="en-AU" sz="440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B552CD9-B164-F560-8747-4C8D4E7956EC}"/>
              </a:ext>
            </a:extLst>
          </p:cNvPr>
          <p:cNvGrpSpPr/>
          <p:nvPr/>
        </p:nvGrpSpPr>
        <p:grpSpPr>
          <a:xfrm>
            <a:off x="6289614" y="2698813"/>
            <a:ext cx="1010750" cy="769441"/>
            <a:chOff x="9770747" y="3641159"/>
            <a:chExt cx="1010750" cy="769441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0CA99D2-3F4D-6A00-5007-C91E7D3C6E62}"/>
                </a:ext>
              </a:extLst>
            </p:cNvPr>
            <p:cNvSpPr txBox="1"/>
            <p:nvPr/>
          </p:nvSpPr>
          <p:spPr>
            <a:xfrm>
              <a:off x="10295467" y="3641159"/>
              <a:ext cx="486030" cy="76944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CA" sz="4400"/>
                <a:t>2</a:t>
              </a:r>
              <a:endParaRPr lang="en-AU" sz="440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877FAD7-D14C-AF3E-C871-6BC5030EFCC9}"/>
                </a:ext>
              </a:extLst>
            </p:cNvPr>
            <p:cNvSpPr txBox="1"/>
            <p:nvPr/>
          </p:nvSpPr>
          <p:spPr>
            <a:xfrm>
              <a:off x="9770747" y="3641159"/>
              <a:ext cx="484428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4400"/>
                <a:t>a</a:t>
              </a:r>
              <a:endParaRPr lang="en-AU" sz="4400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EFFAB7A4-1E16-5C74-DA8D-DD2415BFA1FB}"/>
              </a:ext>
            </a:extLst>
          </p:cNvPr>
          <p:cNvSpPr txBox="1"/>
          <p:nvPr/>
        </p:nvSpPr>
        <p:spPr>
          <a:xfrm>
            <a:off x="2960414" y="1828337"/>
            <a:ext cx="3048001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Then evaluate </a:t>
            </a:r>
            <a:r>
              <a:rPr lang="en-CA" b="1"/>
              <a:t>(b - 1) ** a</a:t>
            </a:r>
            <a:r>
              <a:rPr lang="en-CA"/>
              <a:t> …</a:t>
            </a:r>
            <a:endParaRPr lang="en-AU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273E1BD-FA06-0E24-9475-B60A7E037EF2}"/>
              </a:ext>
            </a:extLst>
          </p:cNvPr>
          <p:cNvCxnSpPr>
            <a:cxnSpLocks/>
            <a:stCxn id="34" idx="2"/>
          </p:cNvCxnSpPr>
          <p:nvPr/>
        </p:nvCxnSpPr>
        <p:spPr>
          <a:xfrm flipH="1">
            <a:off x="3725333" y="2197669"/>
            <a:ext cx="759082" cy="19001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EC512816-8A64-0F68-3ABF-34615E984E52}"/>
              </a:ext>
            </a:extLst>
          </p:cNvPr>
          <p:cNvSpPr/>
          <p:nvPr/>
        </p:nvSpPr>
        <p:spPr>
          <a:xfrm>
            <a:off x="1092200" y="4221742"/>
            <a:ext cx="3455378" cy="56726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7D95DFB-2C77-3276-E881-F6A058FAD6EA}"/>
              </a:ext>
            </a:extLst>
          </p:cNvPr>
          <p:cNvGrpSpPr/>
          <p:nvPr/>
        </p:nvGrpSpPr>
        <p:grpSpPr>
          <a:xfrm>
            <a:off x="6289614" y="3787069"/>
            <a:ext cx="1010750" cy="769441"/>
            <a:chOff x="9770747" y="3641159"/>
            <a:chExt cx="1010750" cy="769441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61964DF-0A22-DD18-4B05-98046DAB7C00}"/>
                </a:ext>
              </a:extLst>
            </p:cNvPr>
            <p:cNvSpPr txBox="1"/>
            <p:nvPr/>
          </p:nvSpPr>
          <p:spPr>
            <a:xfrm>
              <a:off x="10295467" y="3641159"/>
              <a:ext cx="486030" cy="76944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CA" sz="4400"/>
                <a:t>6</a:t>
              </a:r>
              <a:endParaRPr lang="en-AU" sz="440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6834B3E-5FBF-CAD0-B59B-59BF5941DACE}"/>
                </a:ext>
              </a:extLst>
            </p:cNvPr>
            <p:cNvSpPr txBox="1"/>
            <p:nvPr/>
          </p:nvSpPr>
          <p:spPr>
            <a:xfrm>
              <a:off x="9770747" y="3641159"/>
              <a:ext cx="500458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4400"/>
                <a:t>b</a:t>
              </a:r>
              <a:endParaRPr lang="en-AU" sz="4400"/>
            </a:p>
          </p:txBody>
        </p:sp>
      </p:grp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FEB3A4F-1C85-A749-B798-785D74A973FF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4484414" y="2202481"/>
            <a:ext cx="2047414" cy="26728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708711A-6ECF-E431-EACD-F6656B70E3DE}"/>
              </a:ext>
            </a:extLst>
          </p:cNvPr>
          <p:cNvSpPr txBox="1"/>
          <p:nvPr/>
        </p:nvSpPr>
        <p:spPr>
          <a:xfrm>
            <a:off x="9042400" y="3034683"/>
            <a:ext cx="2977033" cy="286232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CA"/>
              <a:t>To evaluate </a:t>
            </a:r>
            <a:r>
              <a:rPr lang="en-CA" b="1"/>
              <a:t>(b – 1) ** a</a:t>
            </a:r>
            <a:r>
              <a:rPr lang="en-CA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/>
              <a:t>Replace </a:t>
            </a:r>
            <a:r>
              <a:rPr lang="en-CA" b="1"/>
              <a:t>a</a:t>
            </a:r>
            <a:r>
              <a:rPr lang="en-CA"/>
              <a:t> with its value 2</a:t>
            </a:r>
            <a:br>
              <a:rPr lang="en-CA"/>
            </a:br>
            <a:r>
              <a:rPr lang="en-CA"/>
              <a:t>(b – 1) ** </a:t>
            </a:r>
            <a:r>
              <a:rPr lang="en-CA" b="1"/>
              <a:t>2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/>
              <a:t>Replace </a:t>
            </a:r>
            <a:r>
              <a:rPr lang="en-CA" b="1"/>
              <a:t>b</a:t>
            </a:r>
            <a:r>
              <a:rPr lang="en-CA"/>
              <a:t> with its value 6</a:t>
            </a:r>
            <a:br>
              <a:rPr lang="en-CA"/>
            </a:br>
            <a:r>
              <a:rPr lang="en-CA"/>
              <a:t>(</a:t>
            </a:r>
            <a:r>
              <a:rPr lang="en-CA" b="1"/>
              <a:t>6</a:t>
            </a:r>
            <a:r>
              <a:rPr lang="en-CA"/>
              <a:t> – 1) **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/>
              <a:t>Evaluate 6 – 1</a:t>
            </a:r>
            <a:br>
              <a:rPr lang="en-CA"/>
            </a:br>
            <a:r>
              <a:rPr lang="en-CA" b="1"/>
              <a:t>5</a:t>
            </a:r>
            <a:r>
              <a:rPr lang="en-CA"/>
              <a:t> **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/>
              <a:t>Evaluate 5 ** 2</a:t>
            </a:r>
            <a:br>
              <a:rPr lang="en-CA"/>
            </a:br>
            <a:r>
              <a:rPr lang="en-CA" b="1"/>
              <a:t>25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/>
              <a:t>Put 25 into </a:t>
            </a:r>
            <a:r>
              <a:rPr lang="en-CA" b="1"/>
              <a:t>c</a:t>
            </a:r>
            <a:endParaRPr lang="en-AU" b="1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8F4DB19-559D-2288-E0AB-D12D9D9D6A5B}"/>
              </a:ext>
            </a:extLst>
          </p:cNvPr>
          <p:cNvCxnSpPr>
            <a:stCxn id="34" idx="3"/>
          </p:cNvCxnSpPr>
          <p:nvPr/>
        </p:nvCxnSpPr>
        <p:spPr>
          <a:xfrm>
            <a:off x="6008415" y="2013003"/>
            <a:ext cx="2974718" cy="981772"/>
          </a:xfrm>
          <a:prstGeom prst="straightConnector1">
            <a:avLst/>
          </a:prstGeom>
          <a:ln w="31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E04A6AE7-5F0C-30EC-AD91-A42E98371757}"/>
              </a:ext>
            </a:extLst>
          </p:cNvPr>
          <p:cNvGrpSpPr/>
          <p:nvPr/>
        </p:nvGrpSpPr>
        <p:grpSpPr>
          <a:xfrm>
            <a:off x="6289614" y="4875325"/>
            <a:ext cx="1312115" cy="769441"/>
            <a:chOff x="9770747" y="3641159"/>
            <a:chExt cx="1312115" cy="769441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BC2C10F-84A7-2261-4AC5-9EF4949A870A}"/>
                </a:ext>
              </a:extLst>
            </p:cNvPr>
            <p:cNvSpPr txBox="1"/>
            <p:nvPr/>
          </p:nvSpPr>
          <p:spPr>
            <a:xfrm>
              <a:off x="10295467" y="3641159"/>
              <a:ext cx="787395" cy="76944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CA" sz="4400"/>
                <a:t>25</a:t>
              </a:r>
              <a:endParaRPr lang="en-AU" sz="440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F9E51D8-A935-2F8A-A88C-D29C6064ED73}"/>
                </a:ext>
              </a:extLst>
            </p:cNvPr>
            <p:cNvSpPr txBox="1"/>
            <p:nvPr/>
          </p:nvSpPr>
          <p:spPr>
            <a:xfrm>
              <a:off x="9770747" y="3641159"/>
              <a:ext cx="484428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4400"/>
                <a:t>c</a:t>
              </a:r>
              <a:endParaRPr lang="en-AU" sz="4400"/>
            </a:p>
          </p:txBody>
        </p:sp>
      </p:grpSp>
    </p:spTree>
    <p:extLst>
      <p:ext uri="{BB962C8B-B14F-4D97-AF65-F5344CB8AC3E}">
        <p14:creationId xmlns:p14="http://schemas.microsoft.com/office/powerpoint/2010/main" val="357978850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A460E-7EE2-B2B4-50C0-B11C29D1A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52828-FF46-9CB1-CB66-21DDB19ED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692400" cy="1325563"/>
          </a:xfrm>
        </p:spPr>
        <p:txBody>
          <a:bodyPr>
            <a:normAutofit fontScale="90000"/>
          </a:bodyPr>
          <a:lstStyle/>
          <a:p>
            <a:r>
              <a:rPr lang="en-CA"/>
              <a:t>Python’s </a:t>
            </a:r>
            <a:br>
              <a:rPr lang="en-CA"/>
            </a:br>
            <a:r>
              <a:rPr lang="en-CA"/>
              <a:t>Assignment </a:t>
            </a:r>
            <a:br>
              <a:rPr lang="en-CA"/>
            </a:br>
            <a:r>
              <a:rPr lang="en-CA"/>
              <a:t>Statement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878F87-7DD0-AACC-C61E-ED08F726A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40</a:t>
            </a:fld>
            <a:endParaRPr lang="en-AU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69DA9F8-FF54-F630-5323-1A11C2FC3CDA}"/>
              </a:ext>
            </a:extLst>
          </p:cNvPr>
          <p:cNvGrpSpPr/>
          <p:nvPr/>
        </p:nvGrpSpPr>
        <p:grpSpPr>
          <a:xfrm>
            <a:off x="7817906" y="65011"/>
            <a:ext cx="4328588" cy="2370943"/>
            <a:chOff x="7763933" y="81944"/>
            <a:chExt cx="4328588" cy="237094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C897C08-1F68-6BEB-BCEB-E0871F2A1760}"/>
                </a:ext>
              </a:extLst>
            </p:cNvPr>
            <p:cNvSpPr txBox="1"/>
            <p:nvPr/>
          </p:nvSpPr>
          <p:spPr>
            <a:xfrm>
              <a:off x="8638722" y="81944"/>
              <a:ext cx="2686954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9600"/>
                <a:t>X = Y</a:t>
              </a:r>
              <a:endParaRPr lang="en-AU" sz="960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A6F6CDC-6646-E54C-B670-4E9FA0549904}"/>
                </a:ext>
              </a:extLst>
            </p:cNvPr>
            <p:cNvSpPr txBox="1"/>
            <p:nvPr/>
          </p:nvSpPr>
          <p:spPr>
            <a:xfrm>
              <a:off x="7871878" y="1529556"/>
              <a:ext cx="4174220" cy="9233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342900" indent="-342900">
                <a:buFont typeface="+mj-lt"/>
                <a:buAutoNum type="arabicPeriod"/>
              </a:pPr>
              <a:r>
                <a:rPr lang="en-CA"/>
                <a:t>Evaluate </a:t>
              </a:r>
              <a:r>
                <a:rPr lang="en-CA" b="1"/>
                <a:t>Y</a:t>
              </a:r>
              <a:r>
                <a:rPr lang="en-CA"/>
                <a:t> to gets it value.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CA"/>
                <a:t>Put a copy of </a:t>
              </a:r>
              <a:r>
                <a:rPr lang="en-CA" b="1"/>
                <a:t>Y</a:t>
              </a:r>
              <a:r>
                <a:rPr lang="en-CA"/>
                <a:t>’s value into variable </a:t>
              </a:r>
              <a:r>
                <a:rPr lang="en-CA" b="1"/>
                <a:t>X</a:t>
              </a:r>
              <a:br>
                <a:rPr lang="en-CA"/>
              </a:br>
              <a:r>
                <a:rPr lang="en-CA"/>
                <a:t>(over-writing the value already in </a:t>
              </a:r>
              <a:r>
                <a:rPr lang="en-CA" b="1"/>
                <a:t>X</a:t>
              </a:r>
              <a:r>
                <a:rPr lang="en-CA"/>
                <a:t>).</a:t>
              </a:r>
              <a:endParaRPr lang="en-AU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0993AE0-0325-88F1-0B79-B19C3123A7C5}"/>
                </a:ext>
              </a:extLst>
            </p:cNvPr>
            <p:cNvSpPr/>
            <p:nvPr/>
          </p:nvSpPr>
          <p:spPr>
            <a:xfrm>
              <a:off x="7763933" y="81945"/>
              <a:ext cx="4328588" cy="23709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145212C4-04A1-CD76-419F-262CCC1E0F50}"/>
              </a:ext>
            </a:extLst>
          </p:cNvPr>
          <p:cNvSpPr txBox="1"/>
          <p:nvPr/>
        </p:nvSpPr>
        <p:spPr>
          <a:xfrm>
            <a:off x="1092200" y="2751667"/>
            <a:ext cx="3498073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/>
              <a:t>a = 2</a:t>
            </a:r>
            <a:br>
              <a:rPr lang="en-CA" sz="4400"/>
            </a:br>
            <a:r>
              <a:rPr lang="en-CA" sz="4400"/>
              <a:t>b = 4 + a</a:t>
            </a:r>
            <a:br>
              <a:rPr lang="en-CA" sz="4400"/>
            </a:br>
            <a:r>
              <a:rPr lang="en-CA" sz="4400"/>
              <a:t>c = (b – 1) ** a</a:t>
            </a:r>
            <a:endParaRPr lang="en-AU" sz="44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8F8AD67-7425-16F5-3908-B0237947F1D1}"/>
              </a:ext>
            </a:extLst>
          </p:cNvPr>
          <p:cNvSpPr txBox="1"/>
          <p:nvPr/>
        </p:nvSpPr>
        <p:spPr>
          <a:xfrm>
            <a:off x="4032855" y="1099316"/>
            <a:ext cx="3048001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/>
              <a:t>Important</a:t>
            </a:r>
            <a:r>
              <a:rPr lang="en-CA"/>
              <a:t>: the first time you assign a value to a variable, you also define that variable into existence.</a:t>
            </a:r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71EC51-8952-48D8-45A0-672C65170D30}"/>
              </a:ext>
            </a:extLst>
          </p:cNvPr>
          <p:cNvSpPr txBox="1"/>
          <p:nvPr/>
        </p:nvSpPr>
        <p:spPr>
          <a:xfrm>
            <a:off x="5437916" y="3034683"/>
            <a:ext cx="3048001" cy="175432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/>
              <a:t>Each of these statements does two things: </a:t>
            </a:r>
          </a:p>
          <a:p>
            <a:pPr marL="342900" indent="-342900">
              <a:buFont typeface="+mj-lt"/>
              <a:buAutoNum type="arabicPeriod"/>
            </a:pPr>
            <a:r>
              <a:rPr lang="en-CA"/>
              <a:t>They define the variable on the left.</a:t>
            </a:r>
          </a:p>
          <a:p>
            <a:pPr marL="342900" indent="-342900">
              <a:buFont typeface="+mj-lt"/>
              <a:buAutoNum type="arabicPeriod"/>
            </a:pPr>
            <a:r>
              <a:rPr lang="en-CA"/>
              <a:t>They assign it an initial value.</a:t>
            </a:r>
            <a:endParaRPr lang="en-AU"/>
          </a:p>
        </p:txBody>
      </p:sp>
      <p:sp>
        <p:nvSpPr>
          <p:cNvPr id="18" name="Right Brace 17">
            <a:extLst>
              <a:ext uri="{FF2B5EF4-FFF2-40B4-BE49-F238E27FC236}">
                <a16:creationId xmlns:a16="http://schemas.microsoft.com/office/drawing/2014/main" id="{6520FCA8-5CF5-6D32-0FD0-867ED3049555}"/>
              </a:ext>
            </a:extLst>
          </p:cNvPr>
          <p:cNvSpPr/>
          <p:nvPr/>
        </p:nvSpPr>
        <p:spPr>
          <a:xfrm>
            <a:off x="4675909" y="2930236"/>
            <a:ext cx="446809" cy="1945089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26420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C34E3-CF95-9DEB-AC78-77BAE1723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90B12-2C03-3675-14FB-E70ABFA81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692400" cy="1325563"/>
          </a:xfrm>
        </p:spPr>
        <p:txBody>
          <a:bodyPr>
            <a:normAutofit fontScale="90000"/>
          </a:bodyPr>
          <a:lstStyle/>
          <a:p>
            <a:r>
              <a:rPr lang="en-CA"/>
              <a:t>Python’s </a:t>
            </a:r>
            <a:br>
              <a:rPr lang="en-CA"/>
            </a:br>
            <a:r>
              <a:rPr lang="en-CA"/>
              <a:t>Assignment </a:t>
            </a:r>
            <a:br>
              <a:rPr lang="en-CA"/>
            </a:br>
            <a:r>
              <a:rPr lang="en-CA"/>
              <a:t>Statement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4092BC-BF0E-A3A8-8BA4-0CACEF850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41</a:t>
            </a:fld>
            <a:endParaRPr lang="en-AU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CD6D1FC-1C9B-AF62-0C10-11A27C560FB7}"/>
              </a:ext>
            </a:extLst>
          </p:cNvPr>
          <p:cNvGrpSpPr/>
          <p:nvPr/>
        </p:nvGrpSpPr>
        <p:grpSpPr>
          <a:xfrm>
            <a:off x="7817906" y="65011"/>
            <a:ext cx="4328588" cy="2370943"/>
            <a:chOff x="7763933" y="81944"/>
            <a:chExt cx="4328588" cy="237094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11F7EA9-80FA-B29D-DFE7-ADE6570AE200}"/>
                </a:ext>
              </a:extLst>
            </p:cNvPr>
            <p:cNvSpPr txBox="1"/>
            <p:nvPr/>
          </p:nvSpPr>
          <p:spPr>
            <a:xfrm>
              <a:off x="8638722" y="81944"/>
              <a:ext cx="2686954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9600"/>
                <a:t>X = Y</a:t>
              </a:r>
              <a:endParaRPr lang="en-AU" sz="960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E656A93-E728-2733-CFF6-BDFB0B2F207C}"/>
                </a:ext>
              </a:extLst>
            </p:cNvPr>
            <p:cNvSpPr txBox="1"/>
            <p:nvPr/>
          </p:nvSpPr>
          <p:spPr>
            <a:xfrm>
              <a:off x="7871878" y="1529556"/>
              <a:ext cx="4174220" cy="9233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342900" indent="-342900">
                <a:buFont typeface="+mj-lt"/>
                <a:buAutoNum type="arabicPeriod"/>
              </a:pPr>
              <a:r>
                <a:rPr lang="en-CA"/>
                <a:t>Evaluate </a:t>
              </a:r>
              <a:r>
                <a:rPr lang="en-CA" b="1"/>
                <a:t>Y</a:t>
              </a:r>
              <a:r>
                <a:rPr lang="en-CA"/>
                <a:t> to gets it value.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CA"/>
                <a:t>Put a copy of </a:t>
              </a:r>
              <a:r>
                <a:rPr lang="en-CA" b="1"/>
                <a:t>Y</a:t>
              </a:r>
              <a:r>
                <a:rPr lang="en-CA"/>
                <a:t>’s value into variable </a:t>
              </a:r>
              <a:r>
                <a:rPr lang="en-CA" b="1"/>
                <a:t>X</a:t>
              </a:r>
              <a:br>
                <a:rPr lang="en-CA"/>
              </a:br>
              <a:r>
                <a:rPr lang="en-CA"/>
                <a:t>(over-writing the value already in </a:t>
              </a:r>
              <a:r>
                <a:rPr lang="en-CA" b="1"/>
                <a:t>X</a:t>
              </a:r>
              <a:r>
                <a:rPr lang="en-CA"/>
                <a:t>).</a:t>
              </a:r>
              <a:endParaRPr lang="en-AU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1E2F27D-6D36-2246-FB9F-0FF298B4B17A}"/>
                </a:ext>
              </a:extLst>
            </p:cNvPr>
            <p:cNvSpPr/>
            <p:nvPr/>
          </p:nvSpPr>
          <p:spPr>
            <a:xfrm>
              <a:off x="7763933" y="81945"/>
              <a:ext cx="4328588" cy="23709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B2754BED-E695-9711-0B9A-4D943A1373CB}"/>
              </a:ext>
            </a:extLst>
          </p:cNvPr>
          <p:cNvSpPr txBox="1"/>
          <p:nvPr/>
        </p:nvSpPr>
        <p:spPr>
          <a:xfrm>
            <a:off x="1092200" y="2751667"/>
            <a:ext cx="3498073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/>
              <a:t>a = 2</a:t>
            </a:r>
          </a:p>
          <a:p>
            <a:r>
              <a:rPr lang="en-CA" sz="4400">
                <a:solidFill>
                  <a:srgbClr val="FF0000"/>
                </a:solidFill>
              </a:rPr>
              <a:t>a = 2 + a</a:t>
            </a:r>
            <a:br>
              <a:rPr lang="en-CA" sz="4400"/>
            </a:br>
            <a:r>
              <a:rPr lang="en-CA" sz="4400"/>
              <a:t>b = 4 + a</a:t>
            </a:r>
            <a:br>
              <a:rPr lang="en-CA" sz="4400"/>
            </a:br>
            <a:r>
              <a:rPr lang="en-CA" sz="4400"/>
              <a:t>c = (b – 1) ** a</a:t>
            </a:r>
            <a:endParaRPr lang="en-AU" sz="44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FFC9F47-E71B-15EF-4394-9BC5AFE81178}"/>
              </a:ext>
            </a:extLst>
          </p:cNvPr>
          <p:cNvSpPr txBox="1"/>
          <p:nvPr/>
        </p:nvSpPr>
        <p:spPr>
          <a:xfrm>
            <a:off x="4032855" y="1099316"/>
            <a:ext cx="3048001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/>
              <a:t>Important</a:t>
            </a:r>
            <a:r>
              <a:rPr lang="en-CA"/>
              <a:t>: the first time you assign a value to a variable, you also define that variable into existence.</a:t>
            </a:r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B16B7F-0FB0-65AF-8221-9BCEB4A19BED}"/>
              </a:ext>
            </a:extLst>
          </p:cNvPr>
          <p:cNvSpPr txBox="1"/>
          <p:nvPr/>
        </p:nvSpPr>
        <p:spPr>
          <a:xfrm>
            <a:off x="5063844" y="2751667"/>
            <a:ext cx="3048001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This defines </a:t>
            </a:r>
            <a:r>
              <a:rPr lang="en-CA" b="1"/>
              <a:t>a</a:t>
            </a:r>
            <a:r>
              <a:rPr lang="en-CA"/>
              <a:t> and gives it an initial value of 2.</a:t>
            </a:r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8274F4-0E2F-FDF0-9ECE-56428642AD34}"/>
              </a:ext>
            </a:extLst>
          </p:cNvPr>
          <p:cNvSpPr/>
          <p:nvPr/>
        </p:nvSpPr>
        <p:spPr>
          <a:xfrm>
            <a:off x="1092200" y="2861733"/>
            <a:ext cx="3323936" cy="126345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0EE61C2-E782-8B7A-FE8F-7416B835303A}"/>
              </a:ext>
            </a:extLst>
          </p:cNvPr>
          <p:cNvCxnSpPr>
            <a:cxnSpLocks/>
            <a:stCxn id="3" idx="1"/>
          </p:cNvCxnSpPr>
          <p:nvPr/>
        </p:nvCxnSpPr>
        <p:spPr>
          <a:xfrm flipH="1">
            <a:off x="2597727" y="3074833"/>
            <a:ext cx="2466117" cy="8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84584AE-F434-737E-1A8C-967EC3626723}"/>
              </a:ext>
            </a:extLst>
          </p:cNvPr>
          <p:cNvSpPr txBox="1"/>
          <p:nvPr/>
        </p:nvSpPr>
        <p:spPr>
          <a:xfrm>
            <a:off x="5644694" y="3508064"/>
            <a:ext cx="2467151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Since </a:t>
            </a:r>
            <a:r>
              <a:rPr lang="en-CA" b="1"/>
              <a:t>a</a:t>
            </a:r>
            <a:r>
              <a:rPr lang="en-CA"/>
              <a:t> is already defined, this only gives </a:t>
            </a:r>
            <a:r>
              <a:rPr lang="en-CA" b="1"/>
              <a:t>a</a:t>
            </a:r>
            <a:r>
              <a:rPr lang="en-CA"/>
              <a:t> a new value (of 4).</a:t>
            </a:r>
            <a:endParaRPr lang="en-AU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F4843A9-02E1-A967-AA31-08C8FF10F593}"/>
              </a:ext>
            </a:extLst>
          </p:cNvPr>
          <p:cNvCxnSpPr>
            <a:cxnSpLocks/>
            <a:stCxn id="14" idx="1"/>
          </p:cNvCxnSpPr>
          <p:nvPr/>
        </p:nvCxnSpPr>
        <p:spPr>
          <a:xfrm flipH="1" flipV="1">
            <a:off x="3178577" y="3832106"/>
            <a:ext cx="2466117" cy="1376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9C7DD6A-E196-AE3C-35E8-A1EC9C90F867}"/>
                  </a:ext>
                </a:extLst>
              </p14:cNvPr>
              <p14:cNvContentPartPr/>
              <p14:nvPr/>
            </p14:nvContentPartPr>
            <p14:xfrm>
              <a:off x="2820240" y="3990240"/>
              <a:ext cx="372600" cy="367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9C7DD6A-E196-AE3C-35E8-A1EC9C90F86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10880" y="3980880"/>
                <a:ext cx="391320" cy="55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701735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9150A-3652-D6C4-20C3-2F166CFA0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ED8E7-6DC9-00CA-FA44-8EC335C7A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692400" cy="1325563"/>
          </a:xfrm>
        </p:spPr>
        <p:txBody>
          <a:bodyPr>
            <a:normAutofit fontScale="90000"/>
          </a:bodyPr>
          <a:lstStyle/>
          <a:p>
            <a:r>
              <a:rPr lang="en-CA"/>
              <a:t>Python’s </a:t>
            </a:r>
            <a:br>
              <a:rPr lang="en-CA"/>
            </a:br>
            <a:r>
              <a:rPr lang="en-CA"/>
              <a:t>Assignment </a:t>
            </a:r>
            <a:br>
              <a:rPr lang="en-CA"/>
            </a:br>
            <a:r>
              <a:rPr lang="en-CA"/>
              <a:t>Statement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E169F8-6297-E9C9-360A-768D27466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42</a:t>
            </a:fld>
            <a:endParaRPr lang="en-AU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D1CCC7C-50BF-7D69-6D5E-FE69C1D36A2C}"/>
              </a:ext>
            </a:extLst>
          </p:cNvPr>
          <p:cNvGrpSpPr/>
          <p:nvPr/>
        </p:nvGrpSpPr>
        <p:grpSpPr>
          <a:xfrm>
            <a:off x="7817906" y="65011"/>
            <a:ext cx="4328588" cy="2370943"/>
            <a:chOff x="7763933" y="81944"/>
            <a:chExt cx="4328588" cy="237094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E470774-062A-6721-1929-540FBD00EE1F}"/>
                </a:ext>
              </a:extLst>
            </p:cNvPr>
            <p:cNvSpPr txBox="1"/>
            <p:nvPr/>
          </p:nvSpPr>
          <p:spPr>
            <a:xfrm>
              <a:off x="8638722" y="81944"/>
              <a:ext cx="2686954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9600"/>
                <a:t>X = Y</a:t>
              </a:r>
              <a:endParaRPr lang="en-AU" sz="960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4BB54F9-303F-3159-0496-CCE0D9DFFC16}"/>
                </a:ext>
              </a:extLst>
            </p:cNvPr>
            <p:cNvSpPr txBox="1"/>
            <p:nvPr/>
          </p:nvSpPr>
          <p:spPr>
            <a:xfrm>
              <a:off x="7871878" y="1529556"/>
              <a:ext cx="4174220" cy="9233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342900" indent="-342900">
                <a:buFont typeface="+mj-lt"/>
                <a:buAutoNum type="arabicPeriod"/>
              </a:pPr>
              <a:r>
                <a:rPr lang="en-CA"/>
                <a:t>Evaluate </a:t>
              </a:r>
              <a:r>
                <a:rPr lang="en-CA" b="1"/>
                <a:t>Y</a:t>
              </a:r>
              <a:r>
                <a:rPr lang="en-CA"/>
                <a:t> to gets it value.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CA"/>
                <a:t>Put a copy of </a:t>
              </a:r>
              <a:r>
                <a:rPr lang="en-CA" b="1"/>
                <a:t>Y</a:t>
              </a:r>
              <a:r>
                <a:rPr lang="en-CA"/>
                <a:t>’s value into variable </a:t>
              </a:r>
              <a:r>
                <a:rPr lang="en-CA" b="1"/>
                <a:t>X</a:t>
              </a:r>
              <a:br>
                <a:rPr lang="en-CA"/>
              </a:br>
              <a:r>
                <a:rPr lang="en-CA"/>
                <a:t>(over-writing the value already in </a:t>
              </a:r>
              <a:r>
                <a:rPr lang="en-CA" b="1"/>
                <a:t>X</a:t>
              </a:r>
              <a:r>
                <a:rPr lang="en-CA"/>
                <a:t>).</a:t>
              </a:r>
              <a:endParaRPr lang="en-AU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CA62D87-7CE1-CBAF-F6A7-EF22C8F1A00F}"/>
                </a:ext>
              </a:extLst>
            </p:cNvPr>
            <p:cNvSpPr/>
            <p:nvPr/>
          </p:nvSpPr>
          <p:spPr>
            <a:xfrm>
              <a:off x="7763933" y="81945"/>
              <a:ext cx="4328588" cy="23709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D8039D06-A194-389D-131E-391ED2CE44D6}"/>
              </a:ext>
            </a:extLst>
          </p:cNvPr>
          <p:cNvSpPr txBox="1"/>
          <p:nvPr/>
        </p:nvSpPr>
        <p:spPr>
          <a:xfrm>
            <a:off x="1216891" y="3429000"/>
            <a:ext cx="2079415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/>
              <a:t>a = 2</a:t>
            </a:r>
          </a:p>
          <a:p>
            <a:r>
              <a:rPr lang="en-CA" sz="4400"/>
              <a:t>b = 'cat'</a:t>
            </a:r>
          </a:p>
          <a:p>
            <a:r>
              <a:rPr lang="en-CA" sz="4400"/>
              <a:t>c = 3.14</a:t>
            </a:r>
            <a:endParaRPr lang="en-AU" sz="44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24014A3-555C-544B-DF71-11032CCBA0B9}"/>
              </a:ext>
            </a:extLst>
          </p:cNvPr>
          <p:cNvSpPr txBox="1"/>
          <p:nvPr/>
        </p:nvSpPr>
        <p:spPr>
          <a:xfrm>
            <a:off x="3924910" y="2056316"/>
            <a:ext cx="1876715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These two code fragments do the same thing.</a:t>
            </a:r>
            <a:endParaRPr lang="en-AU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512562F-8392-4FC9-B24A-2A3A7C224B48}"/>
              </a:ext>
            </a:extLst>
          </p:cNvPr>
          <p:cNvCxnSpPr>
            <a:cxnSpLocks/>
          </p:cNvCxnSpPr>
          <p:nvPr/>
        </p:nvCxnSpPr>
        <p:spPr>
          <a:xfrm flipH="1">
            <a:off x="2865596" y="2979646"/>
            <a:ext cx="1059314" cy="7399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3E94F12-73F7-A326-AA2D-DA30B7F5EF5C}"/>
              </a:ext>
            </a:extLst>
          </p:cNvPr>
          <p:cNvSpPr txBox="1"/>
          <p:nvPr/>
        </p:nvSpPr>
        <p:spPr>
          <a:xfrm>
            <a:off x="5836227" y="4106109"/>
            <a:ext cx="505285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/>
              <a:t>a, b, c = 2, 'cat’, 3.14</a:t>
            </a:r>
            <a:endParaRPr lang="en-AU" sz="440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B944D32-14BF-672E-49AA-8795010CB343}"/>
              </a:ext>
            </a:extLst>
          </p:cNvPr>
          <p:cNvCxnSpPr>
            <a:cxnSpLocks/>
          </p:cNvCxnSpPr>
          <p:nvPr/>
        </p:nvCxnSpPr>
        <p:spPr>
          <a:xfrm>
            <a:off x="5801625" y="2979646"/>
            <a:ext cx="1305757" cy="11264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592184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660F5-F4A6-B23A-CC14-92C318B90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BF13D-E3F6-9E8A-2619-0A2E70F5D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692400" cy="1325563"/>
          </a:xfrm>
        </p:spPr>
        <p:txBody>
          <a:bodyPr>
            <a:normAutofit fontScale="90000"/>
          </a:bodyPr>
          <a:lstStyle/>
          <a:p>
            <a:r>
              <a:rPr lang="en-CA"/>
              <a:t>Python’s </a:t>
            </a:r>
            <a:br>
              <a:rPr lang="en-CA"/>
            </a:br>
            <a:r>
              <a:rPr lang="en-CA"/>
              <a:t>Assignment </a:t>
            </a:r>
            <a:br>
              <a:rPr lang="en-CA"/>
            </a:br>
            <a:r>
              <a:rPr lang="en-CA"/>
              <a:t>Statement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987728-7275-381C-83FD-F6CDE2961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43</a:t>
            </a:fld>
            <a:endParaRPr lang="en-AU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C6F08B7-EA34-00B0-4C2B-7392ED23848F}"/>
              </a:ext>
            </a:extLst>
          </p:cNvPr>
          <p:cNvGrpSpPr/>
          <p:nvPr/>
        </p:nvGrpSpPr>
        <p:grpSpPr>
          <a:xfrm>
            <a:off x="7817906" y="65011"/>
            <a:ext cx="4328588" cy="2370943"/>
            <a:chOff x="7763933" y="81944"/>
            <a:chExt cx="4328588" cy="237094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60BB924-61DC-0E3E-7EFA-56543AC741C4}"/>
                </a:ext>
              </a:extLst>
            </p:cNvPr>
            <p:cNvSpPr txBox="1"/>
            <p:nvPr/>
          </p:nvSpPr>
          <p:spPr>
            <a:xfrm>
              <a:off x="8638722" y="81944"/>
              <a:ext cx="2686954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9600"/>
                <a:t>X = Y</a:t>
              </a:r>
              <a:endParaRPr lang="en-AU" sz="960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0B2F378-2DC9-0D90-6320-D57C4F0CC186}"/>
                </a:ext>
              </a:extLst>
            </p:cNvPr>
            <p:cNvSpPr txBox="1"/>
            <p:nvPr/>
          </p:nvSpPr>
          <p:spPr>
            <a:xfrm>
              <a:off x="7871878" y="1529556"/>
              <a:ext cx="4174220" cy="9233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342900" indent="-342900">
                <a:buFont typeface="+mj-lt"/>
                <a:buAutoNum type="arabicPeriod"/>
              </a:pPr>
              <a:r>
                <a:rPr lang="en-CA"/>
                <a:t>Evaluate </a:t>
              </a:r>
              <a:r>
                <a:rPr lang="en-CA" b="1"/>
                <a:t>Y</a:t>
              </a:r>
              <a:r>
                <a:rPr lang="en-CA"/>
                <a:t> to gets it value.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CA"/>
                <a:t>Put a copy of </a:t>
              </a:r>
              <a:r>
                <a:rPr lang="en-CA" b="1"/>
                <a:t>Y</a:t>
              </a:r>
              <a:r>
                <a:rPr lang="en-CA"/>
                <a:t>’s value into variable </a:t>
              </a:r>
              <a:r>
                <a:rPr lang="en-CA" b="1"/>
                <a:t>X</a:t>
              </a:r>
              <a:br>
                <a:rPr lang="en-CA"/>
              </a:br>
              <a:r>
                <a:rPr lang="en-CA"/>
                <a:t>(over-writing the value already in </a:t>
              </a:r>
              <a:r>
                <a:rPr lang="en-CA" b="1"/>
                <a:t>X</a:t>
              </a:r>
              <a:r>
                <a:rPr lang="en-CA"/>
                <a:t>).</a:t>
              </a:r>
              <a:endParaRPr lang="en-AU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18A978A-4CB9-7A19-BB6F-C1EBDEA01391}"/>
                </a:ext>
              </a:extLst>
            </p:cNvPr>
            <p:cNvSpPr/>
            <p:nvPr/>
          </p:nvSpPr>
          <p:spPr>
            <a:xfrm>
              <a:off x="7763933" y="81945"/>
              <a:ext cx="4328588" cy="23709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C1C8661B-C9E6-FB7D-F85A-887EF3445969}"/>
              </a:ext>
            </a:extLst>
          </p:cNvPr>
          <p:cNvSpPr txBox="1"/>
          <p:nvPr/>
        </p:nvSpPr>
        <p:spPr>
          <a:xfrm>
            <a:off x="1216891" y="3429000"/>
            <a:ext cx="2079415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/>
              <a:t>a = 2</a:t>
            </a:r>
          </a:p>
          <a:p>
            <a:r>
              <a:rPr lang="en-CA" sz="4400"/>
              <a:t>b = 'cat'</a:t>
            </a:r>
          </a:p>
          <a:p>
            <a:r>
              <a:rPr lang="en-CA" sz="4400"/>
              <a:t>c = 3.14</a:t>
            </a:r>
            <a:endParaRPr lang="en-AU" sz="44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E14723C-A01B-7B4B-44AD-0AFD49D4A77F}"/>
              </a:ext>
            </a:extLst>
          </p:cNvPr>
          <p:cNvSpPr txBox="1"/>
          <p:nvPr/>
        </p:nvSpPr>
        <p:spPr>
          <a:xfrm>
            <a:off x="3924910" y="2056316"/>
            <a:ext cx="1876715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These two code fragments do the same thing.</a:t>
            </a:r>
            <a:endParaRPr lang="en-AU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CB938B6-3855-E805-85ED-C6B58FE49C4D}"/>
              </a:ext>
            </a:extLst>
          </p:cNvPr>
          <p:cNvCxnSpPr>
            <a:cxnSpLocks/>
          </p:cNvCxnSpPr>
          <p:nvPr/>
        </p:nvCxnSpPr>
        <p:spPr>
          <a:xfrm flipH="1">
            <a:off x="2865596" y="2979646"/>
            <a:ext cx="1059314" cy="7399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A74EBCD-5933-47AF-58F9-2E03A825AE90}"/>
              </a:ext>
            </a:extLst>
          </p:cNvPr>
          <p:cNvSpPr txBox="1"/>
          <p:nvPr/>
        </p:nvSpPr>
        <p:spPr>
          <a:xfrm>
            <a:off x="5836227" y="4106109"/>
            <a:ext cx="505285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/>
              <a:t>a, b, c = 2, 'cat’, 3.14</a:t>
            </a:r>
            <a:endParaRPr lang="en-AU" sz="440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2090C30-C8CC-A3DE-6491-02510BB7FAFE}"/>
              </a:ext>
            </a:extLst>
          </p:cNvPr>
          <p:cNvCxnSpPr>
            <a:cxnSpLocks/>
          </p:cNvCxnSpPr>
          <p:nvPr/>
        </p:nvCxnSpPr>
        <p:spPr>
          <a:xfrm>
            <a:off x="5801625" y="2979646"/>
            <a:ext cx="1305757" cy="11264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0B54022-F1B2-24D7-892A-7E7B792D5065}"/>
              </a:ext>
            </a:extLst>
          </p:cNvPr>
          <p:cNvSpPr txBox="1"/>
          <p:nvPr/>
        </p:nvSpPr>
        <p:spPr>
          <a:xfrm>
            <a:off x="7347876" y="5078683"/>
            <a:ext cx="2525447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This is an example of </a:t>
            </a:r>
            <a:r>
              <a:rPr lang="en-CA" b="1"/>
              <a:t>multiple assignment </a:t>
            </a:r>
            <a:r>
              <a:rPr lang="en-CA"/>
              <a:t>(or </a:t>
            </a:r>
            <a:r>
              <a:rPr lang="en-CA" b="1"/>
              <a:t>tuple assignment</a:t>
            </a:r>
            <a:r>
              <a:rPr lang="en-CA"/>
              <a:t>).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4680106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5640B-C646-0E3C-5DFC-C0AD9AB43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7DF1D-2477-7371-081C-00AE5B66E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692400" cy="1325563"/>
          </a:xfrm>
        </p:spPr>
        <p:txBody>
          <a:bodyPr>
            <a:normAutofit fontScale="90000"/>
          </a:bodyPr>
          <a:lstStyle/>
          <a:p>
            <a:r>
              <a:rPr lang="en-CA"/>
              <a:t>Python’s </a:t>
            </a:r>
            <a:br>
              <a:rPr lang="en-CA"/>
            </a:br>
            <a:r>
              <a:rPr lang="en-CA"/>
              <a:t>Assignment </a:t>
            </a:r>
            <a:br>
              <a:rPr lang="en-CA"/>
            </a:br>
            <a:r>
              <a:rPr lang="en-CA"/>
              <a:t>Statement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40B9E-35A0-41FE-CB44-372B7E5FC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44</a:t>
            </a:fld>
            <a:endParaRPr lang="en-AU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BCCC6CF-0B5B-F873-7E99-C21BD1863007}"/>
              </a:ext>
            </a:extLst>
          </p:cNvPr>
          <p:cNvGrpSpPr/>
          <p:nvPr/>
        </p:nvGrpSpPr>
        <p:grpSpPr>
          <a:xfrm>
            <a:off x="7817906" y="65011"/>
            <a:ext cx="4328588" cy="2370943"/>
            <a:chOff x="7763933" y="81944"/>
            <a:chExt cx="4328588" cy="237094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E038B17-3065-08A8-8728-78F55C70CDEA}"/>
                </a:ext>
              </a:extLst>
            </p:cNvPr>
            <p:cNvSpPr txBox="1"/>
            <p:nvPr/>
          </p:nvSpPr>
          <p:spPr>
            <a:xfrm>
              <a:off x="8638722" y="81944"/>
              <a:ext cx="2686954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9600"/>
                <a:t>X = Y</a:t>
              </a:r>
              <a:endParaRPr lang="en-AU" sz="960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A3CE8E3-31BA-BDE3-C1CB-0D055625B665}"/>
                </a:ext>
              </a:extLst>
            </p:cNvPr>
            <p:cNvSpPr txBox="1"/>
            <p:nvPr/>
          </p:nvSpPr>
          <p:spPr>
            <a:xfrm>
              <a:off x="7871878" y="1529556"/>
              <a:ext cx="4174220" cy="9233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342900" indent="-342900">
                <a:buFont typeface="+mj-lt"/>
                <a:buAutoNum type="arabicPeriod"/>
              </a:pPr>
              <a:r>
                <a:rPr lang="en-CA"/>
                <a:t>Evaluate </a:t>
              </a:r>
              <a:r>
                <a:rPr lang="en-CA" b="1"/>
                <a:t>Y</a:t>
              </a:r>
              <a:r>
                <a:rPr lang="en-CA"/>
                <a:t> to gets it value.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CA"/>
                <a:t>Put a copy of </a:t>
              </a:r>
              <a:r>
                <a:rPr lang="en-CA" b="1"/>
                <a:t>Y</a:t>
              </a:r>
              <a:r>
                <a:rPr lang="en-CA"/>
                <a:t>’s value into variable </a:t>
              </a:r>
              <a:r>
                <a:rPr lang="en-CA" b="1"/>
                <a:t>X</a:t>
              </a:r>
              <a:br>
                <a:rPr lang="en-CA"/>
              </a:br>
              <a:r>
                <a:rPr lang="en-CA"/>
                <a:t>(over-writing the value already in </a:t>
              </a:r>
              <a:r>
                <a:rPr lang="en-CA" b="1"/>
                <a:t>X</a:t>
              </a:r>
              <a:r>
                <a:rPr lang="en-CA"/>
                <a:t>).</a:t>
              </a:r>
              <a:endParaRPr lang="en-AU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EF7E80D-00AA-F4C5-3491-3408CD5659B2}"/>
                </a:ext>
              </a:extLst>
            </p:cNvPr>
            <p:cNvSpPr/>
            <p:nvPr/>
          </p:nvSpPr>
          <p:spPr>
            <a:xfrm>
              <a:off x="7763933" y="81945"/>
              <a:ext cx="4328588" cy="23709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C4485AB2-EBCE-C5FB-4731-066C29EE82C8}"/>
              </a:ext>
            </a:extLst>
          </p:cNvPr>
          <p:cNvSpPr txBox="1"/>
          <p:nvPr/>
        </p:nvSpPr>
        <p:spPr>
          <a:xfrm>
            <a:off x="1078651" y="2360070"/>
            <a:ext cx="3712876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/>
              <a:t>a = 2</a:t>
            </a:r>
          </a:p>
          <a:p>
            <a:r>
              <a:rPr lang="en-CA" sz="4400"/>
              <a:t>b = 'cat’</a:t>
            </a:r>
          </a:p>
          <a:p>
            <a:endParaRPr lang="en-CA" sz="4400"/>
          </a:p>
          <a:p>
            <a:r>
              <a:rPr lang="en-CA" sz="4400">
                <a:solidFill>
                  <a:srgbClr val="FF0000"/>
                </a:solidFill>
              </a:rPr>
              <a:t>a, b = b, a</a:t>
            </a:r>
          </a:p>
          <a:p>
            <a:r>
              <a:rPr lang="en-CA" sz="4400"/>
              <a:t>print(a)     # cat</a:t>
            </a:r>
          </a:p>
          <a:p>
            <a:r>
              <a:rPr lang="en-CA" sz="4400"/>
              <a:t>print(b)     # 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836D674-8F48-E25B-7746-F93089CCFA3A}"/>
              </a:ext>
            </a:extLst>
          </p:cNvPr>
          <p:cNvSpPr txBox="1"/>
          <p:nvPr/>
        </p:nvSpPr>
        <p:spPr>
          <a:xfrm>
            <a:off x="4219285" y="2534207"/>
            <a:ext cx="1876715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This is a neat Python trick for swapping the values of two variables.</a:t>
            </a:r>
            <a:endParaRPr lang="en-AU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DDDE3A9-C12A-5576-6FED-A9A2293DDF53}"/>
              </a:ext>
            </a:extLst>
          </p:cNvPr>
          <p:cNvCxnSpPr>
            <a:cxnSpLocks/>
          </p:cNvCxnSpPr>
          <p:nvPr/>
        </p:nvCxnSpPr>
        <p:spPr>
          <a:xfrm flipH="1">
            <a:off x="3351485" y="4011535"/>
            <a:ext cx="867800" cy="4468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120324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9890A-9CE0-7B51-060A-509FBAF09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87F92-3555-3D9D-9BDA-121BA5E51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692400" cy="1325563"/>
          </a:xfrm>
        </p:spPr>
        <p:txBody>
          <a:bodyPr>
            <a:normAutofit fontScale="90000"/>
          </a:bodyPr>
          <a:lstStyle/>
          <a:p>
            <a:r>
              <a:rPr lang="en-CA"/>
              <a:t>Python’s </a:t>
            </a:r>
            <a:br>
              <a:rPr lang="en-CA"/>
            </a:br>
            <a:r>
              <a:rPr lang="en-CA"/>
              <a:t>Assignment </a:t>
            </a:r>
            <a:br>
              <a:rPr lang="en-CA"/>
            </a:br>
            <a:r>
              <a:rPr lang="en-CA"/>
              <a:t>Statement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CE4BD4-BDA9-C32A-C5D7-59738DCBE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45</a:t>
            </a:fld>
            <a:endParaRPr lang="en-AU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26B932B-5CEF-1D1D-4F17-9EC2AEF9FF06}"/>
              </a:ext>
            </a:extLst>
          </p:cNvPr>
          <p:cNvGrpSpPr/>
          <p:nvPr/>
        </p:nvGrpSpPr>
        <p:grpSpPr>
          <a:xfrm>
            <a:off x="7817906" y="65011"/>
            <a:ext cx="4328588" cy="2370943"/>
            <a:chOff x="7763933" y="81944"/>
            <a:chExt cx="4328588" cy="237094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2A62B15-436D-4DA0-E0B0-1E9614340689}"/>
                </a:ext>
              </a:extLst>
            </p:cNvPr>
            <p:cNvSpPr txBox="1"/>
            <p:nvPr/>
          </p:nvSpPr>
          <p:spPr>
            <a:xfrm>
              <a:off x="8638722" y="81944"/>
              <a:ext cx="2686954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9600"/>
                <a:t>X = Y</a:t>
              </a:r>
              <a:endParaRPr lang="en-AU" sz="960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F5DFD14-AEBA-2B94-D0D2-CC75462093F8}"/>
                </a:ext>
              </a:extLst>
            </p:cNvPr>
            <p:cNvSpPr txBox="1"/>
            <p:nvPr/>
          </p:nvSpPr>
          <p:spPr>
            <a:xfrm>
              <a:off x="7871878" y="1529556"/>
              <a:ext cx="4174220" cy="9233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342900" indent="-342900">
                <a:buFont typeface="+mj-lt"/>
                <a:buAutoNum type="arabicPeriod"/>
              </a:pPr>
              <a:r>
                <a:rPr lang="en-CA"/>
                <a:t>Evaluate </a:t>
              </a:r>
              <a:r>
                <a:rPr lang="en-CA" b="1"/>
                <a:t>Y</a:t>
              </a:r>
              <a:r>
                <a:rPr lang="en-CA"/>
                <a:t> to gets it value.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CA"/>
                <a:t>Put a copy of </a:t>
              </a:r>
              <a:r>
                <a:rPr lang="en-CA" b="1"/>
                <a:t>Y</a:t>
              </a:r>
              <a:r>
                <a:rPr lang="en-CA"/>
                <a:t>’s value into variable </a:t>
              </a:r>
              <a:r>
                <a:rPr lang="en-CA" b="1"/>
                <a:t>X</a:t>
              </a:r>
              <a:br>
                <a:rPr lang="en-CA"/>
              </a:br>
              <a:r>
                <a:rPr lang="en-CA"/>
                <a:t>(over-writing the value already in </a:t>
              </a:r>
              <a:r>
                <a:rPr lang="en-CA" b="1"/>
                <a:t>X</a:t>
              </a:r>
              <a:r>
                <a:rPr lang="en-CA"/>
                <a:t>).</a:t>
              </a:r>
              <a:endParaRPr lang="en-AU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705CE06-25B6-C18E-ECEC-CB610A769AA7}"/>
                </a:ext>
              </a:extLst>
            </p:cNvPr>
            <p:cNvSpPr/>
            <p:nvPr/>
          </p:nvSpPr>
          <p:spPr>
            <a:xfrm>
              <a:off x="7763933" y="81945"/>
              <a:ext cx="4328588" cy="23709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ED5F7C01-0F63-42BE-E881-EACAAC966CBC}"/>
              </a:ext>
            </a:extLst>
          </p:cNvPr>
          <p:cNvSpPr txBox="1"/>
          <p:nvPr/>
        </p:nvSpPr>
        <p:spPr>
          <a:xfrm>
            <a:off x="1078651" y="2360070"/>
            <a:ext cx="3712876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/>
              <a:t>a = 2</a:t>
            </a:r>
          </a:p>
          <a:p>
            <a:r>
              <a:rPr lang="en-CA" sz="4400"/>
              <a:t>b = 'cat’</a:t>
            </a:r>
          </a:p>
          <a:p>
            <a:endParaRPr lang="en-CA" sz="4400"/>
          </a:p>
          <a:p>
            <a:r>
              <a:rPr lang="en-CA" sz="4400">
                <a:solidFill>
                  <a:srgbClr val="FF0000"/>
                </a:solidFill>
              </a:rPr>
              <a:t>a, b = b, a</a:t>
            </a:r>
          </a:p>
          <a:p>
            <a:r>
              <a:rPr lang="en-CA" sz="4400"/>
              <a:t>print(a)     # cat</a:t>
            </a:r>
          </a:p>
          <a:p>
            <a:r>
              <a:rPr lang="en-CA" sz="4400"/>
              <a:t>print(b)     # 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2D0C7B9-1EA0-D058-7BE2-C31121DB824E}"/>
              </a:ext>
            </a:extLst>
          </p:cNvPr>
          <p:cNvSpPr txBox="1"/>
          <p:nvPr/>
        </p:nvSpPr>
        <p:spPr>
          <a:xfrm>
            <a:off x="4219285" y="2534207"/>
            <a:ext cx="1876715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This is a neat Python trick for swapping the values of two variables.</a:t>
            </a:r>
            <a:endParaRPr lang="en-AU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0006A74-BCD9-781F-9715-9EF6AA62B28D}"/>
              </a:ext>
            </a:extLst>
          </p:cNvPr>
          <p:cNvCxnSpPr>
            <a:cxnSpLocks/>
          </p:cNvCxnSpPr>
          <p:nvPr/>
        </p:nvCxnSpPr>
        <p:spPr>
          <a:xfrm flipH="1">
            <a:off x="3351485" y="4011535"/>
            <a:ext cx="867800" cy="4468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B2C7E9A-7DCA-AF1E-F0DD-FB38F32BD1F2}"/>
              </a:ext>
            </a:extLst>
          </p:cNvPr>
          <p:cNvSpPr txBox="1"/>
          <p:nvPr/>
        </p:nvSpPr>
        <p:spPr>
          <a:xfrm>
            <a:off x="8972449" y="4006983"/>
            <a:ext cx="2289858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/>
              <a:t>temp = a</a:t>
            </a:r>
          </a:p>
          <a:p>
            <a:r>
              <a:rPr lang="en-CA" sz="4400"/>
              <a:t>a = b</a:t>
            </a:r>
          </a:p>
          <a:p>
            <a:r>
              <a:rPr lang="en-CA" sz="4400"/>
              <a:t>b = temp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EE119B-A8DD-12CE-33E6-16077C18D100}"/>
              </a:ext>
            </a:extLst>
          </p:cNvPr>
          <p:cNvSpPr txBox="1"/>
          <p:nvPr/>
        </p:nvSpPr>
        <p:spPr>
          <a:xfrm>
            <a:off x="6315263" y="4930312"/>
            <a:ext cx="1984660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Without multiple assignment, you’d need to write code like this.</a:t>
            </a:r>
            <a:endParaRPr lang="en-AU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D6DDF95-6651-28A3-32FD-B82E769B0328}"/>
              </a:ext>
            </a:extLst>
          </p:cNvPr>
          <p:cNvCxnSpPr>
            <a:cxnSpLocks/>
          </p:cNvCxnSpPr>
          <p:nvPr/>
        </p:nvCxnSpPr>
        <p:spPr>
          <a:xfrm>
            <a:off x="3688773" y="4816485"/>
            <a:ext cx="510193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824916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692400" cy="1325563"/>
          </a:xfrm>
        </p:spPr>
        <p:txBody>
          <a:bodyPr>
            <a:normAutofit/>
          </a:bodyPr>
          <a:lstStyle/>
          <a:p>
            <a:r>
              <a:rPr lang="en-CA"/>
              <a:t>Function</a:t>
            </a:r>
            <a:br>
              <a:rPr lang="en-CA"/>
            </a:br>
            <a:r>
              <a:rPr lang="en-CA"/>
              <a:t>Arguments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46</a:t>
            </a:fld>
            <a:endParaRPr lang="en-A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3CB041-437A-DDC4-FD22-B5E3515334BD}"/>
              </a:ext>
            </a:extLst>
          </p:cNvPr>
          <p:cNvSpPr txBox="1"/>
          <p:nvPr/>
        </p:nvSpPr>
        <p:spPr>
          <a:xfrm>
            <a:off x="4188485" y="2344261"/>
            <a:ext cx="525413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/>
              <a:t>p = 3</a:t>
            </a:r>
            <a:br>
              <a:rPr lang="en-CA" sz="4400"/>
            </a:br>
            <a:r>
              <a:rPr lang="en-CA" sz="4400"/>
              <a:t>x = </a:t>
            </a:r>
            <a:r>
              <a:rPr lang="en-CA" sz="4400" err="1"/>
              <a:t>math.pow</a:t>
            </a:r>
            <a:r>
              <a:rPr lang="en-CA" sz="4400"/>
              <a:t>(1+1, p)</a:t>
            </a:r>
            <a:endParaRPr lang="en-AU" sz="44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2A2FBA-A14A-54E6-FB37-8B6ACF7815D5}"/>
              </a:ext>
            </a:extLst>
          </p:cNvPr>
          <p:cNvSpPr txBox="1"/>
          <p:nvPr/>
        </p:nvSpPr>
        <p:spPr>
          <a:xfrm>
            <a:off x="5103681" y="1231542"/>
            <a:ext cx="2518539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This is a </a:t>
            </a:r>
            <a:r>
              <a:rPr lang="en-CA" b="1"/>
              <a:t>function call</a:t>
            </a:r>
            <a:r>
              <a:rPr lang="en-CA"/>
              <a:t>.</a:t>
            </a:r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0DC174-A644-847B-DBD1-A55C64869367}"/>
              </a:ext>
            </a:extLst>
          </p:cNvPr>
          <p:cNvSpPr/>
          <p:nvPr/>
        </p:nvSpPr>
        <p:spPr>
          <a:xfrm>
            <a:off x="5003297" y="3084922"/>
            <a:ext cx="4348933" cy="72327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A92CB22-633E-A3BD-F8D4-E068DA3B3656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6362951" y="1600874"/>
            <a:ext cx="332623" cy="13949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173543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692400" cy="1325563"/>
          </a:xfrm>
        </p:spPr>
        <p:txBody>
          <a:bodyPr>
            <a:normAutofit/>
          </a:bodyPr>
          <a:lstStyle/>
          <a:p>
            <a:r>
              <a:rPr lang="en-CA"/>
              <a:t>Function</a:t>
            </a:r>
            <a:br>
              <a:rPr lang="en-CA"/>
            </a:br>
            <a:r>
              <a:rPr lang="en-CA"/>
              <a:t>Arguments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47</a:t>
            </a:fld>
            <a:endParaRPr lang="en-A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3CB041-437A-DDC4-FD22-B5E3515334BD}"/>
              </a:ext>
            </a:extLst>
          </p:cNvPr>
          <p:cNvSpPr txBox="1"/>
          <p:nvPr/>
        </p:nvSpPr>
        <p:spPr>
          <a:xfrm>
            <a:off x="4188485" y="2344261"/>
            <a:ext cx="525413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/>
              <a:t>p = 3</a:t>
            </a:r>
            <a:br>
              <a:rPr lang="en-CA" sz="4400"/>
            </a:br>
            <a:r>
              <a:rPr lang="en-CA" sz="4400"/>
              <a:t>x = </a:t>
            </a:r>
            <a:r>
              <a:rPr lang="en-CA" sz="4400" err="1"/>
              <a:t>math.pow</a:t>
            </a:r>
            <a:r>
              <a:rPr lang="en-CA" sz="4400"/>
              <a:t>(1+1, p)</a:t>
            </a:r>
            <a:endParaRPr lang="en-AU" sz="44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0DC174-A644-847B-DBD1-A55C64869367}"/>
              </a:ext>
            </a:extLst>
          </p:cNvPr>
          <p:cNvSpPr/>
          <p:nvPr/>
        </p:nvSpPr>
        <p:spPr>
          <a:xfrm>
            <a:off x="5003298" y="3084922"/>
            <a:ext cx="2486270" cy="72327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3A62E8-3DF2-8251-CBDB-1A09A68559D7}"/>
              </a:ext>
            </a:extLst>
          </p:cNvPr>
          <p:cNvSpPr txBox="1"/>
          <p:nvPr/>
        </p:nvSpPr>
        <p:spPr>
          <a:xfrm>
            <a:off x="5403996" y="3951434"/>
            <a:ext cx="1684874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err="1"/>
              <a:t>math.pow</a:t>
            </a:r>
            <a:r>
              <a:rPr lang="en-CA"/>
              <a:t> is the name of the function.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1209860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692400" cy="1325563"/>
          </a:xfrm>
        </p:spPr>
        <p:txBody>
          <a:bodyPr>
            <a:normAutofit/>
          </a:bodyPr>
          <a:lstStyle/>
          <a:p>
            <a:r>
              <a:rPr lang="en-CA"/>
              <a:t>Function</a:t>
            </a:r>
            <a:br>
              <a:rPr lang="en-CA"/>
            </a:br>
            <a:r>
              <a:rPr lang="en-CA"/>
              <a:t>Arguments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48</a:t>
            </a:fld>
            <a:endParaRPr lang="en-A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3CB041-437A-DDC4-FD22-B5E3515334BD}"/>
              </a:ext>
            </a:extLst>
          </p:cNvPr>
          <p:cNvSpPr txBox="1"/>
          <p:nvPr/>
        </p:nvSpPr>
        <p:spPr>
          <a:xfrm>
            <a:off x="4188485" y="2344261"/>
            <a:ext cx="525413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/>
              <a:t>p = 3</a:t>
            </a:r>
            <a:br>
              <a:rPr lang="en-CA" sz="4400"/>
            </a:br>
            <a:r>
              <a:rPr lang="en-CA" sz="4400"/>
              <a:t>x = </a:t>
            </a:r>
            <a:r>
              <a:rPr lang="en-CA" sz="4400" err="1"/>
              <a:t>math.pow</a:t>
            </a:r>
            <a:r>
              <a:rPr lang="en-CA" sz="4400"/>
              <a:t>(1+1, p)</a:t>
            </a:r>
            <a:endParaRPr lang="en-AU" sz="4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3A62E8-3DF2-8251-CBDB-1A09A68559D7}"/>
              </a:ext>
            </a:extLst>
          </p:cNvPr>
          <p:cNvSpPr txBox="1"/>
          <p:nvPr/>
        </p:nvSpPr>
        <p:spPr>
          <a:xfrm>
            <a:off x="7418124" y="3897114"/>
            <a:ext cx="2106121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This is the list of inputs. </a:t>
            </a:r>
            <a:r>
              <a:rPr lang="en-CA" err="1"/>
              <a:t>math.pow</a:t>
            </a:r>
            <a:r>
              <a:rPr lang="en-CA"/>
              <a:t> takes two inputs …</a:t>
            </a:r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AC8351-6490-FFBC-8EAD-267A0BCF0642}"/>
              </a:ext>
            </a:extLst>
          </p:cNvPr>
          <p:cNvSpPr/>
          <p:nvPr/>
        </p:nvSpPr>
        <p:spPr>
          <a:xfrm>
            <a:off x="7517713" y="3067362"/>
            <a:ext cx="1780196" cy="72327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9835722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692400" cy="1325563"/>
          </a:xfrm>
        </p:spPr>
        <p:txBody>
          <a:bodyPr>
            <a:normAutofit/>
          </a:bodyPr>
          <a:lstStyle/>
          <a:p>
            <a:r>
              <a:rPr lang="en-CA"/>
              <a:t>Function</a:t>
            </a:r>
            <a:br>
              <a:rPr lang="en-CA"/>
            </a:br>
            <a:r>
              <a:rPr lang="en-CA"/>
              <a:t>Arguments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49</a:t>
            </a:fld>
            <a:endParaRPr lang="en-A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3CB041-437A-DDC4-FD22-B5E3515334BD}"/>
              </a:ext>
            </a:extLst>
          </p:cNvPr>
          <p:cNvSpPr txBox="1"/>
          <p:nvPr/>
        </p:nvSpPr>
        <p:spPr>
          <a:xfrm>
            <a:off x="4188485" y="2344261"/>
            <a:ext cx="525413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/>
              <a:t>p = 3</a:t>
            </a:r>
            <a:br>
              <a:rPr lang="en-CA" sz="4400"/>
            </a:br>
            <a:r>
              <a:rPr lang="en-CA" sz="4400"/>
              <a:t>x = </a:t>
            </a:r>
            <a:r>
              <a:rPr lang="en-CA" sz="4400" err="1"/>
              <a:t>math.pow</a:t>
            </a:r>
            <a:r>
              <a:rPr lang="en-CA" sz="4400">
                <a:solidFill>
                  <a:srgbClr val="FF0000"/>
                </a:solidFill>
              </a:rPr>
              <a:t>(</a:t>
            </a:r>
            <a:r>
              <a:rPr lang="en-CA" sz="4400"/>
              <a:t>1+1, p</a:t>
            </a:r>
            <a:r>
              <a:rPr lang="en-CA" sz="4400">
                <a:solidFill>
                  <a:srgbClr val="FF0000"/>
                </a:solidFill>
              </a:rPr>
              <a:t>)</a:t>
            </a:r>
            <a:endParaRPr lang="en-AU" sz="440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3A62E8-3DF2-8251-CBDB-1A09A68559D7}"/>
              </a:ext>
            </a:extLst>
          </p:cNvPr>
          <p:cNvSpPr txBox="1"/>
          <p:nvPr/>
        </p:nvSpPr>
        <p:spPr>
          <a:xfrm>
            <a:off x="7517713" y="1428713"/>
            <a:ext cx="2106121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Function call lists always start with a </a:t>
            </a:r>
            <a:r>
              <a:rPr lang="en-CA">
                <a:solidFill>
                  <a:srgbClr val="FF0000"/>
                </a:solidFill>
              </a:rPr>
              <a:t>(</a:t>
            </a:r>
            <a:r>
              <a:rPr lang="en-CA"/>
              <a:t> and end with a </a:t>
            </a:r>
            <a:r>
              <a:rPr lang="en-CA">
                <a:solidFill>
                  <a:srgbClr val="FF0000"/>
                </a:solidFill>
              </a:rPr>
              <a:t>)</a:t>
            </a:r>
            <a:endParaRPr lang="en-AU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FEC5B8-4CDC-AC2F-ADB2-5C9622367220}"/>
              </a:ext>
            </a:extLst>
          </p:cNvPr>
          <p:cNvSpPr txBox="1"/>
          <p:nvPr/>
        </p:nvSpPr>
        <p:spPr>
          <a:xfrm>
            <a:off x="7418124" y="3897114"/>
            <a:ext cx="2106121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This is the list of inputs. </a:t>
            </a:r>
            <a:r>
              <a:rPr lang="en-CA" err="1"/>
              <a:t>math.pow</a:t>
            </a:r>
            <a:r>
              <a:rPr lang="en-CA"/>
              <a:t> takes two inputs …</a:t>
            </a:r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F04756-DBF6-D6F1-8595-E499BDAB0FB9}"/>
              </a:ext>
            </a:extLst>
          </p:cNvPr>
          <p:cNvSpPr/>
          <p:nvPr/>
        </p:nvSpPr>
        <p:spPr>
          <a:xfrm>
            <a:off x="7517713" y="3067362"/>
            <a:ext cx="1780196" cy="72327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26FABDB-2906-CEF4-7B06-A2781A11C9CF}"/>
              </a:ext>
            </a:extLst>
          </p:cNvPr>
          <p:cNvCxnSpPr>
            <a:cxnSpLocks/>
          </p:cNvCxnSpPr>
          <p:nvPr/>
        </p:nvCxnSpPr>
        <p:spPr>
          <a:xfrm flipH="1">
            <a:off x="7636933" y="2344261"/>
            <a:ext cx="135467" cy="7884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4A4ABA1-075F-E058-656C-5E5091A3DCFB}"/>
              </a:ext>
            </a:extLst>
          </p:cNvPr>
          <p:cNvCxnSpPr>
            <a:cxnSpLocks/>
          </p:cNvCxnSpPr>
          <p:nvPr/>
        </p:nvCxnSpPr>
        <p:spPr>
          <a:xfrm flipH="1">
            <a:off x="9194800" y="2344261"/>
            <a:ext cx="103109" cy="7884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38A2C84-9FE2-906B-1C75-D8BA9E77F23D}"/>
              </a:ext>
            </a:extLst>
          </p:cNvPr>
          <p:cNvSpPr txBox="1"/>
          <p:nvPr/>
        </p:nvSpPr>
        <p:spPr>
          <a:xfrm>
            <a:off x="9982200" y="1428713"/>
            <a:ext cx="2106121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>
                <a:solidFill>
                  <a:srgbClr val="FF0000"/>
                </a:solidFill>
              </a:rPr>
              <a:t>(</a:t>
            </a:r>
            <a:r>
              <a:rPr lang="en-CA"/>
              <a:t> and </a:t>
            </a:r>
            <a:r>
              <a:rPr lang="en-CA">
                <a:solidFill>
                  <a:srgbClr val="FF0000"/>
                </a:solidFill>
              </a:rPr>
              <a:t>)</a:t>
            </a:r>
            <a:r>
              <a:rPr lang="en-CA"/>
              <a:t> are called </a:t>
            </a:r>
            <a:r>
              <a:rPr lang="en-CA" b="1"/>
              <a:t>parentheses</a:t>
            </a:r>
            <a:r>
              <a:rPr lang="en-CA"/>
              <a:t>, or </a:t>
            </a:r>
            <a:r>
              <a:rPr lang="en-CA" b="1"/>
              <a:t>round brackets</a:t>
            </a:r>
            <a:r>
              <a:rPr lang="en-CA"/>
              <a:t>.</a:t>
            </a:r>
            <a:endParaRPr lang="en-AU">
              <a:solidFill>
                <a:srgbClr val="FF0000"/>
              </a:solidFill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A4C978D-16B7-F5A5-61AD-152816134113}"/>
              </a:ext>
            </a:extLst>
          </p:cNvPr>
          <p:cNvCxnSpPr>
            <a:stCxn id="20" idx="1"/>
            <a:endCxn id="5" idx="3"/>
          </p:cNvCxnSpPr>
          <p:nvPr/>
        </p:nvCxnSpPr>
        <p:spPr>
          <a:xfrm flipH="1">
            <a:off x="9623834" y="1890378"/>
            <a:ext cx="3583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226749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692400" cy="1325563"/>
          </a:xfrm>
        </p:spPr>
        <p:txBody>
          <a:bodyPr>
            <a:normAutofit/>
          </a:bodyPr>
          <a:lstStyle/>
          <a:p>
            <a:r>
              <a:rPr lang="en-CA"/>
              <a:t>Function</a:t>
            </a:r>
            <a:br>
              <a:rPr lang="en-CA"/>
            </a:br>
            <a:r>
              <a:rPr lang="en-CA"/>
              <a:t>Arguments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50</a:t>
            </a:fld>
            <a:endParaRPr lang="en-A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3CB041-437A-DDC4-FD22-B5E3515334BD}"/>
              </a:ext>
            </a:extLst>
          </p:cNvPr>
          <p:cNvSpPr txBox="1"/>
          <p:nvPr/>
        </p:nvSpPr>
        <p:spPr>
          <a:xfrm>
            <a:off x="4188485" y="2344261"/>
            <a:ext cx="525413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/>
              <a:t>p = 3</a:t>
            </a:r>
            <a:br>
              <a:rPr lang="en-CA" sz="4400"/>
            </a:br>
            <a:r>
              <a:rPr lang="en-CA" sz="4400"/>
              <a:t>x = </a:t>
            </a:r>
            <a:r>
              <a:rPr lang="en-CA" sz="4400" err="1"/>
              <a:t>math.pow</a:t>
            </a:r>
            <a:r>
              <a:rPr lang="en-CA" sz="4400"/>
              <a:t>(1+1, p)</a:t>
            </a:r>
            <a:endParaRPr lang="en-AU" sz="4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3A62E8-3DF2-8251-CBDB-1A09A68559D7}"/>
              </a:ext>
            </a:extLst>
          </p:cNvPr>
          <p:cNvSpPr txBox="1"/>
          <p:nvPr/>
        </p:nvSpPr>
        <p:spPr>
          <a:xfrm>
            <a:off x="6950203" y="4298081"/>
            <a:ext cx="1454272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This is the </a:t>
            </a:r>
            <a:r>
              <a:rPr lang="en-CA" b="1"/>
              <a:t>first</a:t>
            </a:r>
            <a:r>
              <a:rPr lang="en-CA"/>
              <a:t> input …</a:t>
            </a:r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AC8351-6490-FFBC-8EAD-267A0BCF0642}"/>
              </a:ext>
            </a:extLst>
          </p:cNvPr>
          <p:cNvSpPr/>
          <p:nvPr/>
        </p:nvSpPr>
        <p:spPr>
          <a:xfrm>
            <a:off x="7677339" y="3067362"/>
            <a:ext cx="851025" cy="72327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E9440C-5B25-AC34-271C-C92666B273EA}"/>
              </a:ext>
            </a:extLst>
          </p:cNvPr>
          <p:cNvSpPr/>
          <p:nvPr/>
        </p:nvSpPr>
        <p:spPr>
          <a:xfrm>
            <a:off x="8798460" y="3067361"/>
            <a:ext cx="336488" cy="72327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F10EE8-23A7-FE83-A820-5B885F373988}"/>
              </a:ext>
            </a:extLst>
          </p:cNvPr>
          <p:cNvSpPr txBox="1"/>
          <p:nvPr/>
        </p:nvSpPr>
        <p:spPr>
          <a:xfrm>
            <a:off x="9163238" y="4298080"/>
            <a:ext cx="163792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… this is the </a:t>
            </a:r>
            <a:r>
              <a:rPr lang="en-CA" b="1"/>
              <a:t>second</a:t>
            </a:r>
            <a:r>
              <a:rPr lang="en-CA"/>
              <a:t> input.</a:t>
            </a:r>
            <a:endParaRPr lang="en-AU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1798CF0-1C3E-1382-CB58-57AF961422F3}"/>
              </a:ext>
            </a:extLst>
          </p:cNvPr>
          <p:cNvCxnSpPr>
            <a:stCxn id="5" idx="0"/>
          </p:cNvCxnSpPr>
          <p:nvPr/>
        </p:nvCxnSpPr>
        <p:spPr>
          <a:xfrm flipV="1">
            <a:off x="7677339" y="3790636"/>
            <a:ext cx="162962" cy="5074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B689EAB-6BB3-0BF6-C2FD-8CDCA9E69CF6}"/>
              </a:ext>
            </a:extLst>
          </p:cNvPr>
          <p:cNvCxnSpPr>
            <a:cxnSpLocks/>
          </p:cNvCxnSpPr>
          <p:nvPr/>
        </p:nvCxnSpPr>
        <p:spPr>
          <a:xfrm flipH="1" flipV="1">
            <a:off x="9163238" y="3790636"/>
            <a:ext cx="161831" cy="5074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892198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692400" cy="1325563"/>
          </a:xfrm>
        </p:spPr>
        <p:txBody>
          <a:bodyPr>
            <a:normAutofit/>
          </a:bodyPr>
          <a:lstStyle/>
          <a:p>
            <a:r>
              <a:rPr lang="en-CA"/>
              <a:t>Function</a:t>
            </a:r>
            <a:br>
              <a:rPr lang="en-CA"/>
            </a:br>
            <a:r>
              <a:rPr lang="en-CA"/>
              <a:t>Arguments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51</a:t>
            </a:fld>
            <a:endParaRPr lang="en-A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3CB041-437A-DDC4-FD22-B5E3515334BD}"/>
              </a:ext>
            </a:extLst>
          </p:cNvPr>
          <p:cNvSpPr txBox="1"/>
          <p:nvPr/>
        </p:nvSpPr>
        <p:spPr>
          <a:xfrm>
            <a:off x="4188485" y="2344261"/>
            <a:ext cx="525413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/>
              <a:t>p = 3</a:t>
            </a:r>
            <a:br>
              <a:rPr lang="en-CA" sz="4400"/>
            </a:br>
            <a:r>
              <a:rPr lang="en-CA" sz="4400"/>
              <a:t>x = </a:t>
            </a:r>
            <a:r>
              <a:rPr lang="en-CA" sz="4400" err="1"/>
              <a:t>math.pow</a:t>
            </a:r>
            <a:r>
              <a:rPr lang="en-CA" sz="4400"/>
              <a:t>(1+1, p)</a:t>
            </a:r>
            <a:endParaRPr lang="en-AU" sz="4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3A62E8-3DF2-8251-CBDB-1A09A68559D7}"/>
              </a:ext>
            </a:extLst>
          </p:cNvPr>
          <p:cNvSpPr txBox="1"/>
          <p:nvPr/>
        </p:nvSpPr>
        <p:spPr>
          <a:xfrm>
            <a:off x="6950203" y="4298081"/>
            <a:ext cx="1454272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This is the </a:t>
            </a:r>
            <a:r>
              <a:rPr lang="en-CA" b="1"/>
              <a:t>first</a:t>
            </a:r>
            <a:r>
              <a:rPr lang="en-CA"/>
              <a:t> input …</a:t>
            </a:r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AC8351-6490-FFBC-8EAD-267A0BCF0642}"/>
              </a:ext>
            </a:extLst>
          </p:cNvPr>
          <p:cNvSpPr/>
          <p:nvPr/>
        </p:nvSpPr>
        <p:spPr>
          <a:xfrm>
            <a:off x="7677339" y="3067362"/>
            <a:ext cx="851025" cy="72327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E9440C-5B25-AC34-271C-C92666B273EA}"/>
              </a:ext>
            </a:extLst>
          </p:cNvPr>
          <p:cNvSpPr/>
          <p:nvPr/>
        </p:nvSpPr>
        <p:spPr>
          <a:xfrm>
            <a:off x="8798460" y="3067361"/>
            <a:ext cx="336488" cy="72327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F10EE8-23A7-FE83-A820-5B885F373988}"/>
              </a:ext>
            </a:extLst>
          </p:cNvPr>
          <p:cNvSpPr txBox="1"/>
          <p:nvPr/>
        </p:nvSpPr>
        <p:spPr>
          <a:xfrm>
            <a:off x="9163238" y="4298080"/>
            <a:ext cx="163792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… this is the </a:t>
            </a:r>
            <a:r>
              <a:rPr lang="en-CA" b="1"/>
              <a:t>second</a:t>
            </a:r>
            <a:r>
              <a:rPr lang="en-CA"/>
              <a:t> input.</a:t>
            </a:r>
            <a:endParaRPr lang="en-AU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1798CF0-1C3E-1382-CB58-57AF961422F3}"/>
              </a:ext>
            </a:extLst>
          </p:cNvPr>
          <p:cNvCxnSpPr>
            <a:stCxn id="5" idx="0"/>
          </p:cNvCxnSpPr>
          <p:nvPr/>
        </p:nvCxnSpPr>
        <p:spPr>
          <a:xfrm flipV="1">
            <a:off x="7677339" y="3790636"/>
            <a:ext cx="162962" cy="5074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B689EAB-6BB3-0BF6-C2FD-8CDCA9E69CF6}"/>
              </a:ext>
            </a:extLst>
          </p:cNvPr>
          <p:cNvCxnSpPr>
            <a:cxnSpLocks/>
          </p:cNvCxnSpPr>
          <p:nvPr/>
        </p:nvCxnSpPr>
        <p:spPr>
          <a:xfrm flipH="1" flipV="1">
            <a:off x="9163238" y="3790636"/>
            <a:ext cx="161831" cy="5074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8465BF6-5D11-5DB1-C39D-B4E20BAF92AA}"/>
              </a:ext>
            </a:extLst>
          </p:cNvPr>
          <p:cNvSpPr txBox="1"/>
          <p:nvPr/>
        </p:nvSpPr>
        <p:spPr>
          <a:xfrm>
            <a:off x="7426859" y="5543154"/>
            <a:ext cx="2743201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Instead of calling these </a:t>
            </a:r>
            <a:r>
              <a:rPr lang="en-CA" i="1"/>
              <a:t>inputs</a:t>
            </a:r>
            <a:r>
              <a:rPr lang="en-CA"/>
              <a:t>, we often call them </a:t>
            </a:r>
            <a:r>
              <a:rPr lang="en-CA" b="1"/>
              <a:t>function</a:t>
            </a:r>
            <a:r>
              <a:rPr lang="en-CA"/>
              <a:t> </a:t>
            </a:r>
            <a:r>
              <a:rPr lang="en-CA" b="1"/>
              <a:t>arguments</a:t>
            </a:r>
            <a:r>
              <a:rPr lang="en-CA"/>
              <a:t>.</a:t>
            </a:r>
            <a:endParaRPr lang="en-AU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99411D8-97C9-8141-9C55-069E2C6B09C7}"/>
              </a:ext>
            </a:extLst>
          </p:cNvPr>
          <p:cNvCxnSpPr/>
          <p:nvPr/>
        </p:nvCxnSpPr>
        <p:spPr>
          <a:xfrm flipH="1" flipV="1">
            <a:off x="7840301" y="4865550"/>
            <a:ext cx="262550" cy="6570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BE09DAF-C3F7-6A98-3BAE-6C71BDC16233}"/>
              </a:ext>
            </a:extLst>
          </p:cNvPr>
          <p:cNvCxnSpPr/>
          <p:nvPr/>
        </p:nvCxnSpPr>
        <p:spPr>
          <a:xfrm flipV="1">
            <a:off x="9982199" y="4865550"/>
            <a:ext cx="266324" cy="6570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900167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692400" cy="1325563"/>
          </a:xfrm>
        </p:spPr>
        <p:txBody>
          <a:bodyPr>
            <a:normAutofit/>
          </a:bodyPr>
          <a:lstStyle/>
          <a:p>
            <a:r>
              <a:rPr lang="en-CA"/>
              <a:t>Function</a:t>
            </a:r>
            <a:br>
              <a:rPr lang="en-CA"/>
            </a:br>
            <a:r>
              <a:rPr lang="en-CA"/>
              <a:t>Arguments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52</a:t>
            </a:fld>
            <a:endParaRPr lang="en-A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3CB041-437A-DDC4-FD22-B5E3515334BD}"/>
              </a:ext>
            </a:extLst>
          </p:cNvPr>
          <p:cNvSpPr txBox="1"/>
          <p:nvPr/>
        </p:nvSpPr>
        <p:spPr>
          <a:xfrm>
            <a:off x="4188485" y="2344261"/>
            <a:ext cx="525413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/>
              <a:t>p = 3</a:t>
            </a:r>
            <a:br>
              <a:rPr lang="en-CA" sz="4400"/>
            </a:br>
            <a:r>
              <a:rPr lang="en-CA" sz="4400"/>
              <a:t>x = </a:t>
            </a:r>
            <a:r>
              <a:rPr lang="en-CA" sz="4400" err="1"/>
              <a:t>math.pow</a:t>
            </a:r>
            <a:r>
              <a:rPr lang="en-CA" sz="4400"/>
              <a:t>(1+1, p)</a:t>
            </a:r>
            <a:endParaRPr lang="en-AU" sz="4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3A62E8-3DF2-8251-CBDB-1A09A68559D7}"/>
              </a:ext>
            </a:extLst>
          </p:cNvPr>
          <p:cNvSpPr txBox="1"/>
          <p:nvPr/>
        </p:nvSpPr>
        <p:spPr>
          <a:xfrm>
            <a:off x="6766552" y="4298081"/>
            <a:ext cx="163792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This is the first </a:t>
            </a:r>
            <a:r>
              <a:rPr lang="en-CA" b="1"/>
              <a:t>argument</a:t>
            </a:r>
            <a:r>
              <a:rPr lang="en-CA"/>
              <a:t> …</a:t>
            </a:r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AC8351-6490-FFBC-8EAD-267A0BCF0642}"/>
              </a:ext>
            </a:extLst>
          </p:cNvPr>
          <p:cNvSpPr/>
          <p:nvPr/>
        </p:nvSpPr>
        <p:spPr>
          <a:xfrm>
            <a:off x="7677339" y="3067362"/>
            <a:ext cx="851025" cy="72327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E9440C-5B25-AC34-271C-C92666B273EA}"/>
              </a:ext>
            </a:extLst>
          </p:cNvPr>
          <p:cNvSpPr/>
          <p:nvPr/>
        </p:nvSpPr>
        <p:spPr>
          <a:xfrm>
            <a:off x="8798460" y="3067361"/>
            <a:ext cx="336488" cy="72327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F10EE8-23A7-FE83-A820-5B885F373988}"/>
              </a:ext>
            </a:extLst>
          </p:cNvPr>
          <p:cNvSpPr txBox="1"/>
          <p:nvPr/>
        </p:nvSpPr>
        <p:spPr>
          <a:xfrm>
            <a:off x="9163238" y="4298080"/>
            <a:ext cx="2074092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… this is the second </a:t>
            </a:r>
            <a:r>
              <a:rPr lang="en-CA" b="1"/>
              <a:t>argument</a:t>
            </a:r>
            <a:r>
              <a:rPr lang="en-CA"/>
              <a:t>.</a:t>
            </a:r>
            <a:endParaRPr lang="en-AU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1798CF0-1C3E-1382-CB58-57AF961422F3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7585514" y="3790636"/>
            <a:ext cx="254787" cy="5074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B689EAB-6BB3-0BF6-C2FD-8CDCA9E69CF6}"/>
              </a:ext>
            </a:extLst>
          </p:cNvPr>
          <p:cNvCxnSpPr>
            <a:cxnSpLocks/>
          </p:cNvCxnSpPr>
          <p:nvPr/>
        </p:nvCxnSpPr>
        <p:spPr>
          <a:xfrm flipH="1" flipV="1">
            <a:off x="9163238" y="3790636"/>
            <a:ext cx="161831" cy="5074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980799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692400" cy="1325563"/>
          </a:xfrm>
        </p:spPr>
        <p:txBody>
          <a:bodyPr>
            <a:normAutofit/>
          </a:bodyPr>
          <a:lstStyle/>
          <a:p>
            <a:r>
              <a:rPr lang="en-CA"/>
              <a:t>Function</a:t>
            </a:r>
            <a:br>
              <a:rPr lang="en-CA"/>
            </a:br>
            <a:r>
              <a:rPr lang="en-CA"/>
              <a:t>Arguments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53</a:t>
            </a:fld>
            <a:endParaRPr lang="en-A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3CB041-437A-DDC4-FD22-B5E3515334BD}"/>
              </a:ext>
            </a:extLst>
          </p:cNvPr>
          <p:cNvSpPr txBox="1"/>
          <p:nvPr/>
        </p:nvSpPr>
        <p:spPr>
          <a:xfrm>
            <a:off x="4188485" y="2344261"/>
            <a:ext cx="525413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/>
              <a:t>p = 3</a:t>
            </a:r>
            <a:br>
              <a:rPr lang="en-CA" sz="4400"/>
            </a:br>
            <a:r>
              <a:rPr lang="en-CA" sz="4400"/>
              <a:t>x = </a:t>
            </a:r>
            <a:r>
              <a:rPr lang="en-CA" sz="4400" err="1"/>
              <a:t>math.pow</a:t>
            </a:r>
            <a:r>
              <a:rPr lang="en-CA" sz="4400"/>
              <a:t>(1+1, p)</a:t>
            </a:r>
            <a:endParaRPr lang="en-AU" sz="4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3A62E8-3DF2-8251-CBDB-1A09A68559D7}"/>
              </a:ext>
            </a:extLst>
          </p:cNvPr>
          <p:cNvSpPr txBox="1"/>
          <p:nvPr/>
        </p:nvSpPr>
        <p:spPr>
          <a:xfrm>
            <a:off x="6766552" y="4298081"/>
            <a:ext cx="163792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This is the first </a:t>
            </a:r>
            <a:r>
              <a:rPr lang="en-CA" b="1"/>
              <a:t>argument</a:t>
            </a:r>
            <a:r>
              <a:rPr lang="en-CA"/>
              <a:t> …</a:t>
            </a:r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AC8351-6490-FFBC-8EAD-267A0BCF0642}"/>
              </a:ext>
            </a:extLst>
          </p:cNvPr>
          <p:cNvSpPr/>
          <p:nvPr/>
        </p:nvSpPr>
        <p:spPr>
          <a:xfrm>
            <a:off x="7677339" y="3067362"/>
            <a:ext cx="851025" cy="72327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E9440C-5B25-AC34-271C-C92666B273EA}"/>
              </a:ext>
            </a:extLst>
          </p:cNvPr>
          <p:cNvSpPr/>
          <p:nvPr/>
        </p:nvSpPr>
        <p:spPr>
          <a:xfrm>
            <a:off x="8798460" y="3067361"/>
            <a:ext cx="336488" cy="72327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F10EE8-23A7-FE83-A820-5B885F373988}"/>
              </a:ext>
            </a:extLst>
          </p:cNvPr>
          <p:cNvSpPr txBox="1"/>
          <p:nvPr/>
        </p:nvSpPr>
        <p:spPr>
          <a:xfrm>
            <a:off x="9163238" y="4298080"/>
            <a:ext cx="2074092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… this is the second </a:t>
            </a:r>
            <a:r>
              <a:rPr lang="en-CA" b="1"/>
              <a:t>argument</a:t>
            </a:r>
            <a:r>
              <a:rPr lang="en-CA"/>
              <a:t>.</a:t>
            </a:r>
            <a:endParaRPr lang="en-AU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1798CF0-1C3E-1382-CB58-57AF961422F3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7585514" y="3790636"/>
            <a:ext cx="254787" cy="5074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B689EAB-6BB3-0BF6-C2FD-8CDCA9E69CF6}"/>
              </a:ext>
            </a:extLst>
          </p:cNvPr>
          <p:cNvCxnSpPr>
            <a:cxnSpLocks/>
          </p:cNvCxnSpPr>
          <p:nvPr/>
        </p:nvCxnSpPr>
        <p:spPr>
          <a:xfrm flipH="1" flipV="1">
            <a:off x="9163238" y="3790636"/>
            <a:ext cx="161831" cy="5074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C26C8C5-E2D5-976D-F8A5-D2E4F2A93606}"/>
              </a:ext>
            </a:extLst>
          </p:cNvPr>
          <p:cNvSpPr txBox="1"/>
          <p:nvPr/>
        </p:nvSpPr>
        <p:spPr>
          <a:xfrm>
            <a:off x="6464928" y="5451682"/>
            <a:ext cx="163792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err="1"/>
              <a:t>math.pow</a:t>
            </a:r>
            <a:r>
              <a:rPr lang="en-CA"/>
              <a:t> is a 2-argument function</a:t>
            </a:r>
            <a:endParaRPr lang="en-A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13CE6D-890C-D19C-6C6E-B80716A9E764}"/>
              </a:ext>
            </a:extLst>
          </p:cNvPr>
          <p:cNvSpPr txBox="1"/>
          <p:nvPr/>
        </p:nvSpPr>
        <p:spPr>
          <a:xfrm>
            <a:off x="2899064" y="5433020"/>
            <a:ext cx="253845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err="1"/>
              <a:t>math.pow</a:t>
            </a:r>
            <a:r>
              <a:rPr lang="en-CA"/>
              <a:t> always takes exactly 2 arguments:</a:t>
            </a:r>
            <a:br>
              <a:rPr lang="en-CA"/>
            </a:br>
            <a:r>
              <a:rPr lang="en-CA" err="1"/>
              <a:t>math.pow</a:t>
            </a:r>
            <a:r>
              <a:rPr lang="en-CA"/>
              <a:t>(x, y)</a:t>
            </a:r>
            <a:endParaRPr lang="en-AU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94E6558-77F9-7C1B-D052-31AB50AB6FEE}"/>
              </a:ext>
            </a:extLst>
          </p:cNvPr>
          <p:cNvCxnSpPr>
            <a:stCxn id="8" idx="0"/>
            <a:endCxn id="5" idx="2"/>
          </p:cNvCxnSpPr>
          <p:nvPr/>
        </p:nvCxnSpPr>
        <p:spPr>
          <a:xfrm flipV="1">
            <a:off x="7283890" y="4944412"/>
            <a:ext cx="301624" cy="5072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5273ABB-532C-6900-DC54-EE0B3754982A}"/>
              </a:ext>
            </a:extLst>
          </p:cNvPr>
          <p:cNvCxnSpPr>
            <a:stCxn id="8" idx="0"/>
          </p:cNvCxnSpPr>
          <p:nvPr/>
        </p:nvCxnSpPr>
        <p:spPr>
          <a:xfrm flipV="1">
            <a:off x="7283890" y="4944411"/>
            <a:ext cx="1879348" cy="5072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BFC780C-DAD4-6C24-4298-810321238C06}"/>
              </a:ext>
            </a:extLst>
          </p:cNvPr>
          <p:cNvCxnSpPr>
            <a:cxnSpLocks/>
            <a:stCxn id="8" idx="1"/>
            <a:endCxn id="10" idx="3"/>
          </p:cNvCxnSpPr>
          <p:nvPr/>
        </p:nvCxnSpPr>
        <p:spPr>
          <a:xfrm flipH="1" flipV="1">
            <a:off x="5437517" y="5894685"/>
            <a:ext cx="1027411" cy="186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16780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692400" cy="1325563"/>
          </a:xfrm>
        </p:spPr>
        <p:txBody>
          <a:bodyPr>
            <a:normAutofit/>
          </a:bodyPr>
          <a:lstStyle/>
          <a:p>
            <a:r>
              <a:rPr lang="en-CA"/>
              <a:t>Function</a:t>
            </a:r>
            <a:br>
              <a:rPr lang="en-CA"/>
            </a:br>
            <a:r>
              <a:rPr lang="en-CA"/>
              <a:t>Arguments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54</a:t>
            </a:fld>
            <a:endParaRPr lang="en-A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3CB041-437A-DDC4-FD22-B5E3515334BD}"/>
              </a:ext>
            </a:extLst>
          </p:cNvPr>
          <p:cNvSpPr txBox="1"/>
          <p:nvPr/>
        </p:nvSpPr>
        <p:spPr>
          <a:xfrm>
            <a:off x="4188485" y="2344261"/>
            <a:ext cx="525413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/>
              <a:t>p = 3</a:t>
            </a:r>
            <a:br>
              <a:rPr lang="en-CA" sz="4400"/>
            </a:br>
            <a:r>
              <a:rPr lang="en-CA" sz="4400"/>
              <a:t>x = </a:t>
            </a:r>
            <a:r>
              <a:rPr lang="en-CA" sz="4400" err="1"/>
              <a:t>math.pow</a:t>
            </a:r>
            <a:r>
              <a:rPr lang="en-CA" sz="4400"/>
              <a:t>(1+1, p)</a:t>
            </a:r>
            <a:endParaRPr lang="en-AU" sz="4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3A62E8-3DF2-8251-CBDB-1A09A68559D7}"/>
              </a:ext>
            </a:extLst>
          </p:cNvPr>
          <p:cNvSpPr txBox="1"/>
          <p:nvPr/>
        </p:nvSpPr>
        <p:spPr>
          <a:xfrm>
            <a:off x="9442616" y="3789945"/>
            <a:ext cx="2633804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When a function is called, the arguments are first evaluated …</a:t>
            </a:r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AC8351-6490-FFBC-8EAD-267A0BCF0642}"/>
              </a:ext>
            </a:extLst>
          </p:cNvPr>
          <p:cNvSpPr/>
          <p:nvPr/>
        </p:nvSpPr>
        <p:spPr>
          <a:xfrm>
            <a:off x="7677339" y="3067362"/>
            <a:ext cx="823865" cy="72327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17CF14-51C0-BC96-E0E1-4E19447AC06D}"/>
              </a:ext>
            </a:extLst>
          </p:cNvPr>
          <p:cNvSpPr txBox="1"/>
          <p:nvPr/>
        </p:nvSpPr>
        <p:spPr>
          <a:xfrm>
            <a:off x="4188485" y="4909800"/>
            <a:ext cx="521405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/>
              <a:t>x = </a:t>
            </a:r>
            <a:r>
              <a:rPr lang="en-CA" sz="4400" err="1"/>
              <a:t>math.pow</a:t>
            </a:r>
            <a:r>
              <a:rPr lang="en-CA" sz="4400"/>
              <a:t>(2,      3)</a:t>
            </a:r>
            <a:endParaRPr lang="en-AU" sz="44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B484C1-D027-0BF1-45C0-15CEB48A6E54}"/>
              </a:ext>
            </a:extLst>
          </p:cNvPr>
          <p:cNvSpPr/>
          <p:nvPr/>
        </p:nvSpPr>
        <p:spPr>
          <a:xfrm>
            <a:off x="8764812" y="3067362"/>
            <a:ext cx="415402" cy="72327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5D8972D-C626-A495-AF0D-03A48F711026}"/>
              </a:ext>
            </a:extLst>
          </p:cNvPr>
          <p:cNvSpPr/>
          <p:nvPr/>
        </p:nvSpPr>
        <p:spPr>
          <a:xfrm>
            <a:off x="7677339" y="4955966"/>
            <a:ext cx="336487" cy="72327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FCCF9B8-7D05-4741-3DAF-D9463C5A0FBD}"/>
              </a:ext>
            </a:extLst>
          </p:cNvPr>
          <p:cNvSpPr/>
          <p:nvPr/>
        </p:nvSpPr>
        <p:spPr>
          <a:xfrm>
            <a:off x="8764812" y="4955966"/>
            <a:ext cx="336487" cy="72327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071D929-82A6-EAC7-1197-C44EE267F0F0}"/>
              </a:ext>
            </a:extLst>
          </p:cNvPr>
          <p:cNvCxnSpPr/>
          <p:nvPr/>
        </p:nvCxnSpPr>
        <p:spPr>
          <a:xfrm>
            <a:off x="7845582" y="3789945"/>
            <a:ext cx="0" cy="11198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C1CBB4D-6F0B-7AD0-A5C6-E62991FCE2FE}"/>
              </a:ext>
            </a:extLst>
          </p:cNvPr>
          <p:cNvCxnSpPr>
            <a:cxnSpLocks/>
          </p:cNvCxnSpPr>
          <p:nvPr/>
        </p:nvCxnSpPr>
        <p:spPr>
          <a:xfrm>
            <a:off x="8933055" y="3789945"/>
            <a:ext cx="0" cy="11660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3DCD590-93E8-EEA7-A127-F8DB4307FA95}"/>
                  </a:ext>
                </a:extLst>
              </p14:cNvPr>
              <p14:cNvContentPartPr/>
              <p14:nvPr/>
            </p14:nvContentPartPr>
            <p14:xfrm>
              <a:off x="2692440" y="2419200"/>
              <a:ext cx="6934680" cy="31309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3DCD590-93E8-EEA7-A127-F8DB4307FA9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83080" y="2409840"/>
                <a:ext cx="6953400" cy="3149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9853382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692400" cy="1325563"/>
          </a:xfrm>
        </p:spPr>
        <p:txBody>
          <a:bodyPr>
            <a:normAutofit/>
          </a:bodyPr>
          <a:lstStyle/>
          <a:p>
            <a:r>
              <a:rPr lang="en-CA"/>
              <a:t>Function</a:t>
            </a:r>
            <a:br>
              <a:rPr lang="en-CA"/>
            </a:br>
            <a:r>
              <a:rPr lang="en-CA"/>
              <a:t>Arguments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55</a:t>
            </a:fld>
            <a:endParaRPr lang="en-A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3CB041-437A-DDC4-FD22-B5E3515334BD}"/>
              </a:ext>
            </a:extLst>
          </p:cNvPr>
          <p:cNvSpPr txBox="1"/>
          <p:nvPr/>
        </p:nvSpPr>
        <p:spPr>
          <a:xfrm>
            <a:off x="4188485" y="2344261"/>
            <a:ext cx="463697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/>
              <a:t>p = 3</a:t>
            </a:r>
            <a:br>
              <a:rPr lang="en-CA" sz="4400"/>
            </a:br>
            <a:r>
              <a:rPr lang="en-CA" sz="4400"/>
              <a:t>x = </a:t>
            </a:r>
            <a:r>
              <a:rPr lang="en-CA" sz="4400" err="1"/>
              <a:t>math.pow</a:t>
            </a:r>
            <a:r>
              <a:rPr lang="en-CA" sz="4400"/>
              <a:t>(2, 3)</a:t>
            </a:r>
            <a:endParaRPr lang="en-AU" sz="4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3A62E8-3DF2-8251-CBDB-1A09A68559D7}"/>
              </a:ext>
            </a:extLst>
          </p:cNvPr>
          <p:cNvSpPr txBox="1"/>
          <p:nvPr/>
        </p:nvSpPr>
        <p:spPr>
          <a:xfrm>
            <a:off x="5567733" y="4115869"/>
            <a:ext cx="2633804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Then the resulting values are passed to the function, and the function returns a value</a:t>
            </a:r>
            <a:endParaRPr lang="en-AU"/>
          </a:p>
        </p:txBody>
      </p:sp>
      <p:sp>
        <p:nvSpPr>
          <p:cNvPr id="3" name="Left Brace 2">
            <a:extLst>
              <a:ext uri="{FF2B5EF4-FFF2-40B4-BE49-F238E27FC236}">
                <a16:creationId xmlns:a16="http://schemas.microsoft.com/office/drawing/2014/main" id="{ECD223E0-2117-BEE3-BDD3-E06A780E582C}"/>
              </a:ext>
            </a:extLst>
          </p:cNvPr>
          <p:cNvSpPr/>
          <p:nvPr/>
        </p:nvSpPr>
        <p:spPr>
          <a:xfrm rot="16200000">
            <a:off x="6721673" y="2035761"/>
            <a:ext cx="325925" cy="3653222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5159240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692400" cy="1325563"/>
          </a:xfrm>
        </p:spPr>
        <p:txBody>
          <a:bodyPr>
            <a:normAutofit/>
          </a:bodyPr>
          <a:lstStyle/>
          <a:p>
            <a:r>
              <a:rPr lang="en-CA"/>
              <a:t>Function</a:t>
            </a:r>
            <a:br>
              <a:rPr lang="en-CA"/>
            </a:br>
            <a:r>
              <a:rPr lang="en-CA"/>
              <a:t>Arguments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56</a:t>
            </a:fld>
            <a:endParaRPr lang="en-A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3CB041-437A-DDC4-FD22-B5E3515334BD}"/>
              </a:ext>
            </a:extLst>
          </p:cNvPr>
          <p:cNvSpPr txBox="1"/>
          <p:nvPr/>
        </p:nvSpPr>
        <p:spPr>
          <a:xfrm>
            <a:off x="4188485" y="2344261"/>
            <a:ext cx="133402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/>
              <a:t>p = 3</a:t>
            </a:r>
            <a:br>
              <a:rPr lang="en-CA" sz="4400"/>
            </a:br>
            <a:r>
              <a:rPr lang="en-CA" sz="4400"/>
              <a:t>x = 8</a:t>
            </a:r>
            <a:endParaRPr lang="en-AU" sz="4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7423A7-7555-7215-6FEC-0DF1E63AA359}"/>
              </a:ext>
            </a:extLst>
          </p:cNvPr>
          <p:cNvSpPr txBox="1"/>
          <p:nvPr/>
        </p:nvSpPr>
        <p:spPr>
          <a:xfrm>
            <a:off x="5567733" y="4115869"/>
            <a:ext cx="2633804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The final result is that x gets the value 8.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1821706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884116" cy="1325563"/>
          </a:xfrm>
        </p:spPr>
        <p:txBody>
          <a:bodyPr>
            <a:normAutofit fontScale="90000"/>
          </a:bodyPr>
          <a:lstStyle/>
          <a:p>
            <a:r>
              <a:rPr lang="en-CA"/>
              <a:t>Source Code Comments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57</a:t>
            </a:fld>
            <a:endParaRPr lang="en-A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3CB041-437A-DDC4-FD22-B5E3515334BD}"/>
              </a:ext>
            </a:extLst>
          </p:cNvPr>
          <p:cNvSpPr txBox="1"/>
          <p:nvPr/>
        </p:nvSpPr>
        <p:spPr>
          <a:xfrm>
            <a:off x="3245974" y="2362474"/>
            <a:ext cx="6316088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# set the length of the sides</a:t>
            </a:r>
          </a:p>
          <a:p>
            <a:r>
              <a:rPr lang="en-US" dirty="0"/>
              <a:t>side1 = 3</a:t>
            </a:r>
          </a:p>
          <a:p>
            <a:r>
              <a:rPr lang="en-US" dirty="0"/>
              <a:t>side2 = 4</a:t>
            </a:r>
          </a:p>
          <a:p>
            <a:endParaRPr lang="en-US" dirty="0"/>
          </a:p>
          <a:p>
            <a:r>
              <a:rPr lang="en-US" b="1" dirty="0"/>
              <a:t># calculate the hypotenuse using the Pythagorean theorem</a:t>
            </a:r>
          </a:p>
          <a:p>
            <a:r>
              <a:rPr lang="en-US" dirty="0"/>
              <a:t>hypotenuse = </a:t>
            </a:r>
            <a:r>
              <a:rPr lang="en-US" dirty="0" err="1"/>
              <a:t>math.sqrt</a:t>
            </a:r>
            <a:r>
              <a:rPr lang="en-US" dirty="0"/>
              <a:t>(side1 ** 2 + side2 ** 2)</a:t>
            </a:r>
          </a:p>
          <a:p>
            <a:endParaRPr lang="en-US" dirty="0"/>
          </a:p>
          <a:p>
            <a:r>
              <a:rPr lang="en-US" b="1" dirty="0"/>
              <a:t># print the results</a:t>
            </a:r>
          </a:p>
          <a:p>
            <a:r>
              <a:rPr lang="en-US" dirty="0"/>
              <a:t>print(hypotenuse)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93479A-CA2F-FB20-C0DB-0A9F7CF2E14F}"/>
              </a:ext>
            </a:extLst>
          </p:cNvPr>
          <p:cNvSpPr txBox="1"/>
          <p:nvPr/>
        </p:nvSpPr>
        <p:spPr>
          <a:xfrm>
            <a:off x="4137284" y="503537"/>
            <a:ext cx="3214129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 </a:t>
            </a:r>
            <a:r>
              <a:rPr lang="en-CA" b="1"/>
              <a:t>source code comment </a:t>
            </a:r>
            <a:r>
              <a:rPr lang="en-CA"/>
              <a:t>is a note that a programmer writes in their program that is just for them or other humans.</a:t>
            </a:r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0CB93A-3320-C18B-4C74-541FB845D35B}"/>
              </a:ext>
            </a:extLst>
          </p:cNvPr>
          <p:cNvSpPr txBox="1"/>
          <p:nvPr/>
        </p:nvSpPr>
        <p:spPr>
          <a:xfrm>
            <a:off x="8138916" y="503536"/>
            <a:ext cx="2920352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/>
              <a:t>Python ignores source code comments </a:t>
            </a:r>
            <a:r>
              <a:rPr lang="en-CA"/>
              <a:t>… it just skips over them. </a:t>
            </a:r>
            <a:endParaRPr lang="en-AU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981BB04-4450-2F6F-4355-503A5A6C203A}"/>
              </a:ext>
            </a:extLst>
          </p:cNvPr>
          <p:cNvCxnSpPr>
            <a:cxnSpLocks/>
            <a:stCxn id="5" idx="1"/>
            <a:endCxn id="3" idx="3"/>
          </p:cNvCxnSpPr>
          <p:nvPr/>
        </p:nvCxnSpPr>
        <p:spPr>
          <a:xfrm flipH="1">
            <a:off x="7351413" y="965201"/>
            <a:ext cx="787503" cy="1385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214444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31B598F-3A54-9082-1C7D-954BF6AD6E07}"/>
              </a:ext>
            </a:extLst>
          </p:cNvPr>
          <p:cNvSpPr txBox="1"/>
          <p:nvPr/>
        </p:nvSpPr>
        <p:spPr>
          <a:xfrm>
            <a:off x="3245974" y="2362474"/>
            <a:ext cx="6316088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# set the length of the sides</a:t>
            </a:r>
          </a:p>
          <a:p>
            <a:r>
              <a:rPr lang="en-US" dirty="0"/>
              <a:t>side1 = 3</a:t>
            </a:r>
          </a:p>
          <a:p>
            <a:r>
              <a:rPr lang="en-US" dirty="0"/>
              <a:t>side2 = 4</a:t>
            </a:r>
          </a:p>
          <a:p>
            <a:endParaRPr lang="en-US" dirty="0"/>
          </a:p>
          <a:p>
            <a:r>
              <a:rPr lang="en-US" b="1" dirty="0"/>
              <a:t># calculate the hypotenuse using the Pythagorean theorem</a:t>
            </a:r>
          </a:p>
          <a:p>
            <a:r>
              <a:rPr lang="en-US" dirty="0"/>
              <a:t>hypotenuse = </a:t>
            </a:r>
            <a:r>
              <a:rPr lang="en-US" dirty="0" err="1"/>
              <a:t>math.sqrt</a:t>
            </a:r>
            <a:r>
              <a:rPr lang="en-US" dirty="0"/>
              <a:t>(side1 ** 2 + side2 ** 2)</a:t>
            </a:r>
          </a:p>
          <a:p>
            <a:endParaRPr lang="en-US" dirty="0"/>
          </a:p>
          <a:p>
            <a:r>
              <a:rPr lang="en-US" b="1" dirty="0"/>
              <a:t># print the results</a:t>
            </a:r>
          </a:p>
          <a:p>
            <a:r>
              <a:rPr lang="en-US" dirty="0"/>
              <a:t>print(hypotenuse)</a:t>
            </a:r>
            <a:endParaRPr lang="en-A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884116" cy="1325563"/>
          </a:xfrm>
        </p:spPr>
        <p:txBody>
          <a:bodyPr>
            <a:normAutofit fontScale="90000"/>
          </a:bodyPr>
          <a:lstStyle/>
          <a:p>
            <a:r>
              <a:rPr lang="en-CA"/>
              <a:t>Source Code Comments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58</a:t>
            </a:fld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93479A-CA2F-FB20-C0DB-0A9F7CF2E14F}"/>
              </a:ext>
            </a:extLst>
          </p:cNvPr>
          <p:cNvSpPr txBox="1"/>
          <p:nvPr/>
        </p:nvSpPr>
        <p:spPr>
          <a:xfrm>
            <a:off x="4137284" y="503537"/>
            <a:ext cx="3214129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 </a:t>
            </a:r>
            <a:r>
              <a:rPr lang="en-CA" b="1"/>
              <a:t>source code comment </a:t>
            </a:r>
            <a:r>
              <a:rPr lang="en-CA"/>
              <a:t>is a note that a programmer writes in their program that is just for them or other humans.</a:t>
            </a:r>
            <a:endParaRPr lang="en-AU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981BB04-4450-2F6F-4355-503A5A6C203A}"/>
              </a:ext>
            </a:extLst>
          </p:cNvPr>
          <p:cNvCxnSpPr>
            <a:cxnSpLocks/>
            <a:endCxn id="3" idx="3"/>
          </p:cNvCxnSpPr>
          <p:nvPr/>
        </p:nvCxnSpPr>
        <p:spPr>
          <a:xfrm flipH="1">
            <a:off x="7351413" y="1103701"/>
            <a:ext cx="78750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12ABABE-BECA-70AE-2A2A-C72BE9908691}"/>
              </a:ext>
            </a:extLst>
          </p:cNvPr>
          <p:cNvSpPr txBox="1"/>
          <p:nvPr/>
        </p:nvSpPr>
        <p:spPr>
          <a:xfrm>
            <a:off x="212977" y="3175503"/>
            <a:ext cx="1839512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Python source code comments always start with the </a:t>
            </a:r>
            <a:r>
              <a:rPr lang="en-CA" b="1"/>
              <a:t>#</a:t>
            </a:r>
            <a:r>
              <a:rPr lang="en-CA"/>
              <a:t> character.</a:t>
            </a:r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D4A06E-6EA9-9E5B-B036-171F18A00701}"/>
              </a:ext>
            </a:extLst>
          </p:cNvPr>
          <p:cNvSpPr/>
          <p:nvPr/>
        </p:nvSpPr>
        <p:spPr>
          <a:xfrm>
            <a:off x="3255490" y="2426690"/>
            <a:ext cx="248664" cy="22597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93C046-2D75-7FE3-9E50-29B3A64E49E9}"/>
              </a:ext>
            </a:extLst>
          </p:cNvPr>
          <p:cNvSpPr/>
          <p:nvPr/>
        </p:nvSpPr>
        <p:spPr>
          <a:xfrm>
            <a:off x="3245974" y="3521062"/>
            <a:ext cx="248664" cy="22597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94CACD-4DEF-540D-8F5F-500376C6830C}"/>
              </a:ext>
            </a:extLst>
          </p:cNvPr>
          <p:cNvSpPr/>
          <p:nvPr/>
        </p:nvSpPr>
        <p:spPr>
          <a:xfrm>
            <a:off x="3255490" y="4353980"/>
            <a:ext cx="248664" cy="22597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9199772-8F5B-23FD-4FE3-996B8B7B7B9E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2052489" y="2539678"/>
            <a:ext cx="1203001" cy="6743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54A7D66-1489-634B-A237-D1F984E45AA2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 flipV="1">
            <a:off x="2052489" y="3634050"/>
            <a:ext cx="1193485" cy="1416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C740A70-9DFE-4149-A53D-FE0C0CA96BBF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2052489" y="4318416"/>
            <a:ext cx="1203001" cy="1485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E24C089-FBD4-4FBE-8C60-4C1F6C0C0E10}"/>
              </a:ext>
            </a:extLst>
          </p:cNvPr>
          <p:cNvSpPr txBox="1"/>
          <p:nvPr/>
        </p:nvSpPr>
        <p:spPr>
          <a:xfrm>
            <a:off x="8138916" y="503536"/>
            <a:ext cx="2920352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/>
              <a:t>Python ignores source code comments </a:t>
            </a:r>
            <a:r>
              <a:rPr lang="en-CA"/>
              <a:t>… it just skips over them. 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9892899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310C2-010C-8ED8-C350-81E27E32A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EF03FBA-50CB-23E9-1439-55674D1DC3D5}"/>
              </a:ext>
            </a:extLst>
          </p:cNvPr>
          <p:cNvSpPr txBox="1"/>
          <p:nvPr/>
        </p:nvSpPr>
        <p:spPr>
          <a:xfrm>
            <a:off x="3245974" y="2362474"/>
            <a:ext cx="6316088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# set the length of the sides</a:t>
            </a:r>
          </a:p>
          <a:p>
            <a:r>
              <a:rPr lang="en-US" dirty="0"/>
              <a:t>side1 = 3</a:t>
            </a:r>
          </a:p>
          <a:p>
            <a:r>
              <a:rPr lang="en-US" dirty="0"/>
              <a:t>side2 = 4</a:t>
            </a:r>
          </a:p>
          <a:p>
            <a:endParaRPr lang="en-US" dirty="0"/>
          </a:p>
          <a:p>
            <a:r>
              <a:rPr lang="en-US" b="1" dirty="0"/>
              <a:t># calculate the hypotenuse using the Pythagorean theorem</a:t>
            </a:r>
          </a:p>
          <a:p>
            <a:r>
              <a:rPr lang="en-US" dirty="0"/>
              <a:t>hypotenuse = </a:t>
            </a:r>
            <a:r>
              <a:rPr lang="en-US" dirty="0" err="1"/>
              <a:t>math.sqrt</a:t>
            </a:r>
            <a:r>
              <a:rPr lang="en-US" dirty="0"/>
              <a:t>(side1 ** 2 + side2 ** 2)</a:t>
            </a:r>
          </a:p>
          <a:p>
            <a:endParaRPr lang="en-US" dirty="0"/>
          </a:p>
          <a:p>
            <a:r>
              <a:rPr lang="en-US" b="1" dirty="0"/>
              <a:t># print the results</a:t>
            </a:r>
          </a:p>
          <a:p>
            <a:r>
              <a:rPr lang="en-US" dirty="0"/>
              <a:t>print(hypotenuse)</a:t>
            </a:r>
            <a:endParaRPr lang="en-A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965047-BA8D-73C9-0787-1F0733FD2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884116" cy="1325563"/>
          </a:xfrm>
        </p:spPr>
        <p:txBody>
          <a:bodyPr>
            <a:normAutofit fontScale="90000"/>
          </a:bodyPr>
          <a:lstStyle/>
          <a:p>
            <a:r>
              <a:rPr lang="en-CA"/>
              <a:t>Source Code Comments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929D8A-0357-746F-6729-0E8A68217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59</a:t>
            </a:fld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671920-73E4-8C00-4DD7-DBEC053DC4BD}"/>
              </a:ext>
            </a:extLst>
          </p:cNvPr>
          <p:cNvSpPr txBox="1"/>
          <p:nvPr/>
        </p:nvSpPr>
        <p:spPr>
          <a:xfrm>
            <a:off x="4137284" y="503537"/>
            <a:ext cx="3214129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 </a:t>
            </a:r>
            <a:r>
              <a:rPr lang="en-CA" b="1"/>
              <a:t>source code comment </a:t>
            </a:r>
            <a:r>
              <a:rPr lang="en-CA"/>
              <a:t>is a note that a programmer writes in their program that is just for them or other humans.</a:t>
            </a:r>
            <a:endParaRPr lang="en-AU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E97C8B5-540D-E0FC-7EF6-C39A728DAC06}"/>
              </a:ext>
            </a:extLst>
          </p:cNvPr>
          <p:cNvCxnSpPr>
            <a:cxnSpLocks/>
            <a:endCxn id="3" idx="3"/>
          </p:cNvCxnSpPr>
          <p:nvPr/>
        </p:nvCxnSpPr>
        <p:spPr>
          <a:xfrm flipH="1">
            <a:off x="7351413" y="1103701"/>
            <a:ext cx="78750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3ACD3E1-7FB5-C351-9A7D-EB57AB7686C8}"/>
              </a:ext>
            </a:extLst>
          </p:cNvPr>
          <p:cNvSpPr txBox="1"/>
          <p:nvPr/>
        </p:nvSpPr>
        <p:spPr>
          <a:xfrm>
            <a:off x="212977" y="3175503"/>
            <a:ext cx="1839512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Python source code comments always start with the </a:t>
            </a:r>
            <a:r>
              <a:rPr lang="en-CA" b="1"/>
              <a:t>#</a:t>
            </a:r>
            <a:r>
              <a:rPr lang="en-CA"/>
              <a:t> character.</a:t>
            </a:r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06DEA2-C122-6839-477A-06E163992E6B}"/>
              </a:ext>
            </a:extLst>
          </p:cNvPr>
          <p:cNvSpPr/>
          <p:nvPr/>
        </p:nvSpPr>
        <p:spPr>
          <a:xfrm>
            <a:off x="3255490" y="2426690"/>
            <a:ext cx="248664" cy="22597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8642900-4668-7FDD-CFEB-1268C41FCC8B}"/>
              </a:ext>
            </a:extLst>
          </p:cNvPr>
          <p:cNvSpPr/>
          <p:nvPr/>
        </p:nvSpPr>
        <p:spPr>
          <a:xfrm>
            <a:off x="3245974" y="3521062"/>
            <a:ext cx="248664" cy="22597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492FAE8-08DF-46FC-DB10-6E3FBE605BA4}"/>
              </a:ext>
            </a:extLst>
          </p:cNvPr>
          <p:cNvSpPr/>
          <p:nvPr/>
        </p:nvSpPr>
        <p:spPr>
          <a:xfrm>
            <a:off x="3255490" y="4353980"/>
            <a:ext cx="248664" cy="22597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ABC49CD-C9DC-FA48-1876-8FCC954186DA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2052489" y="2539678"/>
            <a:ext cx="1203001" cy="6743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D56B51D-8B22-3873-4570-B568C165196E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 flipV="1">
            <a:off x="2052489" y="3634050"/>
            <a:ext cx="1193485" cy="1416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1CD210F-2BE8-7BC1-274C-984F82138A1D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2052489" y="4318416"/>
            <a:ext cx="1203001" cy="1485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1BDA7EB-BFF1-B2B2-F3C9-39C7CDCAC48B}"/>
              </a:ext>
            </a:extLst>
          </p:cNvPr>
          <p:cNvSpPr txBox="1"/>
          <p:nvPr/>
        </p:nvSpPr>
        <p:spPr>
          <a:xfrm>
            <a:off x="8138916" y="503536"/>
            <a:ext cx="2920352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/>
              <a:t>Python ignores source code comments </a:t>
            </a:r>
            <a:r>
              <a:rPr lang="en-CA"/>
              <a:t>… it just skips over them. </a:t>
            </a:r>
            <a:endParaRPr lang="en-A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D501E0-62A4-229B-D84A-692EC71754A8}"/>
              </a:ext>
            </a:extLst>
          </p:cNvPr>
          <p:cNvSpPr txBox="1"/>
          <p:nvPr/>
        </p:nvSpPr>
        <p:spPr>
          <a:xfrm>
            <a:off x="7852593" y="5040130"/>
            <a:ext cx="1988524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/>
              <a:t>Good comments </a:t>
            </a:r>
            <a:r>
              <a:rPr lang="en-CA"/>
              <a:t>make your code more </a:t>
            </a:r>
            <a:r>
              <a:rPr lang="en-CA" b="1"/>
              <a:t>readable</a:t>
            </a:r>
            <a:r>
              <a:rPr lang="en-CA"/>
              <a:t>.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872718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14888-274C-7EEB-C37E-45A2D269C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460720A-E894-8330-6A1A-7DE1D1928D7B}"/>
              </a:ext>
            </a:extLst>
          </p:cNvPr>
          <p:cNvSpPr txBox="1"/>
          <p:nvPr/>
        </p:nvSpPr>
        <p:spPr>
          <a:xfrm>
            <a:off x="3245974" y="2362474"/>
            <a:ext cx="6316088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# set the length of the sides</a:t>
            </a:r>
          </a:p>
          <a:p>
            <a:r>
              <a:rPr lang="en-US" dirty="0"/>
              <a:t>side1 = 3</a:t>
            </a:r>
          </a:p>
          <a:p>
            <a:r>
              <a:rPr lang="en-US" dirty="0"/>
              <a:t>side2 = 4</a:t>
            </a:r>
          </a:p>
          <a:p>
            <a:endParaRPr lang="en-US" dirty="0"/>
          </a:p>
          <a:p>
            <a:r>
              <a:rPr lang="en-US" b="1" dirty="0"/>
              <a:t># calculate the hypotenuse using the Pythagorean theorem</a:t>
            </a:r>
          </a:p>
          <a:p>
            <a:r>
              <a:rPr lang="en-US" dirty="0"/>
              <a:t>hypotenuse = </a:t>
            </a:r>
            <a:r>
              <a:rPr lang="en-US" dirty="0" err="1"/>
              <a:t>math.sqrt</a:t>
            </a:r>
            <a:r>
              <a:rPr lang="en-US" dirty="0"/>
              <a:t>(side1 ** 2 + side2 ** 2)</a:t>
            </a:r>
          </a:p>
          <a:p>
            <a:endParaRPr lang="en-US" dirty="0"/>
          </a:p>
          <a:p>
            <a:r>
              <a:rPr lang="en-US" b="1" dirty="0"/>
              <a:t># print the results</a:t>
            </a:r>
          </a:p>
          <a:p>
            <a:r>
              <a:rPr lang="en-US" dirty="0"/>
              <a:t>print(hypotenuse)</a:t>
            </a:r>
            <a:endParaRPr lang="en-A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9A30-4788-9444-EB5C-10695CA06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884116" cy="1325563"/>
          </a:xfrm>
        </p:spPr>
        <p:txBody>
          <a:bodyPr>
            <a:normAutofit fontScale="90000"/>
          </a:bodyPr>
          <a:lstStyle/>
          <a:p>
            <a:r>
              <a:rPr lang="en-CA"/>
              <a:t>Source Code Comments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D9D70-6ABB-AB1D-F0C3-8B4EC1D1F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60</a:t>
            </a:fld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DE0AC0-C92B-FFB8-BD1E-5B2042FD4D1A}"/>
              </a:ext>
            </a:extLst>
          </p:cNvPr>
          <p:cNvSpPr txBox="1"/>
          <p:nvPr/>
        </p:nvSpPr>
        <p:spPr>
          <a:xfrm>
            <a:off x="4137284" y="503537"/>
            <a:ext cx="3214129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 </a:t>
            </a:r>
            <a:r>
              <a:rPr lang="en-CA" b="1"/>
              <a:t>source code comment </a:t>
            </a:r>
            <a:r>
              <a:rPr lang="en-CA"/>
              <a:t>is a note that a programmer writes in their program that is just for them or other humans.</a:t>
            </a:r>
            <a:endParaRPr lang="en-AU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CCC8857-9143-2332-0082-2C1D0EFA3E93}"/>
              </a:ext>
            </a:extLst>
          </p:cNvPr>
          <p:cNvCxnSpPr>
            <a:cxnSpLocks/>
            <a:endCxn id="3" idx="3"/>
          </p:cNvCxnSpPr>
          <p:nvPr/>
        </p:nvCxnSpPr>
        <p:spPr>
          <a:xfrm flipH="1">
            <a:off x="7351413" y="1103701"/>
            <a:ext cx="78750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347BB33-8D2A-D0B9-A06F-99FFE1598207}"/>
              </a:ext>
            </a:extLst>
          </p:cNvPr>
          <p:cNvSpPr txBox="1"/>
          <p:nvPr/>
        </p:nvSpPr>
        <p:spPr>
          <a:xfrm>
            <a:off x="126124" y="3175503"/>
            <a:ext cx="2133600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Variable names should generally be </a:t>
            </a:r>
            <a:r>
              <a:rPr lang="en-CA" b="1" dirty="0"/>
              <a:t>self-descriptive</a:t>
            </a:r>
            <a:r>
              <a:rPr lang="en-CA" dirty="0"/>
              <a:t>.</a:t>
            </a:r>
            <a:endParaRPr lang="en-AU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3B72D4E-FFB9-C482-9B96-9746AC9A21F1}"/>
              </a:ext>
            </a:extLst>
          </p:cNvPr>
          <p:cNvCxnSpPr>
            <a:cxnSpLocks/>
          </p:cNvCxnSpPr>
          <p:nvPr/>
        </p:nvCxnSpPr>
        <p:spPr>
          <a:xfrm flipV="1">
            <a:off x="2259724" y="2995448"/>
            <a:ext cx="872359" cy="2154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9E750D7-B536-30F3-F021-7B81C51B0111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2259724" y="3634050"/>
            <a:ext cx="986250" cy="31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BB24E22-6D67-93B4-5C06-24DC186C5F19}"/>
              </a:ext>
            </a:extLst>
          </p:cNvPr>
          <p:cNvSpPr txBox="1"/>
          <p:nvPr/>
        </p:nvSpPr>
        <p:spPr>
          <a:xfrm>
            <a:off x="8138916" y="503536"/>
            <a:ext cx="2920352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/>
              <a:t>Python ignores source code comments </a:t>
            </a:r>
            <a:r>
              <a:rPr lang="en-CA"/>
              <a:t>… it just skips over them. </a:t>
            </a:r>
            <a:endParaRPr lang="en-AU"/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D68ADA00-73BC-CF39-D352-58656F742057}"/>
              </a:ext>
            </a:extLst>
          </p:cNvPr>
          <p:cNvSpPr/>
          <p:nvPr/>
        </p:nvSpPr>
        <p:spPr>
          <a:xfrm>
            <a:off x="3132083" y="2742107"/>
            <a:ext cx="123408" cy="471901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96171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61</a:t>
            </a:fld>
            <a:endParaRPr lang="en-A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78376C-F24D-8397-674D-6287CA555DD3}"/>
              </a:ext>
            </a:extLst>
          </p:cNvPr>
          <p:cNvSpPr txBox="1"/>
          <p:nvPr/>
        </p:nvSpPr>
        <p:spPr>
          <a:xfrm>
            <a:off x="593479" y="4956504"/>
            <a:ext cx="4841454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/>
              <a:t>side1 = 3</a:t>
            </a:r>
          </a:p>
          <a:p>
            <a:r>
              <a:rPr lang="en-US"/>
              <a:t>side2 = 4</a:t>
            </a:r>
          </a:p>
          <a:p>
            <a:r>
              <a:rPr lang="en-US"/>
              <a:t>hypotenuse = </a:t>
            </a:r>
            <a:r>
              <a:rPr lang="en-US" err="1"/>
              <a:t>math.sqrt</a:t>
            </a:r>
            <a:r>
              <a:rPr lang="en-US"/>
              <a:t>(side1 ** 2 + side2 ** 2)</a:t>
            </a:r>
          </a:p>
          <a:p>
            <a:r>
              <a:rPr lang="en-US"/>
              <a:t>print(hypotenuse)</a:t>
            </a:r>
            <a:endParaRPr lang="en-A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2C2A61-4298-4DD1-294E-B1B3004D90FF}"/>
              </a:ext>
            </a:extLst>
          </p:cNvPr>
          <p:cNvSpPr txBox="1"/>
          <p:nvPr/>
        </p:nvSpPr>
        <p:spPr>
          <a:xfrm>
            <a:off x="6621579" y="190172"/>
            <a:ext cx="5170711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/>
              <a:t># set the length of the sides</a:t>
            </a:r>
          </a:p>
          <a:p>
            <a:r>
              <a:rPr lang="en-US" dirty="0"/>
              <a:t>a = 3</a:t>
            </a:r>
          </a:p>
          <a:p>
            <a:r>
              <a:rPr lang="en-US" dirty="0"/>
              <a:t>b = 4</a:t>
            </a:r>
          </a:p>
          <a:p>
            <a:endParaRPr lang="en-US" dirty="0"/>
          </a:p>
          <a:p>
            <a:r>
              <a:rPr lang="en-US" b="1" dirty="0"/>
              <a:t># calculate the hypotenuse of the triangle using </a:t>
            </a:r>
            <a:br>
              <a:rPr lang="en-US" b="1" dirty="0"/>
            </a:br>
            <a:r>
              <a:rPr lang="en-US" b="1" dirty="0"/>
              <a:t># the Pythagorean theorem</a:t>
            </a:r>
          </a:p>
          <a:p>
            <a:r>
              <a:rPr lang="en-US" dirty="0"/>
              <a:t>h = </a:t>
            </a:r>
            <a:r>
              <a:rPr lang="en-US" dirty="0" err="1"/>
              <a:t>math.sqrt</a:t>
            </a:r>
            <a:r>
              <a:rPr lang="en-US" dirty="0"/>
              <a:t>(a ** 2 + b ** 2)</a:t>
            </a:r>
          </a:p>
          <a:p>
            <a:endParaRPr lang="en-US" dirty="0"/>
          </a:p>
          <a:p>
            <a:r>
              <a:rPr lang="en-US" b="1" dirty="0"/>
              <a:t># print the results</a:t>
            </a:r>
          </a:p>
          <a:p>
            <a:r>
              <a:rPr lang="en-US" dirty="0"/>
              <a:t>print(h)</a:t>
            </a:r>
            <a:endParaRPr lang="en-A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EF3048-42F9-9C1C-5833-7D86A6DFACC8}"/>
              </a:ext>
            </a:extLst>
          </p:cNvPr>
          <p:cNvSpPr txBox="1"/>
          <p:nvPr/>
        </p:nvSpPr>
        <p:spPr>
          <a:xfrm>
            <a:off x="6621579" y="4956503"/>
            <a:ext cx="2964914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/>
              <a:t>a = 3</a:t>
            </a:r>
          </a:p>
          <a:p>
            <a:r>
              <a:rPr lang="en-US"/>
              <a:t>b = 4</a:t>
            </a:r>
          </a:p>
          <a:p>
            <a:r>
              <a:rPr lang="en-US"/>
              <a:t>h = </a:t>
            </a:r>
            <a:r>
              <a:rPr lang="en-US" err="1"/>
              <a:t>math.sqrt</a:t>
            </a:r>
            <a:r>
              <a:rPr lang="en-US"/>
              <a:t>(a ** 2 + b ** 2)</a:t>
            </a:r>
          </a:p>
          <a:p>
            <a:r>
              <a:rPr lang="en-US"/>
              <a:t>print(h)</a:t>
            </a:r>
            <a:endParaRPr lang="en-AU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FD6DDBB-452A-3400-CD38-6EECD8A4EDB3}"/>
              </a:ext>
            </a:extLst>
          </p:cNvPr>
          <p:cNvGrpSpPr/>
          <p:nvPr/>
        </p:nvGrpSpPr>
        <p:grpSpPr>
          <a:xfrm>
            <a:off x="80197" y="0"/>
            <a:ext cx="5683993" cy="3052494"/>
            <a:chOff x="-118979" y="0"/>
            <a:chExt cx="5683993" cy="3052494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C3CB041-437A-DDC4-FD22-B5E3515334BD}"/>
                </a:ext>
              </a:extLst>
            </p:cNvPr>
            <p:cNvSpPr txBox="1"/>
            <p:nvPr/>
          </p:nvSpPr>
          <p:spPr>
            <a:xfrm>
              <a:off x="394303" y="190172"/>
              <a:ext cx="5170711" cy="286232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# set the length of the sides</a:t>
              </a:r>
            </a:p>
            <a:p>
              <a:r>
                <a:rPr lang="en-US" dirty="0"/>
                <a:t>side1 = 3</a:t>
              </a:r>
            </a:p>
            <a:p>
              <a:r>
                <a:rPr lang="en-US" dirty="0"/>
                <a:t>side2 = 4</a:t>
              </a:r>
            </a:p>
            <a:p>
              <a:endParaRPr lang="en-US" dirty="0"/>
            </a:p>
            <a:p>
              <a:r>
                <a:rPr lang="en-US" b="1" dirty="0"/>
                <a:t># calculate the hypotenuse of the triangle using </a:t>
              </a:r>
              <a:br>
                <a:rPr lang="en-US" b="1" dirty="0"/>
              </a:br>
              <a:r>
                <a:rPr lang="en-US" b="1" dirty="0"/>
                <a:t># the Pythagorean theorem</a:t>
              </a:r>
            </a:p>
            <a:p>
              <a:r>
                <a:rPr lang="en-US" dirty="0"/>
                <a:t>hypotenuse = </a:t>
              </a:r>
              <a:r>
                <a:rPr lang="en-US" dirty="0" err="1"/>
                <a:t>math.sqrt</a:t>
              </a:r>
              <a:r>
                <a:rPr lang="en-US" dirty="0"/>
                <a:t>(side1 ** 2 + side2 ** 2)</a:t>
              </a:r>
            </a:p>
            <a:p>
              <a:endParaRPr lang="en-US" dirty="0"/>
            </a:p>
            <a:p>
              <a:r>
                <a:rPr lang="en-US" b="1" dirty="0"/>
                <a:t># print the results</a:t>
              </a:r>
            </a:p>
            <a:p>
              <a:r>
                <a:rPr lang="en-US" dirty="0"/>
                <a:t>print(hypotenuse)</a:t>
              </a:r>
              <a:endParaRPr lang="en-AU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423619F-015B-743C-8893-EF2BACDC092A}"/>
                </a:ext>
              </a:extLst>
            </p:cNvPr>
            <p:cNvSpPr txBox="1"/>
            <p:nvPr/>
          </p:nvSpPr>
          <p:spPr>
            <a:xfrm>
              <a:off x="-118979" y="0"/>
              <a:ext cx="513282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4800">
                  <a:solidFill>
                    <a:srgbClr val="FF0000"/>
                  </a:solidFill>
                </a:rPr>
                <a:t>1</a:t>
              </a:r>
              <a:endParaRPr lang="en-AU" sz="4800">
                <a:solidFill>
                  <a:srgbClr val="FF0000"/>
                </a:solidFill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4D326BA4-1444-89EA-65F2-FD46FACD11BB}"/>
              </a:ext>
            </a:extLst>
          </p:cNvPr>
          <p:cNvSpPr txBox="1"/>
          <p:nvPr/>
        </p:nvSpPr>
        <p:spPr>
          <a:xfrm>
            <a:off x="6108297" y="52448"/>
            <a:ext cx="51328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>
                <a:solidFill>
                  <a:srgbClr val="FF0000"/>
                </a:solidFill>
              </a:rPr>
              <a:t>2</a:t>
            </a:r>
            <a:endParaRPr lang="en-AU" sz="480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8F2816C-2B32-1A51-C852-10E279986B4A}"/>
              </a:ext>
            </a:extLst>
          </p:cNvPr>
          <p:cNvSpPr txBox="1"/>
          <p:nvPr/>
        </p:nvSpPr>
        <p:spPr>
          <a:xfrm>
            <a:off x="108715" y="4725670"/>
            <a:ext cx="51328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>
                <a:solidFill>
                  <a:srgbClr val="FF0000"/>
                </a:solidFill>
              </a:rPr>
              <a:t>3</a:t>
            </a:r>
            <a:endParaRPr lang="en-AU" sz="4800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761DB05-25D7-F007-E5BC-C2CC5D547A9F}"/>
              </a:ext>
            </a:extLst>
          </p:cNvPr>
          <p:cNvSpPr txBox="1"/>
          <p:nvPr/>
        </p:nvSpPr>
        <p:spPr>
          <a:xfrm>
            <a:off x="6119210" y="4732851"/>
            <a:ext cx="51328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>
                <a:solidFill>
                  <a:srgbClr val="FF0000"/>
                </a:solidFill>
              </a:rPr>
              <a:t>4</a:t>
            </a:r>
            <a:endParaRPr lang="en-AU" sz="4800">
              <a:solidFill>
                <a:srgbClr val="FF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3497FF-725C-07A4-B731-4337A7DCB4FE}"/>
              </a:ext>
            </a:extLst>
          </p:cNvPr>
          <p:cNvSpPr txBox="1"/>
          <p:nvPr/>
        </p:nvSpPr>
        <p:spPr>
          <a:xfrm>
            <a:off x="4679359" y="3627991"/>
            <a:ext cx="2833282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Which version do you find to be the most readable?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2231474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625FC-E160-E3AA-915D-17039B5D4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DD90A-77AF-FDD4-97FD-3D6137F95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884116" cy="1325563"/>
          </a:xfrm>
        </p:spPr>
        <p:txBody>
          <a:bodyPr>
            <a:normAutofit fontScale="90000"/>
          </a:bodyPr>
          <a:lstStyle/>
          <a:p>
            <a:r>
              <a:rPr lang="en-CA"/>
              <a:t>Source Code Comments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9F0FC8-0457-AF20-6C03-C58CDDF4E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62</a:t>
            </a:fld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A869DC-312B-0E61-DEB1-BF22F06A16C7}"/>
              </a:ext>
            </a:extLst>
          </p:cNvPr>
          <p:cNvSpPr txBox="1"/>
          <p:nvPr/>
        </p:nvSpPr>
        <p:spPr>
          <a:xfrm>
            <a:off x="598639" y="3062718"/>
            <a:ext cx="2312276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There are many ways to document and format a program.</a:t>
            </a:r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FAB3EF-8DBF-9A98-7C6B-02A9414924D3}"/>
              </a:ext>
            </a:extLst>
          </p:cNvPr>
          <p:cNvSpPr txBox="1"/>
          <p:nvPr/>
        </p:nvSpPr>
        <p:spPr>
          <a:xfrm>
            <a:off x="3810461" y="203993"/>
            <a:ext cx="7782900" cy="6186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#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# This program calculates the hypotenuse of a right triangle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# given the lengths of the two sides (side1 and side2).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#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#     |\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#     | \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#     |  \          Pythagorean theorem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#   a |   \  hypotenuse = sqrt(a ** 2 + b ** 2)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#     |    \      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#     |     \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#     +------+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#        b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#</a:t>
            </a:r>
          </a:p>
          <a:p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import math</a:t>
            </a:r>
          </a:p>
          <a:p>
            <a:b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a = 3</a:t>
            </a:r>
          </a:p>
          <a:p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b = 4</a:t>
            </a:r>
          </a:p>
          <a:p>
            <a:b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hypotenuse =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math.sqrt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(a ** 2 + b ** 2)</a:t>
            </a:r>
          </a:p>
          <a:p>
            <a:b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print(hypotenuse)</a:t>
            </a:r>
          </a:p>
        </p:txBody>
      </p:sp>
    </p:spTree>
    <p:extLst>
      <p:ext uri="{BB962C8B-B14F-4D97-AF65-F5344CB8AC3E}">
        <p14:creationId xmlns:p14="http://schemas.microsoft.com/office/powerpoint/2010/main" val="282654848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884116" cy="1325563"/>
          </a:xfrm>
        </p:spPr>
        <p:txBody>
          <a:bodyPr>
            <a:normAutofit fontScale="90000"/>
          </a:bodyPr>
          <a:lstStyle/>
          <a:p>
            <a:r>
              <a:rPr lang="en-CA"/>
              <a:t>Source Code Comments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63</a:t>
            </a:fld>
            <a:endParaRPr lang="en-A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3CB041-437A-DDC4-FD22-B5E3515334BD}"/>
              </a:ext>
            </a:extLst>
          </p:cNvPr>
          <p:cNvSpPr txBox="1"/>
          <p:nvPr/>
        </p:nvSpPr>
        <p:spPr>
          <a:xfrm>
            <a:off x="3245974" y="2362474"/>
            <a:ext cx="768986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set the length of the sides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calculate the hypotenuse of the triangle using  the Pythagorean theorem</a:t>
            </a:r>
            <a:br>
              <a:rPr lang="en-US" b="1" dirty="0"/>
            </a:br>
            <a:endParaRPr lang="en-US" dirty="0"/>
          </a:p>
          <a:p>
            <a:r>
              <a:rPr lang="en-US" b="1" dirty="0"/>
              <a:t> print the results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4F6A4F-48D2-9A0B-B9D7-889B8BBBF9EB}"/>
              </a:ext>
            </a:extLst>
          </p:cNvPr>
          <p:cNvSpPr txBox="1"/>
          <p:nvPr/>
        </p:nvSpPr>
        <p:spPr>
          <a:xfrm>
            <a:off x="4028799" y="756040"/>
            <a:ext cx="3250305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A good way to write some programs is to write down each step, write them as comments first, and then fill in the code 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79A83F-EC68-AFF0-6B91-95901D869450}"/>
              </a:ext>
            </a:extLst>
          </p:cNvPr>
          <p:cNvSpPr txBox="1"/>
          <p:nvPr/>
        </p:nvSpPr>
        <p:spPr>
          <a:xfrm>
            <a:off x="7279104" y="3713081"/>
            <a:ext cx="3250305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/>
              <a:t>This is </a:t>
            </a:r>
            <a:r>
              <a:rPr lang="en-AU" b="1"/>
              <a:t>pseudocode</a:t>
            </a:r>
            <a:r>
              <a:rPr lang="en-AU"/>
              <a:t>: a program written in an English-like form that’s easy for humans to read.</a:t>
            </a:r>
          </a:p>
        </p:txBody>
      </p:sp>
    </p:spTree>
    <p:extLst>
      <p:ext uri="{BB962C8B-B14F-4D97-AF65-F5344CB8AC3E}">
        <p14:creationId xmlns:p14="http://schemas.microsoft.com/office/powerpoint/2010/main" val="196356893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12245-B5B5-EB0E-DD0E-D43F4F095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34BC8-5793-CC2B-D665-0D5B2786A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884116" cy="1325563"/>
          </a:xfrm>
        </p:spPr>
        <p:txBody>
          <a:bodyPr>
            <a:normAutofit fontScale="90000"/>
          </a:bodyPr>
          <a:lstStyle/>
          <a:p>
            <a:r>
              <a:rPr lang="en-CA"/>
              <a:t>Source Code Comments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AD024D-97C7-ADC4-20C3-3AAC0DF1A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64</a:t>
            </a:fld>
            <a:endParaRPr lang="en-A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03F97C-11E0-42A2-6011-47B707022333}"/>
              </a:ext>
            </a:extLst>
          </p:cNvPr>
          <p:cNvSpPr txBox="1"/>
          <p:nvPr/>
        </p:nvSpPr>
        <p:spPr>
          <a:xfrm>
            <a:off x="3245974" y="2362474"/>
            <a:ext cx="502566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# set the length of the sides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# calculate the hypotenuse of the triangle </a:t>
            </a:r>
          </a:p>
          <a:p>
            <a:r>
              <a:rPr lang="en-US" b="1" dirty="0"/>
              <a:t># using  the Pythagorean theorem</a:t>
            </a:r>
            <a:br>
              <a:rPr lang="en-US" b="1" dirty="0"/>
            </a:br>
            <a:endParaRPr lang="en-US" dirty="0"/>
          </a:p>
          <a:p>
            <a:r>
              <a:rPr lang="en-US" b="1" dirty="0"/>
              <a:t> # print the results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85DD47-E7C3-DAF7-5B6A-FD80221B5A45}"/>
              </a:ext>
            </a:extLst>
          </p:cNvPr>
          <p:cNvSpPr txBox="1"/>
          <p:nvPr/>
        </p:nvSpPr>
        <p:spPr>
          <a:xfrm>
            <a:off x="4028799" y="756040"/>
            <a:ext cx="3250305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A good way to write some programs is to write down each step, write them as comments first, and then fill in the code 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BA55B0-3B9E-F875-92BD-8B5821F7CB34}"/>
              </a:ext>
            </a:extLst>
          </p:cNvPr>
          <p:cNvSpPr txBox="1"/>
          <p:nvPr/>
        </p:nvSpPr>
        <p:spPr>
          <a:xfrm>
            <a:off x="7279104" y="3713081"/>
            <a:ext cx="3250305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/>
              <a:t>This is </a:t>
            </a:r>
            <a:r>
              <a:rPr lang="en-AU" b="1"/>
              <a:t>pseudocode</a:t>
            </a:r>
            <a:r>
              <a:rPr lang="en-AU"/>
              <a:t>: a program written in an English-like form that’s easy for humans to read.</a:t>
            </a:r>
          </a:p>
        </p:txBody>
      </p:sp>
    </p:spTree>
    <p:extLst>
      <p:ext uri="{BB962C8B-B14F-4D97-AF65-F5344CB8AC3E}">
        <p14:creationId xmlns:p14="http://schemas.microsoft.com/office/powerpoint/2010/main" val="111867460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884116" cy="1325563"/>
          </a:xfrm>
        </p:spPr>
        <p:txBody>
          <a:bodyPr>
            <a:normAutofit fontScale="90000"/>
          </a:bodyPr>
          <a:lstStyle/>
          <a:p>
            <a:r>
              <a:rPr lang="en-CA"/>
              <a:t>Source Code Comments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65</a:t>
            </a:fld>
            <a:endParaRPr lang="en-A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3CB041-437A-DDC4-FD22-B5E3515334BD}"/>
              </a:ext>
            </a:extLst>
          </p:cNvPr>
          <p:cNvSpPr txBox="1"/>
          <p:nvPr/>
        </p:nvSpPr>
        <p:spPr>
          <a:xfrm>
            <a:off x="3245974" y="2362474"/>
            <a:ext cx="527791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# set the length of the sides</a:t>
            </a:r>
          </a:p>
          <a:p>
            <a:r>
              <a:rPr lang="en-US" dirty="0"/>
              <a:t>side1 = 3</a:t>
            </a:r>
          </a:p>
          <a:p>
            <a:r>
              <a:rPr lang="en-US" dirty="0"/>
              <a:t>side2 = 4</a:t>
            </a:r>
          </a:p>
          <a:p>
            <a:endParaRPr lang="en-US" dirty="0"/>
          </a:p>
          <a:p>
            <a:r>
              <a:rPr lang="en-US" b="1" dirty="0"/>
              <a:t># calculate the hypotenuse of the triangle using </a:t>
            </a:r>
            <a:br>
              <a:rPr lang="en-US" b="1" dirty="0"/>
            </a:br>
            <a:r>
              <a:rPr lang="en-US" b="1" dirty="0"/>
              <a:t># the Pythagorean theorem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# print the results</a:t>
            </a:r>
          </a:p>
          <a:p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4F6A4F-48D2-9A0B-B9D7-889B8BBBF9EB}"/>
              </a:ext>
            </a:extLst>
          </p:cNvPr>
          <p:cNvSpPr txBox="1"/>
          <p:nvPr/>
        </p:nvSpPr>
        <p:spPr>
          <a:xfrm>
            <a:off x="4028799" y="756040"/>
            <a:ext cx="3250305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/>
              <a:t>A good way to write some programs is to write down each step in comments first, and then fill in the code …</a:t>
            </a:r>
          </a:p>
        </p:txBody>
      </p:sp>
    </p:spTree>
    <p:extLst>
      <p:ext uri="{BB962C8B-B14F-4D97-AF65-F5344CB8AC3E}">
        <p14:creationId xmlns:p14="http://schemas.microsoft.com/office/powerpoint/2010/main" val="15582800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186C5-AF70-4FC2-E97F-626121458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02E52-E8EE-3C5A-A505-E591C9F79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884116" cy="1325563"/>
          </a:xfrm>
        </p:spPr>
        <p:txBody>
          <a:bodyPr>
            <a:normAutofit fontScale="90000"/>
          </a:bodyPr>
          <a:lstStyle/>
          <a:p>
            <a:r>
              <a:rPr lang="en-CA"/>
              <a:t>Source Code Comments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B99D52-7D54-4ACF-AEFD-36C89FEE8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66</a:t>
            </a:fld>
            <a:endParaRPr lang="en-A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FBD463-50B6-18AB-695E-C941FF1093FF}"/>
              </a:ext>
            </a:extLst>
          </p:cNvPr>
          <p:cNvSpPr txBox="1"/>
          <p:nvPr/>
        </p:nvSpPr>
        <p:spPr>
          <a:xfrm>
            <a:off x="3245974" y="2362474"/>
            <a:ext cx="5170711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# set the length of the sides</a:t>
            </a:r>
          </a:p>
          <a:p>
            <a:r>
              <a:rPr lang="en-US" dirty="0"/>
              <a:t>side1 = 3</a:t>
            </a:r>
          </a:p>
          <a:p>
            <a:r>
              <a:rPr lang="en-US" dirty="0"/>
              <a:t>side2 = 4</a:t>
            </a:r>
          </a:p>
          <a:p>
            <a:endParaRPr lang="en-US" dirty="0"/>
          </a:p>
          <a:p>
            <a:r>
              <a:rPr lang="en-US" b="1" dirty="0"/>
              <a:t># calculate the hypotenuse of the triangle using </a:t>
            </a:r>
            <a:br>
              <a:rPr lang="en-US" b="1" dirty="0"/>
            </a:br>
            <a:r>
              <a:rPr lang="en-US" b="1" dirty="0"/>
              <a:t># the Pythagorean theorem</a:t>
            </a:r>
          </a:p>
          <a:p>
            <a:r>
              <a:rPr lang="en-US" dirty="0"/>
              <a:t>hypotenuse = </a:t>
            </a:r>
            <a:r>
              <a:rPr lang="en-US" dirty="0" err="1"/>
              <a:t>math.sqrt</a:t>
            </a:r>
            <a:r>
              <a:rPr lang="en-US" dirty="0"/>
              <a:t>(side1 ** 2 + side2 ** 2)</a:t>
            </a:r>
          </a:p>
          <a:p>
            <a:endParaRPr lang="en-US" dirty="0"/>
          </a:p>
          <a:p>
            <a:r>
              <a:rPr lang="en-US" b="1" dirty="0"/>
              <a:t># print the results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A51EBF-2007-1F11-DE29-E43A52CF054D}"/>
              </a:ext>
            </a:extLst>
          </p:cNvPr>
          <p:cNvSpPr txBox="1"/>
          <p:nvPr/>
        </p:nvSpPr>
        <p:spPr>
          <a:xfrm>
            <a:off x="4028799" y="756040"/>
            <a:ext cx="3250305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/>
              <a:t>A good way to write some programs is to write down each step in comments first, and then fill in the code …</a:t>
            </a:r>
          </a:p>
        </p:txBody>
      </p:sp>
    </p:spTree>
    <p:extLst>
      <p:ext uri="{BB962C8B-B14F-4D97-AF65-F5344CB8AC3E}">
        <p14:creationId xmlns:p14="http://schemas.microsoft.com/office/powerpoint/2010/main" val="136687391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884116" cy="1325563"/>
          </a:xfrm>
        </p:spPr>
        <p:txBody>
          <a:bodyPr>
            <a:normAutofit fontScale="90000"/>
          </a:bodyPr>
          <a:lstStyle/>
          <a:p>
            <a:r>
              <a:rPr lang="en-CA"/>
              <a:t>Source Code Comments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67</a:t>
            </a:fld>
            <a:endParaRPr lang="en-A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3CB041-437A-DDC4-FD22-B5E3515334BD}"/>
              </a:ext>
            </a:extLst>
          </p:cNvPr>
          <p:cNvSpPr txBox="1"/>
          <p:nvPr/>
        </p:nvSpPr>
        <p:spPr>
          <a:xfrm>
            <a:off x="3245974" y="2362474"/>
            <a:ext cx="5170711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# set the length of the sides</a:t>
            </a:r>
          </a:p>
          <a:p>
            <a:r>
              <a:rPr lang="en-US" dirty="0"/>
              <a:t>side1 = 3</a:t>
            </a:r>
          </a:p>
          <a:p>
            <a:r>
              <a:rPr lang="en-US" dirty="0"/>
              <a:t>side2 = 4</a:t>
            </a:r>
          </a:p>
          <a:p>
            <a:endParaRPr lang="en-US" dirty="0"/>
          </a:p>
          <a:p>
            <a:r>
              <a:rPr lang="en-US" b="1" dirty="0"/>
              <a:t># calculate the hypotenuse of the triangle using </a:t>
            </a:r>
            <a:br>
              <a:rPr lang="en-US" b="1" dirty="0"/>
            </a:br>
            <a:r>
              <a:rPr lang="en-US" b="1" dirty="0"/>
              <a:t># the Pythagorean theorem</a:t>
            </a:r>
          </a:p>
          <a:p>
            <a:r>
              <a:rPr lang="en-US" dirty="0"/>
              <a:t>hypotenuse = </a:t>
            </a:r>
            <a:r>
              <a:rPr lang="en-US" dirty="0" err="1"/>
              <a:t>math.sqrt</a:t>
            </a:r>
            <a:r>
              <a:rPr lang="en-US" dirty="0"/>
              <a:t>(side1 ** 2 + side2 ** 2)</a:t>
            </a:r>
          </a:p>
          <a:p>
            <a:endParaRPr lang="en-US" dirty="0"/>
          </a:p>
          <a:p>
            <a:r>
              <a:rPr lang="en-US" b="1" dirty="0"/>
              <a:t># print the results</a:t>
            </a:r>
          </a:p>
          <a:p>
            <a:r>
              <a:rPr lang="en-US" dirty="0"/>
              <a:t>print(hypotenuse)</a:t>
            </a: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4F6A4F-48D2-9A0B-B9D7-889B8BBBF9EB}"/>
              </a:ext>
            </a:extLst>
          </p:cNvPr>
          <p:cNvSpPr txBox="1"/>
          <p:nvPr/>
        </p:nvSpPr>
        <p:spPr>
          <a:xfrm>
            <a:off x="4028799" y="756040"/>
            <a:ext cx="3250305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/>
              <a:t>A good way to write some programs is to write down each step in comments first, and then fill in the code …</a:t>
            </a:r>
          </a:p>
        </p:txBody>
      </p:sp>
    </p:spTree>
    <p:extLst>
      <p:ext uri="{BB962C8B-B14F-4D97-AF65-F5344CB8AC3E}">
        <p14:creationId xmlns:p14="http://schemas.microsoft.com/office/powerpoint/2010/main" val="388564966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3E9BE-9B15-B2BF-F4A3-9D3EF0745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F1A83-DDA5-9F02-B3B1-A1AF57640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884116" cy="1325563"/>
          </a:xfrm>
        </p:spPr>
        <p:txBody>
          <a:bodyPr>
            <a:normAutofit fontScale="90000"/>
          </a:bodyPr>
          <a:lstStyle/>
          <a:p>
            <a:r>
              <a:rPr lang="en-CA"/>
              <a:t>Source Code Comments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B1D4AA-2700-3A74-95F4-020D5A8BE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68</a:t>
            </a:fld>
            <a:endParaRPr lang="en-A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AC5DD1-263C-753E-B00D-0FC1A67876A6}"/>
              </a:ext>
            </a:extLst>
          </p:cNvPr>
          <p:cNvSpPr txBox="1"/>
          <p:nvPr/>
        </p:nvSpPr>
        <p:spPr>
          <a:xfrm>
            <a:off x="3667877" y="2509619"/>
            <a:ext cx="217944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# get input</a:t>
            </a:r>
          </a:p>
          <a:p>
            <a:r>
              <a:rPr lang="en-US" dirty="0"/>
              <a:t>…</a:t>
            </a:r>
          </a:p>
          <a:p>
            <a:endParaRPr lang="en-US" dirty="0"/>
          </a:p>
          <a:p>
            <a:r>
              <a:rPr lang="en-US" b="1" dirty="0"/>
              <a:t># process the input</a:t>
            </a:r>
          </a:p>
          <a:p>
            <a:r>
              <a:rPr lang="en-US" dirty="0"/>
              <a:t>…</a:t>
            </a:r>
          </a:p>
          <a:p>
            <a:endParaRPr lang="en-US" dirty="0"/>
          </a:p>
          <a:p>
            <a:r>
              <a:rPr lang="en-US" b="1" dirty="0"/>
              <a:t># print the results</a:t>
            </a:r>
          </a:p>
          <a:p>
            <a:r>
              <a:rPr lang="en-US" dirty="0"/>
              <a:t>…</a:t>
            </a: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368361-F4B0-489C-ACD1-136154020CFF}"/>
              </a:ext>
            </a:extLst>
          </p:cNvPr>
          <p:cNvSpPr txBox="1"/>
          <p:nvPr/>
        </p:nvSpPr>
        <p:spPr>
          <a:xfrm>
            <a:off x="3545323" y="1299684"/>
            <a:ext cx="242455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Many programs have this general form …</a:t>
            </a:r>
          </a:p>
        </p:txBody>
      </p:sp>
    </p:spTree>
    <p:extLst>
      <p:ext uri="{BB962C8B-B14F-4D97-AF65-F5344CB8AC3E}">
        <p14:creationId xmlns:p14="http://schemas.microsoft.com/office/powerpoint/2010/main" val="33157249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4063</Words>
  <Application>Microsoft Macintosh PowerPoint</Application>
  <PresentationFormat>Widescreen</PresentationFormat>
  <Paragraphs>638</Paragraphs>
  <Slides>68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4" baseType="lpstr">
      <vt:lpstr>Aptos</vt:lpstr>
      <vt:lpstr>Aptos Display</vt:lpstr>
      <vt:lpstr>Arial</vt:lpstr>
      <vt:lpstr>Cambria Math</vt:lpstr>
      <vt:lpstr>Consolas</vt:lpstr>
      <vt:lpstr>Office Theme</vt:lpstr>
      <vt:lpstr>Chapter 2 Variables and Statements</vt:lpstr>
      <vt:lpstr>What is a computer?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Python’s  Assignment  Statement</vt:lpstr>
      <vt:lpstr>Python’s  Assignment  Statement</vt:lpstr>
      <vt:lpstr>Python’s  Assignment  Statement</vt:lpstr>
      <vt:lpstr>Python’s  Assignment  Statement</vt:lpstr>
      <vt:lpstr>Python’s  Assignment  Statement</vt:lpstr>
      <vt:lpstr>Python’s  Assignment  Statement</vt:lpstr>
      <vt:lpstr>Python’s  Assignment  Statement</vt:lpstr>
      <vt:lpstr>Python’s  Assignment  Statement</vt:lpstr>
      <vt:lpstr>Python’s  Assignment  Statement</vt:lpstr>
      <vt:lpstr>Python’s  Assignment  Statement</vt:lpstr>
      <vt:lpstr>Python’s  Assignment  Statement</vt:lpstr>
      <vt:lpstr>Python’s  Assignment  Statement</vt:lpstr>
      <vt:lpstr>Python’s  Assignment  Statement</vt:lpstr>
      <vt:lpstr>Python’s  Assignment  Statement</vt:lpstr>
      <vt:lpstr>Python’s  Assignment  Statement</vt:lpstr>
      <vt:lpstr>Python’s  Assignment  Statement</vt:lpstr>
      <vt:lpstr>Python’s  Assignment  Statement</vt:lpstr>
      <vt:lpstr>Python’s  Assignment  Statement</vt:lpstr>
      <vt:lpstr>Python’s  Assignment  Statement</vt:lpstr>
      <vt:lpstr>Function Arguments</vt:lpstr>
      <vt:lpstr>Function Arguments</vt:lpstr>
      <vt:lpstr>Function Arguments</vt:lpstr>
      <vt:lpstr>Function Arguments</vt:lpstr>
      <vt:lpstr>Function Arguments</vt:lpstr>
      <vt:lpstr>Function Arguments</vt:lpstr>
      <vt:lpstr>Function Arguments</vt:lpstr>
      <vt:lpstr>Function Arguments</vt:lpstr>
      <vt:lpstr>Function Arguments</vt:lpstr>
      <vt:lpstr>Function Arguments</vt:lpstr>
      <vt:lpstr>Function Arguments</vt:lpstr>
      <vt:lpstr>Source Code Comments</vt:lpstr>
      <vt:lpstr>Source Code Comments</vt:lpstr>
      <vt:lpstr>Source Code Comments</vt:lpstr>
      <vt:lpstr>Source Code Comments</vt:lpstr>
      <vt:lpstr>PowerPoint Presentation</vt:lpstr>
      <vt:lpstr>Source Code Comments</vt:lpstr>
      <vt:lpstr>Source Code Comments</vt:lpstr>
      <vt:lpstr>Source Code Comments</vt:lpstr>
      <vt:lpstr>Source Code Comments</vt:lpstr>
      <vt:lpstr>Source Code Comments</vt:lpstr>
      <vt:lpstr>Source Code Comments</vt:lpstr>
      <vt:lpstr>Source Code Comments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Toby Donaldson</dc:creator>
  <cp:lastModifiedBy>Toby Donaldson</cp:lastModifiedBy>
  <cp:revision>1</cp:revision>
  <dcterms:created xsi:type="dcterms:W3CDTF">2024-09-15T21:36:40Z</dcterms:created>
  <dcterms:modified xsi:type="dcterms:W3CDTF">2026-01-23T03:03:16Z</dcterms:modified>
</cp:coreProperties>
</file>