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"/>
  </p:notesMasterIdLst>
  <p:sldIdLst>
    <p:sldId id="294" r:id="rId2"/>
    <p:sldId id="305" r:id="rId3"/>
    <p:sldId id="306" r:id="rId4"/>
    <p:sldId id="307" r:id="rId5"/>
    <p:sldId id="308" r:id="rId6"/>
    <p:sldId id="309" r:id="rId7"/>
    <p:sldId id="301" r:id="rId8"/>
    <p:sldId id="300" r:id="rId9"/>
    <p:sldId id="302" r:id="rId10"/>
    <p:sldId id="303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64"/>
    <p:restoredTop sz="96266" autoAdjust="0"/>
  </p:normalViewPr>
  <p:slideViewPr>
    <p:cSldViewPr snapToGrid="0">
      <p:cViewPr varScale="1">
        <p:scale>
          <a:sx n="126" d="100"/>
          <a:sy n="126" d="100"/>
        </p:scale>
        <p:origin x="440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undo custSel addSld delSld modSld sldOrd modMainMaster">
      <pc:chgData name="Toby Donaldson" userId="2e6e5431-bb17-4c41-9985-d39c50d83c73" providerId="ADAL" clId="{7F9681A8-EEE2-56F4-9B39-ECCBEE0471AC}" dt="2026-09-08T04:08:48.145" v="7268" actId="2696"/>
      <pc:docMkLst>
        <pc:docMk/>
      </pc:docMkLst>
      <pc:sldChg chg="delSp modSp new mod">
        <pc:chgData name="Toby Donaldson" userId="2e6e5431-bb17-4c41-9985-d39c50d83c73" providerId="ADAL" clId="{7F9681A8-EEE2-56F4-9B39-ECCBEE0471AC}" dt="2026-09-08T00:27:59.182" v="5709"/>
        <pc:sldMkLst>
          <pc:docMk/>
          <pc:sldMk cId="2114429400" sldId="294"/>
        </pc:sldMkLst>
        <pc:spChg chg="mod">
          <ac:chgData name="Toby Donaldson" userId="2e6e5431-bb17-4c41-9985-d39c50d83c73" providerId="ADAL" clId="{7F9681A8-EEE2-56F4-9B39-ECCBEE0471AC}" dt="2026-09-08T00:26:18.347" v="5616" actId="20577"/>
          <ac:spMkLst>
            <pc:docMk/>
            <pc:sldMk cId="2114429400" sldId="294"/>
            <ac:spMk id="3" creationId="{FADF6040-9517-F271-5D34-EDAA9A6C5826}"/>
          </ac:spMkLst>
        </pc:spChg>
        <pc:spChg chg="del mod">
          <ac:chgData name="Toby Donaldson" userId="2e6e5431-bb17-4c41-9985-d39c50d83c73" providerId="ADAL" clId="{7F9681A8-EEE2-56F4-9B39-ECCBEE0471AC}" dt="2026-09-08T00:27:59.182" v="5709"/>
          <ac:spMkLst>
            <pc:docMk/>
            <pc:sldMk cId="2114429400" sldId="294"/>
            <ac:spMk id="4" creationId="{2876C859-03C2-A494-4525-2B1E1229AE8F}"/>
          </ac:spMkLst>
        </pc:spChg>
        <pc:spChg chg="del">
          <ac:chgData name="Toby Donaldson" userId="2e6e5431-bb17-4c41-9985-d39c50d83c73" providerId="ADAL" clId="{7F9681A8-EEE2-56F4-9B39-ECCBEE0471AC}" dt="2026-09-08T00:27:59.182" v="5709"/>
          <ac:spMkLst>
            <pc:docMk/>
            <pc:sldMk cId="2114429400" sldId="294"/>
            <ac:spMk id="5" creationId="{DC1A2CE1-3590-AB28-84FF-B6AB6586FAEF}"/>
          </ac:spMkLst>
        </pc:spChg>
      </pc:sldChg>
      <pc:sldChg chg="del">
        <pc:chgData name="Toby Donaldson" userId="2e6e5431-bb17-4c41-9985-d39c50d83c73" providerId="ADAL" clId="{7F9681A8-EEE2-56F4-9B39-ECCBEE0471AC}" dt="2026-09-08T04:08:48.145" v="7268" actId="2696"/>
        <pc:sldMkLst>
          <pc:docMk/>
          <pc:sldMk cId="1199209444" sldId="296"/>
        </pc:sldMkLst>
      </pc:sldChg>
      <pc:sldChg chg="modSp del mod">
        <pc:chgData name="Toby Donaldson" userId="2e6e5431-bb17-4c41-9985-d39c50d83c73" providerId="ADAL" clId="{7F9681A8-EEE2-56F4-9B39-ECCBEE0471AC}" dt="2026-09-08T04:08:48.145" v="7268" actId="2696"/>
        <pc:sldMkLst>
          <pc:docMk/>
          <pc:sldMk cId="3142749539" sldId="297"/>
        </pc:sldMkLst>
        <pc:spChg chg="mod">
          <ac:chgData name="Toby Donaldson" userId="2e6e5431-bb17-4c41-9985-d39c50d83c73" providerId="ADAL" clId="{7F9681A8-EEE2-56F4-9B39-ECCBEE0471AC}" dt="2026-09-08T00:32:15.964" v="6087" actId="20577"/>
          <ac:spMkLst>
            <pc:docMk/>
            <pc:sldMk cId="3142749539" sldId="297"/>
            <ac:spMk id="4" creationId="{D82EE055-43AF-186C-7D02-D6C5A8566B6E}"/>
          </ac:spMkLst>
        </pc:spChg>
      </pc:sldChg>
      <pc:sldChg chg="modSp del mod">
        <pc:chgData name="Toby Donaldson" userId="2e6e5431-bb17-4c41-9985-d39c50d83c73" providerId="ADAL" clId="{7F9681A8-EEE2-56F4-9B39-ECCBEE0471AC}" dt="2026-09-08T04:08:48.145" v="7268" actId="2696"/>
        <pc:sldMkLst>
          <pc:docMk/>
          <pc:sldMk cId="1367215302" sldId="298"/>
        </pc:sldMkLst>
        <pc:spChg chg="mod">
          <ac:chgData name="Toby Donaldson" userId="2e6e5431-bb17-4c41-9985-d39c50d83c73" providerId="ADAL" clId="{7F9681A8-EEE2-56F4-9B39-ECCBEE0471AC}" dt="2026-09-08T00:32:25.105" v="6089" actId="20577"/>
          <ac:spMkLst>
            <pc:docMk/>
            <pc:sldMk cId="1367215302" sldId="298"/>
            <ac:spMk id="4" creationId="{3389866B-3FC8-B911-C498-3167E16E8717}"/>
          </ac:spMkLst>
        </pc:spChg>
        <pc:spChg chg="mod">
          <ac:chgData name="Toby Donaldson" userId="2e6e5431-bb17-4c41-9985-d39c50d83c73" providerId="ADAL" clId="{7F9681A8-EEE2-56F4-9B39-ECCBEE0471AC}" dt="2026-09-08T00:33:23.342" v="6101"/>
          <ac:spMkLst>
            <pc:docMk/>
            <pc:sldMk cId="1367215302" sldId="298"/>
            <ac:spMk id="6" creationId="{C987480B-1C95-A93C-3D2F-E1820A0F4D22}"/>
          </ac:spMkLst>
        </pc:spChg>
        <pc:spChg chg="mod">
          <ac:chgData name="Toby Donaldson" userId="2e6e5431-bb17-4c41-9985-d39c50d83c73" providerId="ADAL" clId="{7F9681A8-EEE2-56F4-9B39-ECCBEE0471AC}" dt="2026-09-08T00:33:45.775" v="6104" actId="1076"/>
          <ac:spMkLst>
            <pc:docMk/>
            <pc:sldMk cId="1367215302" sldId="298"/>
            <ac:spMk id="9" creationId="{44BF6054-1E0B-A2C5-57C2-0E182E66731B}"/>
          </ac:spMkLst>
        </pc:spChg>
        <pc:spChg chg="mod">
          <ac:chgData name="Toby Donaldson" userId="2e6e5431-bb17-4c41-9985-d39c50d83c73" providerId="ADAL" clId="{7F9681A8-EEE2-56F4-9B39-ECCBEE0471AC}" dt="2026-09-08T00:33:40.009" v="6103" actId="1076"/>
          <ac:spMkLst>
            <pc:docMk/>
            <pc:sldMk cId="1367215302" sldId="298"/>
            <ac:spMk id="10" creationId="{570C3ACA-B932-3F2F-40C6-C3007387B4F9}"/>
          </ac:spMkLst>
        </pc:spChg>
      </pc:sldChg>
      <pc:sldChg chg="modSp del mod">
        <pc:chgData name="Toby Donaldson" userId="2e6e5431-bb17-4c41-9985-d39c50d83c73" providerId="ADAL" clId="{7F9681A8-EEE2-56F4-9B39-ECCBEE0471AC}" dt="2026-09-08T04:08:48.145" v="7268" actId="2696"/>
        <pc:sldMkLst>
          <pc:docMk/>
          <pc:sldMk cId="3817808022" sldId="299"/>
        </pc:sldMkLst>
        <pc:spChg chg="mod">
          <ac:chgData name="Toby Donaldson" userId="2e6e5431-bb17-4c41-9985-d39c50d83c73" providerId="ADAL" clId="{7F9681A8-EEE2-56F4-9B39-ECCBEE0471AC}" dt="2026-09-08T00:32:20.435" v="6088" actId="20577"/>
          <ac:spMkLst>
            <pc:docMk/>
            <pc:sldMk cId="3817808022" sldId="299"/>
            <ac:spMk id="4" creationId="{8F6BE5DF-3DAD-8B2B-A27E-8DE254BEF292}"/>
          </ac:spMkLst>
        </pc:spChg>
        <pc:spChg chg="mod">
          <ac:chgData name="Toby Donaldson" userId="2e6e5431-bb17-4c41-9985-d39c50d83c73" providerId="ADAL" clId="{7F9681A8-EEE2-56F4-9B39-ECCBEE0471AC}" dt="2026-09-08T00:33:13.935" v="6100" actId="20577"/>
          <ac:spMkLst>
            <pc:docMk/>
            <pc:sldMk cId="3817808022" sldId="299"/>
            <ac:spMk id="6" creationId="{B373A7CD-53DC-69D8-F175-C299F62C0540}"/>
          </ac:spMkLst>
        </pc:spChg>
      </pc:sldChg>
      <pc:sldChg chg="del">
        <pc:chgData name="Toby Donaldson" userId="2e6e5431-bb17-4c41-9985-d39c50d83c73" providerId="ADAL" clId="{7F9681A8-EEE2-56F4-9B39-ECCBEE0471AC}" dt="2026-09-08T00:31:38.905" v="6084" actId="2696"/>
        <pc:sldMkLst>
          <pc:docMk/>
          <pc:sldMk cId="2291307079" sldId="304"/>
        </pc:sldMkLst>
      </pc:sldChg>
      <pc:sldChg chg="modSp add mod">
        <pc:chgData name="Toby Donaldson" userId="2e6e5431-bb17-4c41-9985-d39c50d83c73" providerId="ADAL" clId="{7F9681A8-EEE2-56F4-9B39-ECCBEE0471AC}" dt="2026-09-08T00:31:49.847" v="6085" actId="113"/>
        <pc:sldMkLst>
          <pc:docMk/>
          <pc:sldMk cId="1589734275" sldId="305"/>
        </pc:sldMkLst>
        <pc:spChg chg="mod">
          <ac:chgData name="Toby Donaldson" userId="2e6e5431-bb17-4c41-9985-d39c50d83c73" providerId="ADAL" clId="{7F9681A8-EEE2-56F4-9B39-ECCBEE0471AC}" dt="2026-09-08T00:29:25.338" v="5734" actId="20577"/>
          <ac:spMkLst>
            <pc:docMk/>
            <pc:sldMk cId="1589734275" sldId="305"/>
            <ac:spMk id="2" creationId="{30EAC130-DB25-A3D9-1308-8C0DEF5AF250}"/>
          </ac:spMkLst>
        </pc:spChg>
        <pc:spChg chg="mod">
          <ac:chgData name="Toby Donaldson" userId="2e6e5431-bb17-4c41-9985-d39c50d83c73" providerId="ADAL" clId="{7F9681A8-EEE2-56F4-9B39-ECCBEE0471AC}" dt="2026-09-08T00:31:49.847" v="6085" actId="113"/>
          <ac:spMkLst>
            <pc:docMk/>
            <pc:sldMk cId="1589734275" sldId="305"/>
            <ac:spMk id="3" creationId="{40AD1078-B55D-184F-553F-4E4B3A887CD9}"/>
          </ac:spMkLst>
        </pc:spChg>
      </pc:sldChg>
      <pc:sldChg chg="addSp modSp new mod">
        <pc:chgData name="Toby Donaldson" userId="2e6e5431-bb17-4c41-9985-d39c50d83c73" providerId="ADAL" clId="{7F9681A8-EEE2-56F4-9B39-ECCBEE0471AC}" dt="2026-09-08T04:00:55.238" v="7056" actId="113"/>
        <pc:sldMkLst>
          <pc:docMk/>
          <pc:sldMk cId="3502797525" sldId="306"/>
        </pc:sldMkLst>
        <pc:spChg chg="mod">
          <ac:chgData name="Toby Donaldson" userId="2e6e5431-bb17-4c41-9985-d39c50d83c73" providerId="ADAL" clId="{7F9681A8-EEE2-56F4-9B39-ECCBEE0471AC}" dt="2026-09-08T02:27:55.855" v="6151" actId="20577"/>
          <ac:spMkLst>
            <pc:docMk/>
            <pc:sldMk cId="3502797525" sldId="306"/>
            <ac:spMk id="2" creationId="{217D5546-5F6F-416E-DF3E-D25BDA8338DC}"/>
          </ac:spMkLst>
        </pc:spChg>
        <pc:spChg chg="mod">
          <ac:chgData name="Toby Donaldson" userId="2e6e5431-bb17-4c41-9985-d39c50d83c73" providerId="ADAL" clId="{7F9681A8-EEE2-56F4-9B39-ECCBEE0471AC}" dt="2026-09-08T04:00:55.238" v="7056" actId="113"/>
          <ac:spMkLst>
            <pc:docMk/>
            <pc:sldMk cId="3502797525" sldId="306"/>
            <ac:spMk id="3" creationId="{BAEB9EFB-DF08-528F-9F02-8551D922081F}"/>
          </ac:spMkLst>
        </pc:spChg>
        <pc:spChg chg="add mod">
          <ac:chgData name="Toby Donaldson" userId="2e6e5431-bb17-4c41-9985-d39c50d83c73" providerId="ADAL" clId="{7F9681A8-EEE2-56F4-9B39-ECCBEE0471AC}" dt="2026-09-08T02:34:10.392" v="6693" actId="1076"/>
          <ac:spMkLst>
            <pc:docMk/>
            <pc:sldMk cId="3502797525" sldId="306"/>
            <ac:spMk id="7" creationId="{2203662D-EB62-DF15-6172-825FB213AB62}"/>
          </ac:spMkLst>
        </pc:spChg>
        <pc:picChg chg="add mod">
          <ac:chgData name="Toby Donaldson" userId="2e6e5431-bb17-4c41-9985-d39c50d83c73" providerId="ADAL" clId="{7F9681A8-EEE2-56F4-9B39-ECCBEE0471AC}" dt="2026-09-08T02:33:10.075" v="6598" actId="1076"/>
          <ac:picMkLst>
            <pc:docMk/>
            <pc:sldMk cId="3502797525" sldId="306"/>
            <ac:picMk id="6" creationId="{1A4EF906-7B46-DCE2-515B-50949753C3D4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9-08T04:00:59.754" v="7057" actId="113"/>
        <pc:sldMkLst>
          <pc:docMk/>
          <pc:sldMk cId="2328308843" sldId="307"/>
        </pc:sldMkLst>
        <pc:spChg chg="mod">
          <ac:chgData name="Toby Donaldson" userId="2e6e5431-bb17-4c41-9985-d39c50d83c73" providerId="ADAL" clId="{7F9681A8-EEE2-56F4-9B39-ECCBEE0471AC}" dt="2026-09-08T04:00:59.754" v="7057" actId="113"/>
          <ac:spMkLst>
            <pc:docMk/>
            <pc:sldMk cId="2328308843" sldId="307"/>
            <ac:spMk id="3" creationId="{F1F7B064-E140-668A-4C12-AB1A393DE767}"/>
          </ac:spMkLst>
        </pc:spChg>
        <pc:spChg chg="add">
          <ac:chgData name="Toby Donaldson" userId="2e6e5431-bb17-4c41-9985-d39c50d83c73" providerId="ADAL" clId="{7F9681A8-EEE2-56F4-9B39-ECCBEE0471AC}" dt="2026-09-08T03:47:15.483" v="6945" actId="11529"/>
          <ac:spMkLst>
            <pc:docMk/>
            <pc:sldMk cId="2328308843" sldId="307"/>
            <ac:spMk id="6" creationId="{36A2C0F2-B4F6-3396-4B73-664296F26C4C}"/>
          </ac:spMkLst>
        </pc:spChg>
        <pc:spChg chg="add mod">
          <ac:chgData name="Toby Donaldson" userId="2e6e5431-bb17-4c41-9985-d39c50d83c73" providerId="ADAL" clId="{7F9681A8-EEE2-56F4-9B39-ECCBEE0471AC}" dt="2026-09-08T02:38:43.146" v="6897" actId="1076"/>
          <ac:spMkLst>
            <pc:docMk/>
            <pc:sldMk cId="2328308843" sldId="307"/>
            <ac:spMk id="8" creationId="{2A0DD99A-A2A0-6C42-91E9-4B87EBF60AA8}"/>
          </ac:spMkLst>
        </pc:spChg>
        <pc:spChg chg="add mod">
          <ac:chgData name="Toby Donaldson" userId="2e6e5431-bb17-4c41-9985-d39c50d83c73" providerId="ADAL" clId="{7F9681A8-EEE2-56F4-9B39-ECCBEE0471AC}" dt="2026-09-08T03:48:09.940" v="7018" actId="1076"/>
          <ac:spMkLst>
            <pc:docMk/>
            <pc:sldMk cId="2328308843" sldId="307"/>
            <ac:spMk id="9" creationId="{5BFF8AE7-3E22-2E51-F79B-D95744857F7F}"/>
          </ac:spMkLst>
        </pc:spChg>
        <pc:spChg chg="add mod">
          <ac:chgData name="Toby Donaldson" userId="2e6e5431-bb17-4c41-9985-d39c50d83c73" providerId="ADAL" clId="{7F9681A8-EEE2-56F4-9B39-ECCBEE0471AC}" dt="2026-09-08T03:48:47.924" v="7055" actId="1076"/>
          <ac:spMkLst>
            <pc:docMk/>
            <pc:sldMk cId="2328308843" sldId="307"/>
            <ac:spMk id="10" creationId="{ED9178FE-58A9-FCC6-2FAF-6A0F86344FD1}"/>
          </ac:spMkLst>
        </pc:spChg>
        <pc:picChg chg="del">
          <ac:chgData name="Toby Donaldson" userId="2e6e5431-bb17-4c41-9985-d39c50d83c73" providerId="ADAL" clId="{7F9681A8-EEE2-56F4-9B39-ECCBEE0471AC}" dt="2026-09-08T02:34:20.194" v="6694" actId="21"/>
          <ac:picMkLst>
            <pc:docMk/>
            <pc:sldMk cId="2328308843" sldId="307"/>
            <ac:picMk id="6" creationId="{5B78553F-29C9-3A27-42FF-5E55BC6DCC17}"/>
          </ac:picMkLst>
        </pc:picChg>
        <pc:picChg chg="add mod">
          <ac:chgData name="Toby Donaldson" userId="2e6e5431-bb17-4c41-9985-d39c50d83c73" providerId="ADAL" clId="{7F9681A8-EEE2-56F4-9B39-ECCBEE0471AC}" dt="2026-09-08T02:38:46.015" v="6898" actId="1076"/>
          <ac:picMkLst>
            <pc:docMk/>
            <pc:sldMk cId="2328308843" sldId="307"/>
            <ac:picMk id="7" creationId="{DADE7C1F-CA85-7A2F-264F-25B348E571EB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9-08T04:06:44.250" v="7068" actId="14100"/>
        <pc:sldMkLst>
          <pc:docMk/>
          <pc:sldMk cId="2867293686" sldId="308"/>
        </pc:sldMkLst>
        <pc:spChg chg="mod">
          <ac:chgData name="Toby Donaldson" userId="2e6e5431-bb17-4c41-9985-d39c50d83c73" providerId="ADAL" clId="{7F9681A8-EEE2-56F4-9B39-ECCBEE0471AC}" dt="2026-09-08T04:01:07.006" v="7058" actId="113"/>
          <ac:spMkLst>
            <pc:docMk/>
            <pc:sldMk cId="2867293686" sldId="308"/>
            <ac:spMk id="3" creationId="{58983856-7E77-5942-BD0F-FD528B2BDA74}"/>
          </ac:spMkLst>
        </pc:spChg>
        <pc:picChg chg="add mod">
          <ac:chgData name="Toby Donaldson" userId="2e6e5431-bb17-4c41-9985-d39c50d83c73" providerId="ADAL" clId="{7F9681A8-EEE2-56F4-9B39-ECCBEE0471AC}" dt="2026-09-08T04:06:38.984" v="7067" actId="14100"/>
          <ac:picMkLst>
            <pc:docMk/>
            <pc:sldMk cId="2867293686" sldId="308"/>
            <ac:picMk id="6" creationId="{8CAA22E1-2B4F-C312-FDB2-71AFD35BBCB4}"/>
          </ac:picMkLst>
        </pc:picChg>
        <pc:picChg chg="del">
          <ac:chgData name="Toby Donaldson" userId="2e6e5431-bb17-4c41-9985-d39c50d83c73" providerId="ADAL" clId="{7F9681A8-EEE2-56F4-9B39-ECCBEE0471AC}" dt="2026-09-08T02:36:35.501" v="6697" actId="21"/>
          <ac:picMkLst>
            <pc:docMk/>
            <pc:sldMk cId="2867293686" sldId="308"/>
            <ac:picMk id="7" creationId="{39DF3F3F-3C96-2FDE-56A7-F80A70E7C855}"/>
          </ac:picMkLst>
        </pc:picChg>
        <pc:cxnChg chg="add mod">
          <ac:chgData name="Toby Donaldson" userId="2e6e5431-bb17-4c41-9985-d39c50d83c73" providerId="ADAL" clId="{7F9681A8-EEE2-56F4-9B39-ECCBEE0471AC}" dt="2026-09-08T04:06:44.250" v="7068" actId="14100"/>
          <ac:cxnSpMkLst>
            <pc:docMk/>
            <pc:sldMk cId="2867293686" sldId="308"/>
            <ac:cxnSpMk id="8" creationId="{9599C228-2ED7-7312-C5EE-BBA697506E09}"/>
          </ac:cxnSpMkLst>
        </pc:cxnChg>
      </pc:sldChg>
      <pc:sldChg chg="modSp new del mod">
        <pc:chgData name="Toby Donaldson" userId="2e6e5431-bb17-4c41-9985-d39c50d83c73" providerId="ADAL" clId="{7F9681A8-EEE2-56F4-9B39-ECCBEE0471AC}" dt="2026-09-08T03:44:08.481" v="6944" actId="2696"/>
        <pc:sldMkLst>
          <pc:docMk/>
          <pc:sldMk cId="2487939089" sldId="309"/>
        </pc:sldMkLst>
        <pc:spChg chg="mod">
          <ac:chgData name="Toby Donaldson" userId="2e6e5431-bb17-4c41-9985-d39c50d83c73" providerId="ADAL" clId="{7F9681A8-EEE2-56F4-9B39-ECCBEE0471AC}" dt="2026-09-08T03:43:48.179" v="6943" actId="5793"/>
          <ac:spMkLst>
            <pc:docMk/>
            <pc:sldMk cId="2487939089" sldId="309"/>
            <ac:spMk id="2" creationId="{51F95B32-77E7-2B55-6B06-A27F73B6FD3A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9-08T04:08:33.066" v="7267" actId="1076"/>
        <pc:sldMkLst>
          <pc:docMk/>
          <pc:sldMk cId="2913288293" sldId="309"/>
        </pc:sldMkLst>
        <pc:spChg chg="mod">
          <ac:chgData name="Toby Donaldson" userId="2e6e5431-bb17-4c41-9985-d39c50d83c73" providerId="ADAL" clId="{7F9681A8-EEE2-56F4-9B39-ECCBEE0471AC}" dt="2026-09-08T04:07:10.411" v="7071" actId="113"/>
          <ac:spMkLst>
            <pc:docMk/>
            <pc:sldMk cId="2913288293" sldId="309"/>
            <ac:spMk id="3" creationId="{9FF7C03E-43EA-AE04-9579-95D0C91469AB}"/>
          </ac:spMkLst>
        </pc:spChg>
        <pc:spChg chg="add mod">
          <ac:chgData name="Toby Donaldson" userId="2e6e5431-bb17-4c41-9985-d39c50d83c73" providerId="ADAL" clId="{7F9681A8-EEE2-56F4-9B39-ECCBEE0471AC}" dt="2026-09-08T04:08:29.399" v="7266" actId="1076"/>
          <ac:spMkLst>
            <pc:docMk/>
            <pc:sldMk cId="2913288293" sldId="309"/>
            <ac:spMk id="7" creationId="{1A751F34-4CB1-C8FC-0A7A-96646EB35780}"/>
          </ac:spMkLst>
        </pc:spChg>
        <pc:spChg chg="add mod">
          <ac:chgData name="Toby Donaldson" userId="2e6e5431-bb17-4c41-9985-d39c50d83c73" providerId="ADAL" clId="{7F9681A8-EEE2-56F4-9B39-ECCBEE0471AC}" dt="2026-09-08T04:08:33.066" v="7267" actId="1076"/>
          <ac:spMkLst>
            <pc:docMk/>
            <pc:sldMk cId="2913288293" sldId="309"/>
            <ac:spMk id="9" creationId="{E55C6183-8844-E341-4FA1-AC4F6FE5240A}"/>
          </ac:spMkLst>
        </pc:spChg>
        <pc:spChg chg="add mod">
          <ac:chgData name="Toby Donaldson" userId="2e6e5431-bb17-4c41-9985-d39c50d83c73" providerId="ADAL" clId="{7F9681A8-EEE2-56F4-9B39-ECCBEE0471AC}" dt="2026-09-08T04:08:22.004" v="7265" actId="113"/>
          <ac:spMkLst>
            <pc:docMk/>
            <pc:sldMk cId="2913288293" sldId="309"/>
            <ac:spMk id="10" creationId="{B3754F42-9212-BC78-BA9E-4DFE4AFF45A0}"/>
          </ac:spMkLst>
        </pc:spChg>
        <pc:picChg chg="del">
          <ac:chgData name="Toby Donaldson" userId="2e6e5431-bb17-4c41-9985-d39c50d83c73" providerId="ADAL" clId="{7F9681A8-EEE2-56F4-9B39-ECCBEE0471AC}" dt="2026-09-08T04:07:07.355" v="7070" actId="21"/>
          <ac:picMkLst>
            <pc:docMk/>
            <pc:sldMk cId="2913288293" sldId="309"/>
            <ac:picMk id="6" creationId="{153542A0-F82A-4F9B-8F3B-28BCBEA4DFEA}"/>
          </ac:picMkLst>
        </pc:picChg>
        <pc:cxnChg chg="del">
          <ac:chgData name="Toby Donaldson" userId="2e6e5431-bb17-4c41-9985-d39c50d83c73" providerId="ADAL" clId="{7F9681A8-EEE2-56F4-9B39-ECCBEE0471AC}" dt="2026-09-08T04:07:07.355" v="7070" actId="21"/>
          <ac:cxnSpMkLst>
            <pc:docMk/>
            <pc:sldMk cId="2913288293" sldId="309"/>
            <ac:cxnSpMk id="8" creationId="{2F669CED-B8FB-0DAE-6957-FBA8C26C9C9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0E10153-954E-4A8F-A722-5AC9ABA3901A}" type="datetimeFigureOut">
              <a:rPr lang="en-AU" smtClean="0"/>
              <a:t>7/9/2026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4E5F7A9-63B9-4E24-B438-D1C829BA58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126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7F8E-60C8-909D-5C8F-4F852E852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E9F26-E5B4-DEFC-801F-3C2725FC7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6A221-3E5B-9938-E860-7BCAC9FA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6573C-C609-E545-928F-EA54B2078359}" type="datetime1">
              <a:rPr lang="en-CA" smtClean="0"/>
              <a:t>2026-09-07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71861-98D9-E0EF-622D-B1F5B7DFD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0D173-F12E-E8EB-88DE-392D9F21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10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F85E-7CDD-3BA6-296F-5018A28A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53434-96DF-64A3-CA25-00A03B69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5E906-3C8F-DF9A-EB07-F76A6050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AD7A-9011-E24D-9E22-01156AFC9BD8}" type="datetime1">
              <a:rPr lang="en-CA" smtClean="0"/>
              <a:t>2026-09-07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0DC99-D342-9108-E12D-1EE6FC6C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C922C-3F15-C081-A98C-119065DD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82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3676-B2FD-91F0-38B3-7613D4862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DF2FF-3D73-9E93-AA8D-7F65F3CB9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B9C2-C15F-A293-C450-430C89DD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994-3598-6A41-82AA-B8F8EDBA236B}" type="datetime1">
              <a:rPr lang="en-CA" smtClean="0"/>
              <a:t>2026-09-07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D4C5-36A4-069A-B998-48F8313C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D5A82-B5A3-195B-3643-58F88940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417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E9B1-F78C-3970-61BF-46869C5E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43F26-35BF-F66B-F3F0-C5CA475C2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F70BF-027A-FBDF-9379-65996A7B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44DA0-3847-5457-3CC4-7E10C719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5B3E4-67B4-0B4B-BD42-45D4B5D502FB}" type="datetime1">
              <a:rPr lang="en-CA" smtClean="0"/>
              <a:t>2026-09-07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BC5A4-525C-D593-4448-9D95EFD6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48A34-37AB-ACC1-5C48-2A1DD738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993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BDAD-5CF9-1556-2A10-D2DF9F749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332AF-5F71-9058-63AB-4F06297C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E692F-3F27-8879-0429-0BACA8608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F19F4-F0DE-DAE5-497A-8D0375FA0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288C3-0CC6-8B24-7349-15F59D789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15FA58-D3A9-3370-E43A-D53F026A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1C4F-2716-4E40-9DE0-DBC6C277A806}" type="datetime1">
              <a:rPr lang="en-CA" smtClean="0"/>
              <a:t>2026-09-07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173F0-2281-2C74-CB42-BB0266BA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2A0B4-4EC6-EC59-4456-0F90A11C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9562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3985-4F7E-D411-2855-67DC6F84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050E0-41B3-65AA-0E7B-CDA30861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964F9-9D7D-F84D-AA8D-7B896016180E}" type="datetime1">
              <a:rPr lang="en-CA" smtClean="0"/>
              <a:t>2026-09-07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5111A-8D6D-CEE1-F97C-3FBF9DAB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AD7D3-D832-06CF-B2AB-4BC1AE5E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67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F0F17-383F-306F-1079-5CF988EA1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2216C-B243-9A43-B333-D102F80F2DA0}" type="datetime1">
              <a:rPr lang="en-CA" smtClean="0"/>
              <a:t>2026-09-07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ADA408-93EA-F071-05F3-1F5DA70AD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2C110-64FD-8845-DD8C-84AE4DBB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47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1F39-AA81-7153-0EAE-B5EC67AA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B52F1-D882-87BA-D986-1DC09BCAD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3E801-E025-1729-9C15-3BC2B9CB0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9CEE3-87D3-B5A1-6EB6-E55A77F0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AFCC-D150-E546-9077-8C51F4615EA1}" type="datetime1">
              <a:rPr lang="en-CA" smtClean="0"/>
              <a:t>2026-09-07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DEBA8-77C1-587C-84F0-6BAA53BC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1DCBA-4250-D35E-46DD-412DB82A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6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96258-8AAE-BE7C-5231-903B36E3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BA626-D476-4DDC-A7DB-B992124CC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5FDD7-00AA-0175-0F50-488E0C42C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C3628-21D1-4375-1560-446E7446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46E7-DA34-B845-A067-D00DCC9841D9}" type="datetime1">
              <a:rPr lang="en-CA" smtClean="0"/>
              <a:t>2026-09-07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B38AE-99DF-0F04-482E-0890B1C3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AE2C4-4CE5-E062-DA36-B6B3763D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39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0F63-462A-F352-F9A9-7381D193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EB1E3-50B1-EA40-E045-4C426784E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F6FA-B5EE-439C-0968-7BE144E3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1BD8A-0140-B645-890F-8B77DD58F927}" type="datetime1">
              <a:rPr lang="en-CA" smtClean="0"/>
              <a:t>2026-09-07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09EAE-C8E3-C604-2164-04A821FC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B9D57-4B0F-3CF4-638B-5008EC03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3069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778A4-AB89-640D-BC08-28C5A7FC6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F5D09-90C6-4D6C-62F9-976682320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7695D-985F-9258-D841-83AC7921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E8CE-342C-244F-B903-9297CCA987CA}" type="datetime1">
              <a:rPr lang="en-CA" smtClean="0"/>
              <a:t>2026-09-07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D25A0-60EE-E806-E1FC-9D654EA0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92F16-6057-78E1-DA8B-88ABB6F3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09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CC741-E42D-BFA6-D716-E30E248A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562B2-2421-4E95-F3F8-FD60580DD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4F023-08B9-52B6-AE72-FF93FBF1E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A0CCB-8F8F-4C49-8C1D-F1DB4EF13FC8}" type="datetime1">
              <a:rPr lang="en-CA" smtClean="0"/>
              <a:t>2026-09-07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0D046-EC3A-60C7-C3D4-2A2876C27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2A4A0-351F-23D9-AC66-DB480812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49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9ADD-81D9-8AD3-B1E8-83FBFB12B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Interacting with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F6040-9517-F271-5D34-EDAA9A6C58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CMPT 120</a:t>
            </a:r>
          </a:p>
          <a:p>
            <a:r>
              <a:rPr lang="en-US" dirty="0"/>
              <a:t>Fall 2026</a:t>
            </a:r>
          </a:p>
          <a:p>
            <a:r>
              <a:rPr lang="en-US" dirty="0"/>
              <a:t>SFU Burnaby</a:t>
            </a:r>
          </a:p>
        </p:txBody>
      </p:sp>
    </p:spTree>
    <p:extLst>
      <p:ext uri="{BB962C8B-B14F-4D97-AF65-F5344CB8AC3E}">
        <p14:creationId xmlns:p14="http://schemas.microsoft.com/office/powerpoint/2010/main" val="211442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97F10-C29D-6B5C-8185-86B1336B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C130-DB25-A3D9-1308-8C0DEF5A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Advice for Organizing Your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D1078-B55D-184F-553F-4E4B3A887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your computer desktop, create a folder named CMPT 120</a:t>
            </a:r>
          </a:p>
          <a:p>
            <a:pPr lvl="1"/>
            <a:r>
              <a:rPr lang="en-US" dirty="0"/>
              <a:t>Put all your work for this course in that folder</a:t>
            </a:r>
          </a:p>
          <a:p>
            <a:pPr lvl="1"/>
            <a:r>
              <a:rPr lang="en-US" dirty="0"/>
              <a:t>Add new folders within it to keep it organized</a:t>
            </a:r>
          </a:p>
          <a:p>
            <a:r>
              <a:rPr lang="en-US" dirty="0"/>
              <a:t>As we will see, all Python files end with </a:t>
            </a:r>
            <a:r>
              <a:rPr lang="en-US" b="1" dirty="0"/>
              <a:t>.</a:t>
            </a:r>
            <a:r>
              <a:rPr lang="en-US" b="1" dirty="0" err="1"/>
              <a:t>py</a:t>
            </a:r>
            <a:endParaRPr lang="en-US" dirty="0"/>
          </a:p>
          <a:p>
            <a:pPr lvl="1"/>
            <a:r>
              <a:rPr lang="en-US" dirty="0"/>
              <a:t>Make sure that your Python program files end with </a:t>
            </a:r>
            <a:r>
              <a:rPr lang="en-US" b="1" dirty="0"/>
              <a:t>.</a:t>
            </a:r>
            <a:r>
              <a:rPr lang="en-US" b="1" dirty="0" err="1"/>
              <a:t>py</a:t>
            </a:r>
            <a:endParaRPr lang="en-US" b="1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0EB0B-BD5B-CDF1-3E3D-C3634AE4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C166E1-B458-A814-1992-09334AD84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973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5546-5F6F-416E-DF3E-D25BDA833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Common Ways of Interacting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B9EFB-DF08-528F-9F02-8551D922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The interactive interpreter</a:t>
            </a:r>
          </a:p>
          <a:p>
            <a:pPr lvl="1"/>
            <a:r>
              <a:rPr lang="en-US" dirty="0"/>
              <a:t>Evaluates one statement at a time</a:t>
            </a:r>
          </a:p>
          <a:p>
            <a:pPr lvl="1"/>
            <a:r>
              <a:rPr lang="en-US" dirty="0"/>
              <a:t>Great for testing and doing small calculations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D8B2F-1EAB-DB66-6445-E4C7E98C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3FB4A-4F6F-9F21-1594-E956E892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3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EF906-7B46-DCE2-515B-50949753C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19" y="2936583"/>
            <a:ext cx="8041861" cy="3784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03662D-EB62-DF15-6172-825FB213AB62}"/>
              </a:ext>
            </a:extLst>
          </p:cNvPr>
          <p:cNvSpPr txBox="1"/>
          <p:nvPr/>
        </p:nvSpPr>
        <p:spPr>
          <a:xfrm>
            <a:off x="9022080" y="3052385"/>
            <a:ext cx="2574139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interpreter is the one in </a:t>
            </a:r>
            <a:r>
              <a:rPr lang="en-US" b="1" dirty="0"/>
              <a:t>IDLE</a:t>
            </a:r>
            <a:r>
              <a:rPr lang="en-US" dirty="0"/>
              <a:t> (the editor that comes with Python).</a:t>
            </a:r>
          </a:p>
        </p:txBody>
      </p:sp>
    </p:spTree>
    <p:extLst>
      <p:ext uri="{BB962C8B-B14F-4D97-AF65-F5344CB8AC3E}">
        <p14:creationId xmlns:p14="http://schemas.microsoft.com/office/powerpoint/2010/main" val="3502797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A9CF-844A-2937-AC9F-1CCAF81A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AB90-5E3D-ED14-0A09-DF4286B51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Common Ways of Interacting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B064-E140-668A-4C12-AB1A393DE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interactive interpreter</a:t>
            </a:r>
          </a:p>
          <a:p>
            <a:pPr lvl="1"/>
            <a:r>
              <a:rPr lang="en-US" dirty="0"/>
              <a:t>Evaluates one statement at a time typed in by the user</a:t>
            </a:r>
          </a:p>
          <a:p>
            <a:pPr lvl="1"/>
            <a:r>
              <a:rPr lang="en-US" dirty="0"/>
              <a:t>Great for testing and doing small calculations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Running programs</a:t>
            </a:r>
          </a:p>
          <a:p>
            <a:pPr lvl="1"/>
            <a:r>
              <a:rPr lang="en-US" dirty="0"/>
              <a:t>Runs a text file of Python statements</a:t>
            </a:r>
          </a:p>
          <a:p>
            <a:pPr lvl="1"/>
            <a:r>
              <a:rPr lang="en-US" dirty="0"/>
              <a:t>For longer, more complex programs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A94BF-6BD5-25D2-65C4-6AF29DAA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B668B-F4A6-5F31-A9B0-B81139FD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4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DE7C1F-CA85-7A2F-264F-25B348E57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40" y="4072650"/>
            <a:ext cx="5161280" cy="29504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0DD99A-A2A0-6C42-91E9-4B87EBF60AA8}"/>
              </a:ext>
            </a:extLst>
          </p:cNvPr>
          <p:cNvSpPr txBox="1"/>
          <p:nvPr/>
        </p:nvSpPr>
        <p:spPr>
          <a:xfrm>
            <a:off x="157480" y="4530299"/>
            <a:ext cx="2413000" cy="13234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This is the contents of a text file named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welcome.py</a:t>
            </a:r>
            <a:r>
              <a:rPr lang="en-US" sz="1600" dirty="0"/>
              <a:t>. You can run it in IDLE, and it will print to lines of text …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6A2C0F2-B4F6-3396-4B73-664296F26C4C}"/>
              </a:ext>
            </a:extLst>
          </p:cNvPr>
          <p:cNvSpPr/>
          <p:nvPr/>
        </p:nvSpPr>
        <p:spPr>
          <a:xfrm>
            <a:off x="7513320" y="5005137"/>
            <a:ext cx="1931469" cy="8486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FF8AE7-3E22-2E51-F79B-D95744857F7F}"/>
              </a:ext>
            </a:extLst>
          </p:cNvPr>
          <p:cNvSpPr txBox="1"/>
          <p:nvPr/>
        </p:nvSpPr>
        <p:spPr>
          <a:xfrm>
            <a:off x="7069087" y="4266413"/>
            <a:ext cx="2249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When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welcome.py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/>
              <a:t>runs, this is printed on the screen 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9178FE-58A9-FCC6-2FAF-6A0F86344FD1}"/>
              </a:ext>
            </a:extLst>
          </p:cNvPr>
          <p:cNvSpPr txBox="1"/>
          <p:nvPr/>
        </p:nvSpPr>
        <p:spPr>
          <a:xfrm>
            <a:off x="9474589" y="5005137"/>
            <a:ext cx="2717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Welcome!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This is Python 3.13!</a:t>
            </a:r>
          </a:p>
        </p:txBody>
      </p:sp>
    </p:spTree>
    <p:extLst>
      <p:ext uri="{BB962C8B-B14F-4D97-AF65-F5344CB8AC3E}">
        <p14:creationId xmlns:p14="http://schemas.microsoft.com/office/powerpoint/2010/main" val="2328308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F2B07-9F41-CABF-613B-489EE9ADF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4447-B94C-1DAE-7CDE-6CA79873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Common Ways of Interacting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3856-7E77-5942-BD0F-FD528B2BD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interactive interpreter</a:t>
            </a:r>
          </a:p>
          <a:p>
            <a:pPr lvl="1"/>
            <a:r>
              <a:rPr lang="en-US" dirty="0"/>
              <a:t>Evaluates one statement at a time</a:t>
            </a:r>
          </a:p>
          <a:p>
            <a:pPr lvl="1"/>
            <a:r>
              <a:rPr lang="en-US" dirty="0"/>
              <a:t>Great for testing and doing small calculations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Running programs</a:t>
            </a:r>
          </a:p>
          <a:p>
            <a:pPr lvl="1"/>
            <a:r>
              <a:rPr lang="en-US" dirty="0"/>
              <a:t>Runs a “script”, i.e. a text file of Python statements</a:t>
            </a:r>
          </a:p>
          <a:p>
            <a:pPr lvl="1"/>
            <a:r>
              <a:rPr lang="en-US" dirty="0"/>
              <a:t>For longer, more complex programs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Notebooks</a:t>
            </a:r>
          </a:p>
          <a:p>
            <a:pPr lvl="1"/>
            <a:r>
              <a:rPr lang="en-US" dirty="0"/>
              <a:t>Mix text, images and code</a:t>
            </a:r>
          </a:p>
          <a:p>
            <a:pPr lvl="1"/>
            <a:r>
              <a:rPr lang="en-US" dirty="0"/>
              <a:t>Very popular in data science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184D4-4D54-A191-9A9B-84B66DA39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04D06-23E6-0B35-1149-47BE2317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5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AA22E1-2B4F-C312-FDB2-71AFD35BB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675" y="2839454"/>
            <a:ext cx="4121152" cy="295976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99C228-2ED7-7312-C5EE-BBA697506E09}"/>
              </a:ext>
            </a:extLst>
          </p:cNvPr>
          <p:cNvCxnSpPr>
            <a:cxnSpLocks/>
          </p:cNvCxnSpPr>
          <p:nvPr/>
        </p:nvCxnSpPr>
        <p:spPr>
          <a:xfrm flipV="1">
            <a:off x="4884821" y="4102768"/>
            <a:ext cx="3054854" cy="878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293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C4C29-AEC3-7B28-0403-07FF9E915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1BFA-4BCF-D8FD-A3D1-5401B938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Common Ways of Interacting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7C03E-43EA-AE04-9579-95D0C9146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interactive interpreter</a:t>
            </a:r>
          </a:p>
          <a:p>
            <a:pPr lvl="1"/>
            <a:r>
              <a:rPr lang="en-US" dirty="0"/>
              <a:t>Evaluates one statement at a time</a:t>
            </a:r>
          </a:p>
          <a:p>
            <a:pPr lvl="1"/>
            <a:r>
              <a:rPr lang="en-US" dirty="0"/>
              <a:t>Great for testing and doing small calculations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Running programs</a:t>
            </a:r>
          </a:p>
          <a:p>
            <a:pPr lvl="1"/>
            <a:r>
              <a:rPr lang="en-US" dirty="0"/>
              <a:t>Runs a “script”, i.e. a text file of Python statements</a:t>
            </a:r>
          </a:p>
          <a:p>
            <a:pPr lvl="1"/>
            <a:r>
              <a:rPr lang="en-US" dirty="0"/>
              <a:t>For longer, more complex programs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Notebooks</a:t>
            </a:r>
          </a:p>
          <a:p>
            <a:pPr lvl="1"/>
            <a:r>
              <a:rPr lang="en-US" dirty="0"/>
              <a:t>Mix text, images and code</a:t>
            </a:r>
          </a:p>
          <a:p>
            <a:pPr lvl="1"/>
            <a:r>
              <a:rPr lang="en-US" dirty="0"/>
              <a:t>Very popular in data science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8D1A4-8801-E721-E400-62E569A45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287D8E-6832-27A0-0001-C4EE1B47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6</a:t>
            </a:fld>
            <a:endParaRPr lang="en-AU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A751F34-4CB1-C8FC-0A7A-96646EB35780}"/>
              </a:ext>
            </a:extLst>
          </p:cNvPr>
          <p:cNvSpPr/>
          <p:nvPr/>
        </p:nvSpPr>
        <p:spPr>
          <a:xfrm>
            <a:off x="8013700" y="1872773"/>
            <a:ext cx="279400" cy="24485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C6183-8844-E341-4FA1-AC4F6FE5240A}"/>
              </a:ext>
            </a:extLst>
          </p:cNvPr>
          <p:cNvSpPr txBox="1"/>
          <p:nvPr/>
        </p:nvSpPr>
        <p:spPr>
          <a:xfrm>
            <a:off x="8483600" y="2598003"/>
            <a:ext cx="2413000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This course will use just the interpreter and running programs.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754F42-9212-BC78-BA9E-4DFE4AFF45A0}"/>
              </a:ext>
            </a:extLst>
          </p:cNvPr>
          <p:cNvSpPr txBox="1"/>
          <p:nvPr/>
        </p:nvSpPr>
        <p:spPr>
          <a:xfrm>
            <a:off x="5567680" y="4870400"/>
            <a:ext cx="2413000" cy="1077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We will </a:t>
            </a:r>
            <a:r>
              <a:rPr lang="en-US" sz="1600" b="1" dirty="0"/>
              <a:t>NOT</a:t>
            </a:r>
            <a:r>
              <a:rPr lang="en-US" sz="1600" dirty="0"/>
              <a:t> be creating any notebooks (although many of the course notes are in notebook form).</a:t>
            </a:r>
          </a:p>
        </p:txBody>
      </p:sp>
    </p:spTree>
    <p:extLst>
      <p:ext uri="{BB962C8B-B14F-4D97-AF65-F5344CB8AC3E}">
        <p14:creationId xmlns:p14="http://schemas.microsoft.com/office/powerpoint/2010/main" val="2913288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603D6-97B5-4287-C223-5D4A2A92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1573-3787-D01C-DF77-CB7AB528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IDLE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E4DC1-586C-C77E-A7B7-B689A566D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IDLE</a:t>
            </a:r>
            <a:r>
              <a:rPr lang="en-US" dirty="0"/>
              <a:t> is the free interpreter and editor that comes with Python</a:t>
            </a:r>
          </a:p>
          <a:p>
            <a:r>
              <a:rPr lang="en-US" dirty="0"/>
              <a:t>Search for and run “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IDLE</a:t>
            </a:r>
            <a:r>
              <a:rPr lang="en-US" dirty="0"/>
              <a:t>” on your computer</a:t>
            </a:r>
          </a:p>
          <a:p>
            <a:pPr lvl="1"/>
            <a:r>
              <a:rPr lang="en-US" dirty="0"/>
              <a:t>If you don’t have it you can install Python from </a:t>
            </a:r>
            <a:r>
              <a:rPr lang="en-US" dirty="0" err="1"/>
              <a:t>www.python.org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39137-D0EA-4F35-8055-0262F60C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F11B5-84B4-B7D8-7F6C-C3C12442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7</a:t>
            </a:fld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A5507-5117-AE33-3061-A75324D6B01F}"/>
              </a:ext>
            </a:extLst>
          </p:cNvPr>
          <p:cNvSpPr txBox="1"/>
          <p:nvPr/>
        </p:nvSpPr>
        <p:spPr>
          <a:xfrm>
            <a:off x="305275" y="3775420"/>
            <a:ext cx="314037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</a:t>
            </a:r>
            <a:r>
              <a:rPr lang="en-US" b="1" dirty="0"/>
              <a:t>interpreter</a:t>
            </a:r>
            <a:r>
              <a:rPr lang="en-US" dirty="0"/>
              <a:t> window. Note the Python prompt: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US" dirty="0"/>
              <a:t> 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4BC810F-C207-629A-C7C8-5AFA0AFBB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653" y="3062143"/>
            <a:ext cx="7772400" cy="365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32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7A9C-4CB7-4092-99EA-F1E875203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IDLE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F8809-0BEB-6C74-7D8A-3FDE299A0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IDLE</a:t>
            </a:r>
            <a:r>
              <a:rPr lang="en-US" dirty="0"/>
              <a:t> is the free interpreter and editor that comes with Python</a:t>
            </a:r>
          </a:p>
          <a:p>
            <a:r>
              <a:rPr lang="en-US" dirty="0"/>
              <a:t>Search for and run “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IDLE</a:t>
            </a:r>
            <a:r>
              <a:rPr lang="en-US" dirty="0"/>
              <a:t>” on your computer</a:t>
            </a:r>
          </a:p>
          <a:p>
            <a:pPr lvl="1"/>
            <a:r>
              <a:rPr lang="en-US" dirty="0"/>
              <a:t>If you don’t have it you can install Python from </a:t>
            </a:r>
            <a:r>
              <a:rPr lang="en-US" dirty="0" err="1"/>
              <a:t>www.python.org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0540-7B47-5EC3-F10A-BB3229EA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96160-D7DC-1BB0-3307-4215E2C7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8</a:t>
            </a:fld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021DBF-E103-63C1-708E-CC5C13E2BFF8}"/>
              </a:ext>
            </a:extLst>
          </p:cNvPr>
          <p:cNvSpPr txBox="1"/>
          <p:nvPr/>
        </p:nvSpPr>
        <p:spPr>
          <a:xfrm>
            <a:off x="305275" y="3775420"/>
            <a:ext cx="3140378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</a:t>
            </a:r>
            <a:r>
              <a:rPr lang="en-US" b="1" dirty="0"/>
              <a:t>program</a:t>
            </a:r>
            <a:r>
              <a:rPr lang="en-US" dirty="0"/>
              <a:t> window. Note the name of the file at the top (currently *untitled*).</a:t>
            </a:r>
          </a:p>
        </p:txBody>
      </p:sp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78A35B8-4601-FBEC-1A69-331D9990D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653" y="2867707"/>
            <a:ext cx="7772400" cy="414986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C28ADE2-312C-9E7C-33A0-A059F7CE3F57}"/>
              </a:ext>
            </a:extLst>
          </p:cNvPr>
          <p:cNvSpPr/>
          <p:nvPr/>
        </p:nvSpPr>
        <p:spPr>
          <a:xfrm>
            <a:off x="6808304" y="3061252"/>
            <a:ext cx="1013792" cy="367748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3DAA90-A35A-F059-7BBC-44356A895806}"/>
              </a:ext>
            </a:extLst>
          </p:cNvPr>
          <p:cNvSpPr txBox="1"/>
          <p:nvPr/>
        </p:nvSpPr>
        <p:spPr>
          <a:xfrm>
            <a:off x="305275" y="5144798"/>
            <a:ext cx="3140378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run the program, choose </a:t>
            </a:r>
            <a:r>
              <a:rPr lang="en-US" b="1" dirty="0"/>
              <a:t>Run</a:t>
            </a:r>
            <a:r>
              <a:rPr lang="en-US" dirty="0"/>
              <a:t> Module in the </a:t>
            </a:r>
            <a:r>
              <a:rPr lang="en-US" b="1" dirty="0"/>
              <a:t>Run</a:t>
            </a:r>
            <a:r>
              <a:rPr lang="en-US" dirty="0"/>
              <a:t> menu, or press </a:t>
            </a:r>
            <a:r>
              <a:rPr lang="en-US" b="1" dirty="0"/>
              <a:t>F5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0893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95C54-A56A-A8BB-B6F2-8BE74815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416AA-776A-57A2-7D17-AFCBD7D9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29677-0870-1789-8E64-5309C13D2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9</a:t>
            </a:fld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C29D69-6E12-1536-59D4-6FB3780CF943}"/>
              </a:ext>
            </a:extLst>
          </p:cNvPr>
          <p:cNvSpPr txBox="1"/>
          <p:nvPr/>
        </p:nvSpPr>
        <p:spPr>
          <a:xfrm>
            <a:off x="7653646" y="150747"/>
            <a:ext cx="3140378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you run the program in IDLE you will be asked to save it in a file first. I’ve called the file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hello.py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0A2E7F-0B22-635E-5589-C97ECB3BB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444" y="3257369"/>
            <a:ext cx="7357740" cy="3464106"/>
          </a:xfrm>
          <a:prstGeom prst="rect">
            <a:avLst/>
          </a:prstGeom>
        </p:spPr>
      </p:pic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DF462B4-DAD3-22B4-7CDB-E82C62D4A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930" y="-252089"/>
            <a:ext cx="7772400" cy="414986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C7CC7AE-3C95-7FA5-5CA9-FDA369FAD445}"/>
              </a:ext>
            </a:extLst>
          </p:cNvPr>
          <p:cNvSpPr/>
          <p:nvPr/>
        </p:nvSpPr>
        <p:spPr>
          <a:xfrm>
            <a:off x="3024808" y="-33127"/>
            <a:ext cx="1013792" cy="367748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BE47A2-7A78-30C3-A568-305796F12063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4038600" y="288235"/>
            <a:ext cx="3615046" cy="46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01448C0-7596-2570-4BD1-E97D82C22DC0}"/>
              </a:ext>
            </a:extLst>
          </p:cNvPr>
          <p:cNvSpPr txBox="1"/>
          <p:nvPr/>
        </p:nvSpPr>
        <p:spPr>
          <a:xfrm>
            <a:off x="1321905" y="3737079"/>
            <a:ext cx="2295939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results of the program appear in the interpreter window.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8A1A65-A58C-2CA5-7651-032B783ABA43}"/>
              </a:ext>
            </a:extLst>
          </p:cNvPr>
          <p:cNvSpPr/>
          <p:nvPr/>
        </p:nvSpPr>
        <p:spPr>
          <a:xfrm>
            <a:off x="5161721" y="4438101"/>
            <a:ext cx="6915484" cy="692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1F58B3-24F0-6A79-FE85-04D2F13CA48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617844" y="4198744"/>
            <a:ext cx="1543877" cy="54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934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ECAA-674E-1A6B-C8EF-65C84BF2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1796A-AD20-39AF-75DF-A05089808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2026,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3CF9D-602A-7D77-3D63-905D9DC6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10</a:t>
            </a:fld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E28230-7E36-D11A-2510-67E4574F376E}"/>
              </a:ext>
            </a:extLst>
          </p:cNvPr>
          <p:cNvSpPr txBox="1"/>
          <p:nvPr/>
        </p:nvSpPr>
        <p:spPr>
          <a:xfrm>
            <a:off x="7653646" y="150747"/>
            <a:ext cx="3140378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you run the program in IDLE you will be asked to save it in a file first. I’ve called the file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hello.py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58547F-F170-4548-ECC6-BA7EE7DBA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444" y="3257369"/>
            <a:ext cx="7357740" cy="3464106"/>
          </a:xfrm>
          <a:prstGeom prst="rect">
            <a:avLst/>
          </a:prstGeom>
        </p:spPr>
      </p:pic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684B5BE-6308-99B8-A21A-9A94AF1D3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930" y="-252089"/>
            <a:ext cx="7772400" cy="414986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057ACB9B-98A7-C1D7-9080-EF83627AD878}"/>
              </a:ext>
            </a:extLst>
          </p:cNvPr>
          <p:cNvSpPr/>
          <p:nvPr/>
        </p:nvSpPr>
        <p:spPr>
          <a:xfrm>
            <a:off x="3024808" y="-33127"/>
            <a:ext cx="1013792" cy="367748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42A091-89F9-DE4C-7875-2D730F0C49C0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4038600" y="288235"/>
            <a:ext cx="3615046" cy="46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EA26B19-4C0B-DE0A-0586-F62DCE34F6D4}"/>
              </a:ext>
            </a:extLst>
          </p:cNvPr>
          <p:cNvSpPr txBox="1"/>
          <p:nvPr/>
        </p:nvSpPr>
        <p:spPr>
          <a:xfrm>
            <a:off x="1321905" y="3737079"/>
            <a:ext cx="2295939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results of the program appear in the interpreter window.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7F9B6C-32FA-B8C7-CA97-14CEE737D6EB}"/>
              </a:ext>
            </a:extLst>
          </p:cNvPr>
          <p:cNvSpPr/>
          <p:nvPr/>
        </p:nvSpPr>
        <p:spPr>
          <a:xfrm>
            <a:off x="5161721" y="4438101"/>
            <a:ext cx="6915484" cy="692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F6857B-49CA-B12A-0F10-DAEA12FFB8CD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617844" y="4198744"/>
            <a:ext cx="1543877" cy="54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4B5724-B77E-B497-E37E-7A5A6F2078A9}"/>
              </a:ext>
            </a:extLst>
          </p:cNvPr>
          <p:cNvSpPr txBox="1"/>
          <p:nvPr/>
        </p:nvSpPr>
        <p:spPr>
          <a:xfrm>
            <a:off x="642732" y="5410166"/>
            <a:ext cx="29386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Careful!</a:t>
            </a:r>
            <a:br>
              <a:rPr lang="en-US" dirty="0"/>
            </a:br>
            <a:r>
              <a:rPr lang="en-US" dirty="0"/>
              <a:t>If you are new to programming it can be easy to confuse these windows.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4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1576</TotalTime>
  <Words>698</Words>
  <Application>Microsoft Macintosh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Interacting with Python</vt:lpstr>
      <vt:lpstr>Advice for Organizing Your Folders</vt:lpstr>
      <vt:lpstr>3 Common Ways of Interacting with Python</vt:lpstr>
      <vt:lpstr>3 Common Ways of Interacting with Python</vt:lpstr>
      <vt:lpstr>3 Common Ways of Interacting with Python</vt:lpstr>
      <vt:lpstr>3 Common Ways of Interacting with Python</vt:lpstr>
      <vt:lpstr>The IDLE Editor</vt:lpstr>
      <vt:lpstr>The IDLE Editor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120 Fall 2022 SFU, Surrey</dc:title>
  <dc:creator>Toby Donaldson</dc:creator>
  <cp:lastModifiedBy>Toby Donaldson</cp:lastModifiedBy>
  <cp:revision>1</cp:revision>
  <cp:lastPrinted>2022-09-07T18:21:16Z</cp:lastPrinted>
  <dcterms:created xsi:type="dcterms:W3CDTF">2022-08-16T04:52:50Z</dcterms:created>
  <dcterms:modified xsi:type="dcterms:W3CDTF">2026-09-08T04:08:58Z</dcterms:modified>
</cp:coreProperties>
</file>