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256" r:id="rId2"/>
    <p:sldId id="297" r:id="rId3"/>
    <p:sldId id="298" r:id="rId4"/>
    <p:sldId id="299" r:id="rId5"/>
    <p:sldId id="300" r:id="rId6"/>
    <p:sldId id="304" r:id="rId7"/>
    <p:sldId id="346" r:id="rId8"/>
    <p:sldId id="327" r:id="rId9"/>
    <p:sldId id="301" r:id="rId10"/>
    <p:sldId id="328" r:id="rId11"/>
    <p:sldId id="329" r:id="rId12"/>
    <p:sldId id="302" r:id="rId13"/>
    <p:sldId id="303" r:id="rId14"/>
    <p:sldId id="305" r:id="rId15"/>
    <p:sldId id="306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18" r:id="rId27"/>
    <p:sldId id="330" r:id="rId28"/>
    <p:sldId id="317" r:id="rId29"/>
    <p:sldId id="359" r:id="rId30"/>
    <p:sldId id="319" r:id="rId31"/>
    <p:sldId id="321" r:id="rId32"/>
    <p:sldId id="320" r:id="rId33"/>
    <p:sldId id="322" r:id="rId34"/>
    <p:sldId id="324" r:id="rId35"/>
    <p:sldId id="331" r:id="rId36"/>
    <p:sldId id="323" r:id="rId37"/>
    <p:sldId id="325" r:id="rId38"/>
    <p:sldId id="340" r:id="rId39"/>
    <p:sldId id="347" r:id="rId40"/>
    <p:sldId id="342" r:id="rId41"/>
    <p:sldId id="341" r:id="rId42"/>
    <p:sldId id="360" r:id="rId43"/>
    <p:sldId id="361" r:id="rId44"/>
    <p:sldId id="343" r:id="rId45"/>
    <p:sldId id="348" r:id="rId46"/>
    <p:sldId id="326" r:id="rId4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9C9D1B-A7C8-4D51-B0A1-EDDC876956C2}">
          <p14:sldIdLst>
            <p14:sldId id="256"/>
          </p14:sldIdLst>
        </p14:section>
        <p14:section name="Functions" id="{050F8DB5-6483-4250-A2EB-E302D5B8D553}">
          <p14:sldIdLst>
            <p14:sldId id="297"/>
            <p14:sldId id="298"/>
            <p14:sldId id="299"/>
          </p14:sldIdLst>
        </p14:section>
        <p14:section name="Defining New Functions" id="{FE552FAE-00C7-4EDC-BDD4-3F5C38FA3869}">
          <p14:sldIdLst>
            <p14:sldId id="300"/>
            <p14:sldId id="304"/>
            <p14:sldId id="346"/>
            <p14:sldId id="327"/>
            <p14:sldId id="301"/>
            <p14:sldId id="328"/>
            <p14:sldId id="329"/>
            <p14:sldId id="302"/>
            <p14:sldId id="303"/>
            <p14:sldId id="305"/>
          </p14:sldIdLst>
        </p14:section>
        <p14:section name="Local variables" id="{4C9F2BC4-D337-4E2A-9437-851AF2CC82E0}">
          <p14:sldIdLst>
            <p14:sldId id="306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</p14:sldIdLst>
        </p14:section>
        <p14:section name="Simple Repetition" id="{20F2AF27-87AE-4456-8C75-69C44F915A68}">
          <p14:sldIdLst>
            <p14:sldId id="358"/>
            <p14:sldId id="318"/>
            <p14:sldId id="330"/>
            <p14:sldId id="317"/>
            <p14:sldId id="359"/>
            <p14:sldId id="319"/>
            <p14:sldId id="321"/>
            <p14:sldId id="320"/>
            <p14:sldId id="322"/>
            <p14:sldId id="324"/>
            <p14:sldId id="331"/>
            <p14:sldId id="323"/>
            <p14:sldId id="325"/>
            <p14:sldId id="340"/>
            <p14:sldId id="347"/>
            <p14:sldId id="342"/>
            <p14:sldId id="341"/>
            <p14:sldId id="360"/>
            <p14:sldId id="361"/>
            <p14:sldId id="343"/>
            <p14:sldId id="348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3FD1A-385D-DB41-A50E-ACE98A5EE503}" v="24" dt="2026-01-27T23:54:06.782"/>
    <p1510:client id="{B551FABF-F8DF-464C-9646-57D3EE45E185}" v="4" dt="2026-01-28T18:14:21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modSld">
      <pc:chgData name="Toby Donaldson" userId="2e6e5431-bb17-4c41-9985-d39c50d83c73" providerId="ADAL" clId="{F31BC264-820E-54C4-A6D1-F92AF9CC222E}" dt="2026-01-28T18:14:21.326" v="273"/>
      <pc:docMkLst>
        <pc:docMk/>
      </pc:docMkLst>
      <pc:sldChg chg="modSp mod">
        <pc:chgData name="Toby Donaldson" userId="2e6e5431-bb17-4c41-9985-d39c50d83c73" providerId="ADAL" clId="{F31BC264-820E-54C4-A6D1-F92AF9CC222E}" dt="2026-01-26T17:27:09.553" v="0" actId="20577"/>
        <pc:sldMkLst>
          <pc:docMk/>
          <pc:sldMk cId="3113156551" sldId="256"/>
        </pc:sldMkLst>
        <pc:spChg chg="mod">
          <ac:chgData name="Toby Donaldson" userId="2e6e5431-bb17-4c41-9985-d39c50d83c73" providerId="ADAL" clId="{F31BC264-820E-54C4-A6D1-F92AF9CC222E}" dt="2026-01-26T17:27:09.553" v="0" actId="20577"/>
          <ac:spMkLst>
            <pc:docMk/>
            <pc:sldMk cId="3113156551" sldId="256"/>
            <ac:spMk id="4" creationId="{1C211242-B5A3-D371-4A7A-C8E9982D7CD5}"/>
          </ac:spMkLst>
        </pc:spChg>
      </pc:sldChg>
      <pc:sldChg chg="addSp">
        <pc:chgData name="Toby Donaldson" userId="2e6e5431-bb17-4c41-9985-d39c50d83c73" providerId="ADAL" clId="{F31BC264-820E-54C4-A6D1-F92AF9CC222E}" dt="2026-01-26T18:00:46.162" v="1"/>
        <pc:sldMkLst>
          <pc:docMk/>
          <pc:sldMk cId="1732205588" sldId="302"/>
        </pc:sldMkLst>
        <pc:inkChg chg="add">
          <ac:chgData name="Toby Donaldson" userId="2e6e5431-bb17-4c41-9985-d39c50d83c73" providerId="ADAL" clId="{F31BC264-820E-54C4-A6D1-F92AF9CC222E}" dt="2026-01-26T18:00:46.162" v="1"/>
          <ac:inkMkLst>
            <pc:docMk/>
            <pc:sldMk cId="1732205588" sldId="302"/>
            <ac:inkMk id="6" creationId="{7525F485-C60F-9B81-0507-E92A5BA7E0B8}"/>
          </ac:inkMkLst>
        </pc:inkChg>
      </pc:sldChg>
      <pc:sldChg chg="addSp">
        <pc:chgData name="Toby Donaldson" userId="2e6e5431-bb17-4c41-9985-d39c50d83c73" providerId="ADAL" clId="{F31BC264-820E-54C4-A6D1-F92AF9CC222E}" dt="2026-01-26T18:00:46.162" v="1"/>
        <pc:sldMkLst>
          <pc:docMk/>
          <pc:sldMk cId="4097905578" sldId="303"/>
        </pc:sldMkLst>
        <pc:inkChg chg="add">
          <ac:chgData name="Toby Donaldson" userId="2e6e5431-bb17-4c41-9985-d39c50d83c73" providerId="ADAL" clId="{F31BC264-820E-54C4-A6D1-F92AF9CC222E}" dt="2026-01-26T18:00:46.162" v="1"/>
          <ac:inkMkLst>
            <pc:docMk/>
            <pc:sldMk cId="4097905578" sldId="303"/>
            <ac:inkMk id="2" creationId="{BB5A0492-1B02-1A32-7E35-CB46037ECB04}"/>
          </ac:inkMkLst>
        </pc:inkChg>
      </pc:sldChg>
      <pc:sldChg chg="addSp">
        <pc:chgData name="Toby Donaldson" userId="2e6e5431-bb17-4c41-9985-d39c50d83c73" providerId="ADAL" clId="{F31BC264-820E-54C4-A6D1-F92AF9CC222E}" dt="2026-01-26T18:00:46.162" v="1"/>
        <pc:sldMkLst>
          <pc:docMk/>
          <pc:sldMk cId="3573607454" sldId="306"/>
        </pc:sldMkLst>
        <pc:inkChg chg="add">
          <ac:chgData name="Toby Donaldson" userId="2e6e5431-bb17-4c41-9985-d39c50d83c73" providerId="ADAL" clId="{F31BC264-820E-54C4-A6D1-F92AF9CC222E}" dt="2026-01-26T18:00:46.162" v="1"/>
          <ac:inkMkLst>
            <pc:docMk/>
            <pc:sldMk cId="3573607454" sldId="306"/>
            <ac:inkMk id="2" creationId="{DA8BCBCF-429B-2BEA-8060-E24277374D2B}"/>
          </ac:inkMkLst>
        </pc:inkChg>
      </pc:sldChg>
      <pc:sldChg chg="addSp">
        <pc:chgData name="Toby Donaldson" userId="2e6e5431-bb17-4c41-9985-d39c50d83c73" providerId="ADAL" clId="{F31BC264-820E-54C4-A6D1-F92AF9CC222E}" dt="2026-01-28T17:43:58.171" v="272"/>
        <pc:sldMkLst>
          <pc:docMk/>
          <pc:sldMk cId="3248521206" sldId="317"/>
        </pc:sldMkLst>
        <pc:inkChg chg="add">
          <ac:chgData name="Toby Donaldson" userId="2e6e5431-bb17-4c41-9985-d39c50d83c73" providerId="ADAL" clId="{F31BC264-820E-54C4-A6D1-F92AF9CC222E}" dt="2026-01-28T17:43:58.171" v="272"/>
          <ac:inkMkLst>
            <pc:docMk/>
            <pc:sldMk cId="3248521206" sldId="317"/>
            <ac:inkMk id="8" creationId="{247A5D44-A0D1-C696-4102-EB248C628E79}"/>
          </ac:inkMkLst>
        </pc:inkChg>
      </pc:sldChg>
      <pc:sldChg chg="addSp">
        <pc:chgData name="Toby Donaldson" userId="2e6e5431-bb17-4c41-9985-d39c50d83c73" providerId="ADAL" clId="{F31BC264-820E-54C4-A6D1-F92AF9CC222E}" dt="2026-01-28T17:43:58.171" v="272"/>
        <pc:sldMkLst>
          <pc:docMk/>
          <pc:sldMk cId="2358446259" sldId="323"/>
        </pc:sldMkLst>
        <pc:inkChg chg="add">
          <ac:chgData name="Toby Donaldson" userId="2e6e5431-bb17-4c41-9985-d39c50d83c73" providerId="ADAL" clId="{F31BC264-820E-54C4-A6D1-F92AF9CC222E}" dt="2026-01-28T17:43:58.171" v="272"/>
          <ac:inkMkLst>
            <pc:docMk/>
            <pc:sldMk cId="2358446259" sldId="323"/>
            <ac:inkMk id="2" creationId="{81E3B2A9-1F0C-5D9A-AE88-B1747EA5458B}"/>
          </ac:inkMkLst>
        </pc:inkChg>
      </pc:sldChg>
      <pc:sldChg chg="addSp">
        <pc:chgData name="Toby Donaldson" userId="2e6e5431-bb17-4c41-9985-d39c50d83c73" providerId="ADAL" clId="{F31BC264-820E-54C4-A6D1-F92AF9CC222E}" dt="2026-01-28T17:43:58.171" v="272"/>
        <pc:sldMkLst>
          <pc:docMk/>
          <pc:sldMk cId="1092517109" sldId="324"/>
        </pc:sldMkLst>
        <pc:inkChg chg="add">
          <ac:chgData name="Toby Donaldson" userId="2e6e5431-bb17-4c41-9985-d39c50d83c73" providerId="ADAL" clId="{F31BC264-820E-54C4-A6D1-F92AF9CC222E}" dt="2026-01-28T17:43:58.171" v="272"/>
          <ac:inkMkLst>
            <pc:docMk/>
            <pc:sldMk cId="1092517109" sldId="324"/>
            <ac:inkMk id="2" creationId="{40290BB4-3C92-DA12-321B-BDF25F2E5952}"/>
          </ac:inkMkLst>
        </pc:inkChg>
      </pc:sldChg>
      <pc:sldChg chg="addSp">
        <pc:chgData name="Toby Donaldson" userId="2e6e5431-bb17-4c41-9985-d39c50d83c73" providerId="ADAL" clId="{F31BC264-820E-54C4-A6D1-F92AF9CC222E}" dt="2026-01-28T17:43:58.171" v="272"/>
        <pc:sldMkLst>
          <pc:docMk/>
          <pc:sldMk cId="2215848448" sldId="325"/>
        </pc:sldMkLst>
        <pc:inkChg chg="add">
          <ac:chgData name="Toby Donaldson" userId="2e6e5431-bb17-4c41-9985-d39c50d83c73" providerId="ADAL" clId="{F31BC264-820E-54C4-A6D1-F92AF9CC222E}" dt="2026-01-28T17:43:58.171" v="272"/>
          <ac:inkMkLst>
            <pc:docMk/>
            <pc:sldMk cId="2215848448" sldId="325"/>
            <ac:inkMk id="2" creationId="{158C6875-F21B-F6EE-BC00-69F69F73889C}"/>
          </ac:inkMkLst>
        </pc:inkChg>
      </pc:sldChg>
      <pc:sldChg chg="addSp">
        <pc:chgData name="Toby Donaldson" userId="2e6e5431-bb17-4c41-9985-d39c50d83c73" providerId="ADAL" clId="{F31BC264-820E-54C4-A6D1-F92AF9CC222E}" dt="2026-01-26T18:00:46.162" v="1"/>
        <pc:sldMkLst>
          <pc:docMk/>
          <pc:sldMk cId="2375367705" sldId="328"/>
        </pc:sldMkLst>
        <pc:inkChg chg="add">
          <ac:chgData name="Toby Donaldson" userId="2e6e5431-bb17-4c41-9985-d39c50d83c73" providerId="ADAL" clId="{F31BC264-820E-54C4-A6D1-F92AF9CC222E}" dt="2026-01-26T18:00:46.162" v="1"/>
          <ac:inkMkLst>
            <pc:docMk/>
            <pc:sldMk cId="2375367705" sldId="328"/>
            <ac:inkMk id="9" creationId="{C8FEEEAD-1F46-E126-4E6A-2BCF89A95167}"/>
          </ac:inkMkLst>
        </pc:inkChg>
      </pc:sldChg>
      <pc:sldChg chg="addSp">
        <pc:chgData name="Toby Donaldson" userId="2e6e5431-bb17-4c41-9985-d39c50d83c73" providerId="ADAL" clId="{F31BC264-820E-54C4-A6D1-F92AF9CC222E}" dt="2026-01-28T17:43:58.171" v="272"/>
        <pc:sldMkLst>
          <pc:docMk/>
          <pc:sldMk cId="519914869" sldId="331"/>
        </pc:sldMkLst>
        <pc:inkChg chg="add">
          <ac:chgData name="Toby Donaldson" userId="2e6e5431-bb17-4c41-9985-d39c50d83c73" providerId="ADAL" clId="{F31BC264-820E-54C4-A6D1-F92AF9CC222E}" dt="2026-01-28T17:43:58.171" v="272"/>
          <ac:inkMkLst>
            <pc:docMk/>
            <pc:sldMk cId="519914869" sldId="331"/>
            <ac:inkMk id="16" creationId="{52106321-4541-A97E-D2ED-96D07A4B415F}"/>
          </ac:inkMkLst>
        </pc:inkChg>
      </pc:sldChg>
      <pc:sldChg chg="addSp">
        <pc:chgData name="Toby Donaldson" userId="2e6e5431-bb17-4c41-9985-d39c50d83c73" providerId="ADAL" clId="{F31BC264-820E-54C4-A6D1-F92AF9CC222E}" dt="2026-01-28T18:14:21.326" v="273"/>
        <pc:sldMkLst>
          <pc:docMk/>
          <pc:sldMk cId="2203291535" sldId="340"/>
        </pc:sldMkLst>
        <pc:inkChg chg="add">
          <ac:chgData name="Toby Donaldson" userId="2e6e5431-bb17-4c41-9985-d39c50d83c73" providerId="ADAL" clId="{F31BC264-820E-54C4-A6D1-F92AF9CC222E}" dt="2026-01-28T18:14:21.326" v="273"/>
          <ac:inkMkLst>
            <pc:docMk/>
            <pc:sldMk cId="2203291535" sldId="340"/>
            <ac:inkMk id="3" creationId="{9647195D-3C2B-D692-3305-B4714B1CCA13}"/>
          </ac:inkMkLst>
        </pc:inkChg>
      </pc:sldChg>
      <pc:sldChg chg="addSp">
        <pc:chgData name="Toby Donaldson" userId="2e6e5431-bb17-4c41-9985-d39c50d83c73" providerId="ADAL" clId="{F31BC264-820E-54C4-A6D1-F92AF9CC222E}" dt="2026-01-28T18:14:21.326" v="273"/>
        <pc:sldMkLst>
          <pc:docMk/>
          <pc:sldMk cId="1534370893" sldId="342"/>
        </pc:sldMkLst>
        <pc:inkChg chg="add">
          <ac:chgData name="Toby Donaldson" userId="2e6e5431-bb17-4c41-9985-d39c50d83c73" providerId="ADAL" clId="{F31BC264-820E-54C4-A6D1-F92AF9CC222E}" dt="2026-01-28T18:14:21.326" v="273"/>
          <ac:inkMkLst>
            <pc:docMk/>
            <pc:sldMk cId="1534370893" sldId="342"/>
            <ac:inkMk id="2" creationId="{FD6FDE8A-869D-C113-8C06-8B6E28C9AE5A}"/>
          </ac:inkMkLst>
        </pc:inkChg>
      </pc:sldChg>
      <pc:sldChg chg="addSp">
        <pc:chgData name="Toby Donaldson" userId="2e6e5431-bb17-4c41-9985-d39c50d83c73" providerId="ADAL" clId="{F31BC264-820E-54C4-A6D1-F92AF9CC222E}" dt="2026-01-28T18:14:21.326" v="273"/>
        <pc:sldMkLst>
          <pc:docMk/>
          <pc:sldMk cId="1866605820" sldId="343"/>
        </pc:sldMkLst>
        <pc:inkChg chg="add">
          <ac:chgData name="Toby Donaldson" userId="2e6e5431-bb17-4c41-9985-d39c50d83c73" providerId="ADAL" clId="{F31BC264-820E-54C4-A6D1-F92AF9CC222E}" dt="2026-01-28T18:14:21.326" v="273"/>
          <ac:inkMkLst>
            <pc:docMk/>
            <pc:sldMk cId="1866605820" sldId="343"/>
            <ac:inkMk id="3" creationId="{B79E35DA-0F52-F1C1-C037-0F49E15B327C}"/>
          </ac:inkMkLst>
        </pc:inkChg>
      </pc:sldChg>
      <pc:sldChg chg="addSp">
        <pc:chgData name="Toby Donaldson" userId="2e6e5431-bb17-4c41-9985-d39c50d83c73" providerId="ADAL" clId="{F31BC264-820E-54C4-A6D1-F92AF9CC222E}" dt="2026-01-28T18:14:21.326" v="273"/>
        <pc:sldMkLst>
          <pc:docMk/>
          <pc:sldMk cId="2420213860" sldId="347"/>
        </pc:sldMkLst>
        <pc:inkChg chg="add">
          <ac:chgData name="Toby Donaldson" userId="2e6e5431-bb17-4c41-9985-d39c50d83c73" providerId="ADAL" clId="{F31BC264-820E-54C4-A6D1-F92AF9CC222E}" dt="2026-01-28T18:14:21.326" v="273"/>
          <ac:inkMkLst>
            <pc:docMk/>
            <pc:sldMk cId="2420213860" sldId="347"/>
            <ac:inkMk id="6" creationId="{743EA98C-A8FA-DB9F-8D63-D2E3432A5F4F}"/>
          </ac:inkMkLst>
        </pc:inkChg>
      </pc:sldChg>
      <pc:sldChg chg="addSp">
        <pc:chgData name="Toby Donaldson" userId="2e6e5431-bb17-4c41-9985-d39c50d83c73" providerId="ADAL" clId="{F31BC264-820E-54C4-A6D1-F92AF9CC222E}" dt="2026-01-28T18:14:21.326" v="273"/>
        <pc:sldMkLst>
          <pc:docMk/>
          <pc:sldMk cId="288871818" sldId="348"/>
        </pc:sldMkLst>
        <pc:inkChg chg="add">
          <ac:chgData name="Toby Donaldson" userId="2e6e5431-bb17-4c41-9985-d39c50d83c73" providerId="ADAL" clId="{F31BC264-820E-54C4-A6D1-F92AF9CC222E}" dt="2026-01-28T18:14:21.326" v="273"/>
          <ac:inkMkLst>
            <pc:docMk/>
            <pc:sldMk cId="288871818" sldId="348"/>
            <ac:inkMk id="2" creationId="{20FB4869-66C2-BC1C-CF4B-044896FE3AEA}"/>
          </ac:inkMkLst>
        </pc:inkChg>
      </pc:sldChg>
      <pc:sldChg chg="addSp delSp modSp mod">
        <pc:chgData name="Toby Donaldson" userId="2e6e5431-bb17-4c41-9985-d39c50d83c73" providerId="ADAL" clId="{F31BC264-820E-54C4-A6D1-F92AF9CC222E}" dt="2026-01-26T19:08:29.338" v="253" actId="313"/>
        <pc:sldMkLst>
          <pc:docMk/>
          <pc:sldMk cId="3424091404" sldId="349"/>
        </pc:sldMkLst>
        <pc:spChg chg="mod">
          <ac:chgData name="Toby Donaldson" userId="2e6e5431-bb17-4c41-9985-d39c50d83c73" providerId="ADAL" clId="{F31BC264-820E-54C4-A6D1-F92AF9CC222E}" dt="2026-01-26T19:08:29.338" v="253" actId="313"/>
          <ac:spMkLst>
            <pc:docMk/>
            <pc:sldMk cId="3424091404" sldId="349"/>
            <ac:spMk id="8" creationId="{EBF13AB2-5AD9-06A3-8878-8C7D218D0FE8}"/>
          </ac:spMkLst>
        </pc:spChg>
        <pc:spChg chg="mod">
          <ac:chgData name="Toby Donaldson" userId="2e6e5431-bb17-4c41-9985-d39c50d83c73" providerId="ADAL" clId="{F31BC264-820E-54C4-A6D1-F92AF9CC222E}" dt="2026-01-26T19:08:13.344" v="229" actId="20577"/>
          <ac:spMkLst>
            <pc:docMk/>
            <pc:sldMk cId="3424091404" sldId="349"/>
            <ac:spMk id="10" creationId="{1E9732CF-CCC7-9A45-5C3F-AD20710202D3}"/>
          </ac:spMkLst>
        </pc:spChg>
      </pc:sldChg>
      <pc:sldChg chg="modSp mod">
        <pc:chgData name="Toby Donaldson" userId="2e6e5431-bb17-4c41-9985-d39c50d83c73" providerId="ADAL" clId="{F31BC264-820E-54C4-A6D1-F92AF9CC222E}" dt="2026-01-26T19:08:49.135" v="255" actId="122"/>
        <pc:sldMkLst>
          <pc:docMk/>
          <pc:sldMk cId="4047988885" sldId="350"/>
        </pc:sldMkLst>
        <pc:spChg chg="mod">
          <ac:chgData name="Toby Donaldson" userId="2e6e5431-bb17-4c41-9985-d39c50d83c73" providerId="ADAL" clId="{F31BC264-820E-54C4-A6D1-F92AF9CC222E}" dt="2026-01-26T19:08:43.846" v="254"/>
          <ac:spMkLst>
            <pc:docMk/>
            <pc:sldMk cId="4047988885" sldId="350"/>
            <ac:spMk id="8" creationId="{7F1FC73A-BD70-4F9F-9DF1-3A2D449C19B9}"/>
          </ac:spMkLst>
        </pc:spChg>
        <pc:spChg chg="mod">
          <ac:chgData name="Toby Donaldson" userId="2e6e5431-bb17-4c41-9985-d39c50d83c73" providerId="ADAL" clId="{F31BC264-820E-54C4-A6D1-F92AF9CC222E}" dt="2026-01-26T19:08:49.135" v="255" actId="122"/>
          <ac:spMkLst>
            <pc:docMk/>
            <pc:sldMk cId="4047988885" sldId="350"/>
            <ac:spMk id="10" creationId="{81F4909D-7E95-24DF-593D-2BD363EDAF09}"/>
          </ac:spMkLst>
        </pc:spChg>
      </pc:sldChg>
      <pc:sldChg chg="modSp mod">
        <pc:chgData name="Toby Donaldson" userId="2e6e5431-bb17-4c41-9985-d39c50d83c73" providerId="ADAL" clId="{F31BC264-820E-54C4-A6D1-F92AF9CC222E}" dt="2026-01-26T19:09:00.472" v="257" actId="122"/>
        <pc:sldMkLst>
          <pc:docMk/>
          <pc:sldMk cId="3726468053" sldId="351"/>
        </pc:sldMkLst>
        <pc:spChg chg="mod">
          <ac:chgData name="Toby Donaldson" userId="2e6e5431-bb17-4c41-9985-d39c50d83c73" providerId="ADAL" clId="{F31BC264-820E-54C4-A6D1-F92AF9CC222E}" dt="2026-01-26T19:08:55.793" v="256"/>
          <ac:spMkLst>
            <pc:docMk/>
            <pc:sldMk cId="3726468053" sldId="351"/>
            <ac:spMk id="8" creationId="{2732C568-9F9C-0E9B-20B7-1AC8D98B005F}"/>
          </ac:spMkLst>
        </pc:spChg>
        <pc:spChg chg="mod">
          <ac:chgData name="Toby Donaldson" userId="2e6e5431-bb17-4c41-9985-d39c50d83c73" providerId="ADAL" clId="{F31BC264-820E-54C4-A6D1-F92AF9CC222E}" dt="2026-01-26T19:09:00.472" v="257" actId="122"/>
          <ac:spMkLst>
            <pc:docMk/>
            <pc:sldMk cId="3726468053" sldId="351"/>
            <ac:spMk id="10" creationId="{781E5070-F8B5-75E7-E2FB-D3FBDEEFDA72}"/>
          </ac:spMkLst>
        </pc:spChg>
      </pc:sldChg>
      <pc:sldChg chg="addSp modSp mod">
        <pc:chgData name="Toby Donaldson" userId="2e6e5431-bb17-4c41-9985-d39c50d83c73" providerId="ADAL" clId="{F31BC264-820E-54C4-A6D1-F92AF9CC222E}" dt="2026-01-26T19:09:25.234" v="260"/>
        <pc:sldMkLst>
          <pc:docMk/>
          <pc:sldMk cId="1966231317" sldId="352"/>
        </pc:sldMkLst>
        <pc:spChg chg="mod">
          <ac:chgData name="Toby Donaldson" userId="2e6e5431-bb17-4c41-9985-d39c50d83c73" providerId="ADAL" clId="{F31BC264-820E-54C4-A6D1-F92AF9CC222E}" dt="2026-01-26T19:09:25.234" v="260"/>
          <ac:spMkLst>
            <pc:docMk/>
            <pc:sldMk cId="1966231317" sldId="352"/>
            <ac:spMk id="8" creationId="{3E4C639E-C9C9-2259-9B1A-DE3F11D1A0FF}"/>
          </ac:spMkLst>
        </pc:spChg>
        <pc:spChg chg="mod">
          <ac:chgData name="Toby Donaldson" userId="2e6e5431-bb17-4c41-9985-d39c50d83c73" providerId="ADAL" clId="{F31BC264-820E-54C4-A6D1-F92AF9CC222E}" dt="2026-01-26T19:09:10.928" v="258" actId="122"/>
          <ac:spMkLst>
            <pc:docMk/>
            <pc:sldMk cId="1966231317" sldId="352"/>
            <ac:spMk id="10" creationId="{9C003066-34E4-0177-5670-176E7793C03C}"/>
          </ac:spMkLst>
        </pc:spChg>
        <pc:inkChg chg="add">
          <ac:chgData name="Toby Donaldson" userId="2e6e5431-bb17-4c41-9985-d39c50d83c73" providerId="ADAL" clId="{F31BC264-820E-54C4-A6D1-F92AF9CC222E}" dt="2026-01-26T18:00:46.162" v="1"/>
          <ac:inkMkLst>
            <pc:docMk/>
            <pc:sldMk cId="1966231317" sldId="352"/>
            <ac:inkMk id="12" creationId="{8CB4EF3D-790C-C835-087D-CC0B3DBFC0BE}"/>
          </ac:inkMkLst>
        </pc:inkChg>
      </pc:sldChg>
      <pc:sldChg chg="addSp modSp mod">
        <pc:chgData name="Toby Donaldson" userId="2e6e5431-bb17-4c41-9985-d39c50d83c73" providerId="ADAL" clId="{F31BC264-820E-54C4-A6D1-F92AF9CC222E}" dt="2026-01-26T19:09:37.605" v="262" actId="122"/>
        <pc:sldMkLst>
          <pc:docMk/>
          <pc:sldMk cId="209797261" sldId="353"/>
        </pc:sldMkLst>
        <pc:spChg chg="mod">
          <ac:chgData name="Toby Donaldson" userId="2e6e5431-bb17-4c41-9985-d39c50d83c73" providerId="ADAL" clId="{F31BC264-820E-54C4-A6D1-F92AF9CC222E}" dt="2026-01-26T19:09:32.828" v="261"/>
          <ac:spMkLst>
            <pc:docMk/>
            <pc:sldMk cId="209797261" sldId="353"/>
            <ac:spMk id="8" creationId="{D79770E6-EA68-5D63-91CE-23982775952B}"/>
          </ac:spMkLst>
        </pc:spChg>
        <pc:spChg chg="mod">
          <ac:chgData name="Toby Donaldson" userId="2e6e5431-bb17-4c41-9985-d39c50d83c73" providerId="ADAL" clId="{F31BC264-820E-54C4-A6D1-F92AF9CC222E}" dt="2026-01-26T19:09:37.605" v="262" actId="122"/>
          <ac:spMkLst>
            <pc:docMk/>
            <pc:sldMk cId="209797261" sldId="353"/>
            <ac:spMk id="10" creationId="{2B7D724B-FA0B-B17F-272A-DEFD28C78296}"/>
          </ac:spMkLst>
        </pc:spChg>
        <pc:inkChg chg="add">
          <ac:chgData name="Toby Donaldson" userId="2e6e5431-bb17-4c41-9985-d39c50d83c73" providerId="ADAL" clId="{F31BC264-820E-54C4-A6D1-F92AF9CC222E}" dt="2026-01-26T18:00:46.162" v="1"/>
          <ac:inkMkLst>
            <pc:docMk/>
            <pc:sldMk cId="209797261" sldId="353"/>
            <ac:inkMk id="16" creationId="{9B2B3945-84E3-4E41-3541-D3F1BDA21295}"/>
          </ac:inkMkLst>
        </pc:inkChg>
      </pc:sldChg>
      <pc:sldChg chg="addSp modSp">
        <pc:chgData name="Toby Donaldson" userId="2e6e5431-bb17-4c41-9985-d39c50d83c73" providerId="ADAL" clId="{F31BC264-820E-54C4-A6D1-F92AF9CC222E}" dt="2026-01-26T19:09:53.512" v="263"/>
        <pc:sldMkLst>
          <pc:docMk/>
          <pc:sldMk cId="2138968120" sldId="354"/>
        </pc:sldMkLst>
        <pc:spChg chg="mod">
          <ac:chgData name="Toby Donaldson" userId="2e6e5431-bb17-4c41-9985-d39c50d83c73" providerId="ADAL" clId="{F31BC264-820E-54C4-A6D1-F92AF9CC222E}" dt="2026-01-26T19:09:53.512" v="263"/>
          <ac:spMkLst>
            <pc:docMk/>
            <pc:sldMk cId="2138968120" sldId="354"/>
            <ac:spMk id="8" creationId="{78242C90-4079-CC54-4105-863C63F52FDC}"/>
          </ac:spMkLst>
        </pc:spChg>
        <pc:spChg chg="mod">
          <ac:chgData name="Toby Donaldson" userId="2e6e5431-bb17-4c41-9985-d39c50d83c73" providerId="ADAL" clId="{F31BC264-820E-54C4-A6D1-F92AF9CC222E}" dt="2026-01-26T19:03:19.957" v="2"/>
          <ac:spMkLst>
            <pc:docMk/>
            <pc:sldMk cId="2138968120" sldId="354"/>
            <ac:spMk id="18" creationId="{33778CFF-73F2-588D-45A8-1B75C430F6CC}"/>
          </ac:spMkLst>
        </pc:spChg>
        <pc:inkChg chg="add">
          <ac:chgData name="Toby Donaldson" userId="2e6e5431-bb17-4c41-9985-d39c50d83c73" providerId="ADAL" clId="{F31BC264-820E-54C4-A6D1-F92AF9CC222E}" dt="2026-01-26T18:00:46.162" v="1"/>
          <ac:inkMkLst>
            <pc:docMk/>
            <pc:sldMk cId="2138968120" sldId="354"/>
            <ac:inkMk id="10" creationId="{6C07CB9B-B47A-02A0-1D75-0A47F96213EE}"/>
          </ac:inkMkLst>
        </pc:inkChg>
      </pc:sldChg>
      <pc:sldChg chg="addSp modSp mod">
        <pc:chgData name="Toby Donaldson" userId="2e6e5431-bb17-4c41-9985-d39c50d83c73" providerId="ADAL" clId="{F31BC264-820E-54C4-A6D1-F92AF9CC222E}" dt="2026-01-26T19:10:05.105" v="265" actId="122"/>
        <pc:sldMkLst>
          <pc:docMk/>
          <pc:sldMk cId="3628936488" sldId="355"/>
        </pc:sldMkLst>
        <pc:spChg chg="mod">
          <ac:chgData name="Toby Donaldson" userId="2e6e5431-bb17-4c41-9985-d39c50d83c73" providerId="ADAL" clId="{F31BC264-820E-54C4-A6D1-F92AF9CC222E}" dt="2026-01-26T19:09:59.817" v="264"/>
          <ac:spMkLst>
            <pc:docMk/>
            <pc:sldMk cId="3628936488" sldId="355"/>
            <ac:spMk id="8" creationId="{C77F9965-6A34-72C4-FE7B-49BA4630C2F1}"/>
          </ac:spMkLst>
        </pc:spChg>
        <pc:spChg chg="mod">
          <ac:chgData name="Toby Donaldson" userId="2e6e5431-bb17-4c41-9985-d39c50d83c73" providerId="ADAL" clId="{F31BC264-820E-54C4-A6D1-F92AF9CC222E}" dt="2026-01-26T19:03:31.427" v="3"/>
          <ac:spMkLst>
            <pc:docMk/>
            <pc:sldMk cId="3628936488" sldId="355"/>
            <ac:spMk id="19" creationId="{3AE23573-7525-28ED-0E2D-D2EEE3F60AA3}"/>
          </ac:spMkLst>
        </pc:spChg>
        <pc:spChg chg="mod">
          <ac:chgData name="Toby Donaldson" userId="2e6e5431-bb17-4c41-9985-d39c50d83c73" providerId="ADAL" clId="{F31BC264-820E-54C4-A6D1-F92AF9CC222E}" dt="2026-01-26T19:10:05.105" v="265" actId="122"/>
          <ac:spMkLst>
            <pc:docMk/>
            <pc:sldMk cId="3628936488" sldId="355"/>
            <ac:spMk id="20" creationId="{E2810027-EFBA-E0B9-38D0-90E166F9AE63}"/>
          </ac:spMkLst>
        </pc:spChg>
        <pc:inkChg chg="add">
          <ac:chgData name="Toby Donaldson" userId="2e6e5431-bb17-4c41-9985-d39c50d83c73" providerId="ADAL" clId="{F31BC264-820E-54C4-A6D1-F92AF9CC222E}" dt="2026-01-26T18:00:46.162" v="1"/>
          <ac:inkMkLst>
            <pc:docMk/>
            <pc:sldMk cId="3628936488" sldId="355"/>
            <ac:inkMk id="3" creationId="{36179C37-6CCD-D4C6-08D1-D9CEFCF03F5E}"/>
          </ac:inkMkLst>
        </pc:inkChg>
      </pc:sldChg>
      <pc:sldChg chg="addSp delSp modSp mod">
        <pc:chgData name="Toby Donaldson" userId="2e6e5431-bb17-4c41-9985-d39c50d83c73" providerId="ADAL" clId="{F31BC264-820E-54C4-A6D1-F92AF9CC222E}" dt="2026-01-26T19:10:27.274" v="269"/>
        <pc:sldMkLst>
          <pc:docMk/>
          <pc:sldMk cId="4284578572" sldId="356"/>
        </pc:sldMkLst>
        <pc:spChg chg="mod">
          <ac:chgData name="Toby Donaldson" userId="2e6e5431-bb17-4c41-9985-d39c50d83c73" providerId="ADAL" clId="{F31BC264-820E-54C4-A6D1-F92AF9CC222E}" dt="2026-01-26T19:10:09.627" v="266"/>
          <ac:spMkLst>
            <pc:docMk/>
            <pc:sldMk cId="4284578572" sldId="356"/>
            <ac:spMk id="8" creationId="{F5BD96D3-6CBF-866F-BA2C-D0A5CF16406E}"/>
          </ac:spMkLst>
        </pc:spChg>
        <pc:spChg chg="mod">
          <ac:chgData name="Toby Donaldson" userId="2e6e5431-bb17-4c41-9985-d39c50d83c73" providerId="ADAL" clId="{F31BC264-820E-54C4-A6D1-F92AF9CC222E}" dt="2026-01-26T19:10:27.274" v="269"/>
          <ac:spMkLst>
            <pc:docMk/>
            <pc:sldMk cId="4284578572" sldId="356"/>
            <ac:spMk id="9" creationId="{67726028-2AC8-A022-A0DF-148EE9C7FED7}"/>
          </ac:spMkLst>
        </pc:spChg>
        <pc:spChg chg="mod">
          <ac:chgData name="Toby Donaldson" userId="2e6e5431-bb17-4c41-9985-d39c50d83c73" providerId="ADAL" clId="{F31BC264-820E-54C4-A6D1-F92AF9CC222E}" dt="2026-01-26T19:03:39.156" v="4"/>
          <ac:spMkLst>
            <pc:docMk/>
            <pc:sldMk cId="4284578572" sldId="356"/>
            <ac:spMk id="18" creationId="{AF83B70D-016B-FAC8-28B6-866D5EAD583E}"/>
          </ac:spMkLst>
        </pc:spChg>
      </pc:sldChg>
      <pc:sldChg chg="modSp mod">
        <pc:chgData name="Toby Donaldson" userId="2e6e5431-bb17-4c41-9985-d39c50d83c73" providerId="ADAL" clId="{F31BC264-820E-54C4-A6D1-F92AF9CC222E}" dt="2026-01-28T17:21:43.575" v="271" actId="113"/>
        <pc:sldMkLst>
          <pc:docMk/>
          <pc:sldMk cId="4180737197" sldId="358"/>
        </pc:sldMkLst>
        <pc:spChg chg="mod">
          <ac:chgData name="Toby Donaldson" userId="2e6e5431-bb17-4c41-9985-d39c50d83c73" providerId="ADAL" clId="{F31BC264-820E-54C4-A6D1-F92AF9CC222E}" dt="2026-01-28T17:21:43.575" v="271" actId="113"/>
          <ac:spMkLst>
            <pc:docMk/>
            <pc:sldMk cId="4180737197" sldId="358"/>
            <ac:spMk id="3" creationId="{4714037D-F5DF-1052-636E-EFB3458595AB}"/>
          </ac:spMkLst>
        </pc:spChg>
      </pc:sldChg>
      <pc:sldChg chg="addSp">
        <pc:chgData name="Toby Donaldson" userId="2e6e5431-bb17-4c41-9985-d39c50d83c73" providerId="ADAL" clId="{F31BC264-820E-54C4-A6D1-F92AF9CC222E}" dt="2026-01-28T18:14:21.326" v="273"/>
        <pc:sldMkLst>
          <pc:docMk/>
          <pc:sldMk cId="1710943946" sldId="360"/>
        </pc:sldMkLst>
        <pc:inkChg chg="add">
          <ac:chgData name="Toby Donaldson" userId="2e6e5431-bb17-4c41-9985-d39c50d83c73" providerId="ADAL" clId="{F31BC264-820E-54C4-A6D1-F92AF9CC222E}" dt="2026-01-28T18:14:21.326" v="273"/>
          <ac:inkMkLst>
            <pc:docMk/>
            <pc:sldMk cId="1710943946" sldId="360"/>
            <ac:inkMk id="9" creationId="{48E50C94-2E1E-9455-1F1C-5A502239909D}"/>
          </ac:inkMkLst>
        </pc:inkChg>
      </pc:sldChg>
    </pc:docChg>
  </pc:docChgLst>
  <pc:docChgLst>
    <pc:chgData name="Toby Donaldson" userId="2e6e5431-bb17-4c41-9985-d39c50d83c73" providerId="ADAL" clId="{7F9681A8-EEE2-56F4-9B39-ECCBEE0471AC}"/>
    <pc:docChg chg="undo custSel addSld delSld modSld sldOrd addSection delSection modSection">
      <pc:chgData name="Toby Donaldson" userId="2e6e5431-bb17-4c41-9985-d39c50d83c73" providerId="ADAL" clId="{7F9681A8-EEE2-56F4-9B39-ECCBEE0471AC}" dt="2026-01-27T23:54:06.781" v="1639"/>
      <pc:docMkLst>
        <pc:docMk/>
      </pc:docMkLst>
      <pc:sldChg chg="modSp mod">
        <pc:chgData name="Toby Donaldson" userId="2e6e5431-bb17-4c41-9985-d39c50d83c73" providerId="ADAL" clId="{7F9681A8-EEE2-56F4-9B39-ECCBEE0471AC}" dt="2026-01-26T04:21:52.309" v="651" actId="113"/>
        <pc:sldMkLst>
          <pc:docMk/>
          <pc:sldMk cId="3113156551" sldId="256"/>
        </pc:sldMkLst>
        <pc:spChg chg="mod">
          <ac:chgData name="Toby Donaldson" userId="2e6e5431-bb17-4c41-9985-d39c50d83c73" providerId="ADAL" clId="{7F9681A8-EEE2-56F4-9B39-ECCBEE0471AC}" dt="2026-01-26T04:21:52.309" v="651" actId="113"/>
          <ac:spMkLst>
            <pc:docMk/>
            <pc:sldMk cId="3113156551" sldId="256"/>
            <ac:spMk id="4" creationId="{1C211242-B5A3-D371-4A7A-C8E9982D7CD5}"/>
          </ac:spMkLst>
        </pc:spChg>
      </pc:sldChg>
      <pc:sldChg chg="modSp mod">
        <pc:chgData name="Toby Donaldson" userId="2e6e5431-bb17-4c41-9985-d39c50d83c73" providerId="ADAL" clId="{7F9681A8-EEE2-56F4-9B39-ECCBEE0471AC}" dt="2026-01-26T04:22:41.542" v="653" actId="113"/>
        <pc:sldMkLst>
          <pc:docMk/>
          <pc:sldMk cId="1760604349" sldId="300"/>
        </pc:sldMkLst>
        <pc:spChg chg="mod">
          <ac:chgData name="Toby Donaldson" userId="2e6e5431-bb17-4c41-9985-d39c50d83c73" providerId="ADAL" clId="{7F9681A8-EEE2-56F4-9B39-ECCBEE0471AC}" dt="2026-01-26T04:22:41.542" v="653" actId="113"/>
          <ac:spMkLst>
            <pc:docMk/>
            <pc:sldMk cId="1760604349" sldId="300"/>
            <ac:spMk id="5" creationId="{D63A62E8-3DF2-8251-CBDB-1A09A68559D7}"/>
          </ac:spMkLst>
        </pc:spChg>
      </pc:sldChg>
      <pc:sldChg chg="modSp mod">
        <pc:chgData name="Toby Donaldson" userId="2e6e5431-bb17-4c41-9985-d39c50d83c73" providerId="ADAL" clId="{7F9681A8-EEE2-56F4-9B39-ECCBEE0471AC}" dt="2026-01-26T04:23:41.905" v="654" actId="12788"/>
        <pc:sldMkLst>
          <pc:docMk/>
          <pc:sldMk cId="4097905578" sldId="303"/>
        </pc:sldMkLst>
        <pc:spChg chg="mod">
          <ac:chgData name="Toby Donaldson" userId="2e6e5431-bb17-4c41-9985-d39c50d83c73" providerId="ADAL" clId="{7F9681A8-EEE2-56F4-9B39-ECCBEE0471AC}" dt="2026-01-26T04:23:41.905" v="654" actId="12788"/>
          <ac:spMkLst>
            <pc:docMk/>
            <pc:sldMk cId="4097905578" sldId="303"/>
            <ac:spMk id="3" creationId="{AB6E14D8-FE63-BB5F-4767-A4685A7BC3A4}"/>
          </ac:spMkLst>
        </pc:spChg>
        <pc:spChg chg="mod">
          <ac:chgData name="Toby Donaldson" userId="2e6e5431-bb17-4c41-9985-d39c50d83c73" providerId="ADAL" clId="{7F9681A8-EEE2-56F4-9B39-ECCBEE0471AC}" dt="2026-01-26T04:23:41.905" v="654" actId="12788"/>
          <ac:spMkLst>
            <pc:docMk/>
            <pc:sldMk cId="4097905578" sldId="303"/>
            <ac:spMk id="8" creationId="{D9EBE0BB-1C8B-ABD3-E5B7-24F724AA2025}"/>
          </ac:spMkLst>
        </pc:spChg>
        <pc:spChg chg="mod">
          <ac:chgData name="Toby Donaldson" userId="2e6e5431-bb17-4c41-9985-d39c50d83c73" providerId="ADAL" clId="{7F9681A8-EEE2-56F4-9B39-ECCBEE0471AC}" dt="2026-01-26T04:23:41.905" v="654" actId="12788"/>
          <ac:spMkLst>
            <pc:docMk/>
            <pc:sldMk cId="4097905578" sldId="303"/>
            <ac:spMk id="12" creationId="{E76D433E-1A37-850C-A3A5-9AD623A473C6}"/>
          </ac:spMkLst>
        </pc:spChg>
      </pc:sldChg>
      <pc:sldChg chg="delSp modSp mod">
        <pc:chgData name="Toby Donaldson" userId="2e6e5431-bb17-4c41-9985-d39c50d83c73" providerId="ADAL" clId="{7F9681A8-EEE2-56F4-9B39-ECCBEE0471AC}" dt="2026-01-23T20:38:12.136" v="3" actId="21"/>
        <pc:sldMkLst>
          <pc:docMk/>
          <pc:sldMk cId="2732166047" sldId="304"/>
        </pc:sldMkLst>
      </pc:sldChg>
      <pc:sldChg chg="modSp mod">
        <pc:chgData name="Toby Donaldson" userId="2e6e5431-bb17-4c41-9985-d39c50d83c73" providerId="ADAL" clId="{7F9681A8-EEE2-56F4-9B39-ECCBEE0471AC}" dt="2026-01-26T04:23:51.844" v="655" actId="12788"/>
        <pc:sldMkLst>
          <pc:docMk/>
          <pc:sldMk cId="683567091" sldId="305"/>
        </pc:sldMkLst>
        <pc:spChg chg="mod">
          <ac:chgData name="Toby Donaldson" userId="2e6e5431-bb17-4c41-9985-d39c50d83c73" providerId="ADAL" clId="{7F9681A8-EEE2-56F4-9B39-ECCBEE0471AC}" dt="2026-01-26T04:23:51.844" v="655" actId="12788"/>
          <ac:spMkLst>
            <pc:docMk/>
            <pc:sldMk cId="683567091" sldId="305"/>
            <ac:spMk id="3" creationId="{AB6E14D8-FE63-BB5F-4767-A4685A7BC3A4}"/>
          </ac:spMkLst>
        </pc:spChg>
        <pc:spChg chg="mod">
          <ac:chgData name="Toby Donaldson" userId="2e6e5431-bb17-4c41-9985-d39c50d83c73" providerId="ADAL" clId="{7F9681A8-EEE2-56F4-9B39-ECCBEE0471AC}" dt="2026-01-26T04:23:51.844" v="655" actId="12788"/>
          <ac:spMkLst>
            <pc:docMk/>
            <pc:sldMk cId="683567091" sldId="305"/>
            <ac:spMk id="8" creationId="{D9EBE0BB-1C8B-ABD3-E5B7-24F724AA2025}"/>
          </ac:spMkLst>
        </pc:spChg>
        <pc:spChg chg="mod">
          <ac:chgData name="Toby Donaldson" userId="2e6e5431-bb17-4c41-9985-d39c50d83c73" providerId="ADAL" clId="{7F9681A8-EEE2-56F4-9B39-ECCBEE0471AC}" dt="2026-01-26T04:23:51.844" v="655" actId="12788"/>
          <ac:spMkLst>
            <pc:docMk/>
            <pc:sldMk cId="683567091" sldId="305"/>
            <ac:spMk id="12" creationId="{E76D433E-1A37-850C-A3A5-9AD623A473C6}"/>
          </ac:spMkLst>
        </pc:spChg>
      </pc:sldChg>
      <pc:sldChg chg="addSp delSp modSp mod ord">
        <pc:chgData name="Toby Donaldson" userId="2e6e5431-bb17-4c41-9985-d39c50d83c73" providerId="ADAL" clId="{7F9681A8-EEE2-56F4-9B39-ECCBEE0471AC}" dt="2026-01-26T05:44:23.845" v="1122" actId="20578"/>
        <pc:sldMkLst>
          <pc:docMk/>
          <pc:sldMk cId="3573607454" sldId="306"/>
        </pc:sldMkLst>
        <pc:spChg chg="mod">
          <ac:chgData name="Toby Donaldson" userId="2e6e5431-bb17-4c41-9985-d39c50d83c73" providerId="ADAL" clId="{7F9681A8-EEE2-56F4-9B39-ECCBEE0471AC}" dt="2026-01-26T05:40:48.918" v="1070" actId="20577"/>
          <ac:spMkLst>
            <pc:docMk/>
            <pc:sldMk cId="3573607454" sldId="306"/>
            <ac:spMk id="8" creationId="{40D284A6-37BC-F0E3-3E70-0F2FCEA02C14}"/>
          </ac:spMkLst>
        </pc:spChg>
      </pc:sldChg>
      <pc:sldChg chg="addSp delSp modSp mod">
        <pc:chgData name="Toby Donaldson" userId="2e6e5431-bb17-4c41-9985-d39c50d83c73" providerId="ADAL" clId="{7F9681A8-EEE2-56F4-9B39-ECCBEE0471AC}" dt="2026-01-27T18:53:49.677" v="1391" actId="1076"/>
        <pc:sldMkLst>
          <pc:docMk/>
          <pc:sldMk cId="3248521206" sldId="317"/>
        </pc:sldMkLst>
        <pc:spChg chg="add mod">
          <ac:chgData name="Toby Donaldson" userId="2e6e5431-bb17-4c41-9985-d39c50d83c73" providerId="ADAL" clId="{7F9681A8-EEE2-56F4-9B39-ECCBEE0471AC}" dt="2026-01-27T18:52:38.278" v="1384"/>
          <ac:spMkLst>
            <pc:docMk/>
            <pc:sldMk cId="3248521206" sldId="317"/>
            <ac:spMk id="2" creationId="{9BF3513E-D4A1-7E73-E0BA-54C8E839069C}"/>
          </ac:spMkLst>
        </pc:spChg>
        <pc:spChg chg="add mod">
          <ac:chgData name="Toby Donaldson" userId="2e6e5431-bb17-4c41-9985-d39c50d83c73" providerId="ADAL" clId="{7F9681A8-EEE2-56F4-9B39-ECCBEE0471AC}" dt="2026-01-27T18:53:49.677" v="1391" actId="1076"/>
          <ac:spMkLst>
            <pc:docMk/>
            <pc:sldMk cId="3248521206" sldId="317"/>
            <ac:spMk id="3" creationId="{8560CC1F-9B94-4C92-FB72-BCB805506F75}"/>
          </ac:spMkLst>
        </pc:spChg>
        <pc:spChg chg="del mod">
          <ac:chgData name="Toby Donaldson" userId="2e6e5431-bb17-4c41-9985-d39c50d83c73" providerId="ADAL" clId="{7F9681A8-EEE2-56F4-9B39-ECCBEE0471AC}" dt="2026-01-27T18:53:43.461" v="1390" actId="21"/>
          <ac:spMkLst>
            <pc:docMk/>
            <pc:sldMk cId="3248521206" sldId="317"/>
            <ac:spMk id="8" creationId="{6EF561DF-C3CF-D4F0-936F-2C5CD1424934}"/>
          </ac:spMkLst>
        </pc:spChg>
        <pc:spChg chg="mod">
          <ac:chgData name="Toby Donaldson" userId="2e6e5431-bb17-4c41-9985-d39c50d83c73" providerId="ADAL" clId="{7F9681A8-EEE2-56F4-9B39-ECCBEE0471AC}" dt="2026-01-27T18:53:49.677" v="1391" actId="1076"/>
          <ac:spMkLst>
            <pc:docMk/>
            <pc:sldMk cId="3248521206" sldId="317"/>
            <ac:spMk id="9" creationId="{2946CC19-ECB5-0C67-CA6C-45A07D08376C}"/>
          </ac:spMkLst>
        </pc:spChg>
        <pc:spChg chg="add mod">
          <ac:chgData name="Toby Donaldson" userId="2e6e5431-bb17-4c41-9985-d39c50d83c73" providerId="ADAL" clId="{7F9681A8-EEE2-56F4-9B39-ECCBEE0471AC}" dt="2026-01-27T18:53:38.445" v="1389"/>
          <ac:spMkLst>
            <pc:docMk/>
            <pc:sldMk cId="3248521206" sldId="317"/>
            <ac:spMk id="10" creationId="{EA912A51-E484-A98D-2938-5F434E0DA2DA}"/>
          </ac:spMkLst>
        </pc:spChg>
        <pc:spChg chg="add mod">
          <ac:chgData name="Toby Donaldson" userId="2e6e5431-bb17-4c41-9985-d39c50d83c73" providerId="ADAL" clId="{7F9681A8-EEE2-56F4-9B39-ECCBEE0471AC}" dt="2026-01-27T18:53:38.445" v="1389"/>
          <ac:spMkLst>
            <pc:docMk/>
            <pc:sldMk cId="3248521206" sldId="317"/>
            <ac:spMk id="11" creationId="{5240C71D-8502-B7AD-ADDD-A1826C62E023}"/>
          </ac:spMkLst>
        </pc:spChg>
      </pc:sldChg>
      <pc:sldChg chg="modSp mod">
        <pc:chgData name="Toby Donaldson" userId="2e6e5431-bb17-4c41-9985-d39c50d83c73" providerId="ADAL" clId="{7F9681A8-EEE2-56F4-9B39-ECCBEE0471AC}" dt="2026-01-23T20:44:25.626" v="13" actId="20577"/>
        <pc:sldMkLst>
          <pc:docMk/>
          <pc:sldMk cId="288943026" sldId="320"/>
        </pc:sldMkLst>
        <pc:spChg chg="mod">
          <ac:chgData name="Toby Donaldson" userId="2e6e5431-bb17-4c41-9985-d39c50d83c73" providerId="ADAL" clId="{7F9681A8-EEE2-56F4-9B39-ECCBEE0471AC}" dt="2026-01-23T20:44:25.626" v="13" actId="20577"/>
          <ac:spMkLst>
            <pc:docMk/>
            <pc:sldMk cId="288943026" sldId="320"/>
            <ac:spMk id="18" creationId="{2D97BED1-97DD-C3D4-FB79-25BF6B1D70DB}"/>
          </ac:spMkLst>
        </pc:spChg>
      </pc:sldChg>
      <pc:sldChg chg="modSp mod">
        <pc:chgData name="Toby Donaldson" userId="2e6e5431-bb17-4c41-9985-d39c50d83c73" providerId="ADAL" clId="{7F9681A8-EEE2-56F4-9B39-ECCBEE0471AC}" dt="2026-01-26T04:32:36.204" v="668" actId="20577"/>
        <pc:sldMkLst>
          <pc:docMk/>
          <pc:sldMk cId="1092517109" sldId="324"/>
        </pc:sldMkLst>
        <pc:spChg chg="mod">
          <ac:chgData name="Toby Donaldson" userId="2e6e5431-bb17-4c41-9985-d39c50d83c73" providerId="ADAL" clId="{7F9681A8-EEE2-56F4-9B39-ECCBEE0471AC}" dt="2026-01-26T04:32:36.204" v="668" actId="20577"/>
          <ac:spMkLst>
            <pc:docMk/>
            <pc:sldMk cId="1092517109" sldId="324"/>
            <ac:spMk id="27" creationId="{9B04EE82-C785-BDA0-CB9E-42135606DB3D}"/>
          </ac:spMkLst>
        </pc:spChg>
      </pc:sldChg>
      <pc:sldChg chg="addSp delSp modSp mod">
        <pc:chgData name="Toby Donaldson" userId="2e6e5431-bb17-4c41-9985-d39c50d83c73" providerId="ADAL" clId="{7F9681A8-EEE2-56F4-9B39-ECCBEE0471AC}" dt="2026-01-27T18:52:29.054" v="1383" actId="21"/>
        <pc:sldMkLst>
          <pc:docMk/>
          <pc:sldMk cId="1630335454" sldId="330"/>
        </pc:sldMkLst>
        <pc:spChg chg="add mod">
          <ac:chgData name="Toby Donaldson" userId="2e6e5431-bb17-4c41-9985-d39c50d83c73" providerId="ADAL" clId="{7F9681A8-EEE2-56F4-9B39-ECCBEE0471AC}" dt="2026-01-27T18:52:21.682" v="1381"/>
          <ac:spMkLst>
            <pc:docMk/>
            <pc:sldMk cId="1630335454" sldId="330"/>
            <ac:spMk id="2" creationId="{5880D4C9-59BD-266A-9D83-7F3F61AC1A66}"/>
          </ac:spMkLst>
        </pc:spChg>
        <pc:spChg chg="del">
          <ac:chgData name="Toby Donaldson" userId="2e6e5431-bb17-4c41-9985-d39c50d83c73" providerId="ADAL" clId="{7F9681A8-EEE2-56F4-9B39-ECCBEE0471AC}" dt="2026-01-27T18:52:29.054" v="1383" actId="21"/>
          <ac:spMkLst>
            <pc:docMk/>
            <pc:sldMk cId="1630335454" sldId="330"/>
            <ac:spMk id="8" creationId="{6EF561DF-C3CF-D4F0-936F-2C5CD1424934}"/>
          </ac:spMkLst>
        </pc:spChg>
        <pc:spChg chg="mod">
          <ac:chgData name="Toby Donaldson" userId="2e6e5431-bb17-4c41-9985-d39c50d83c73" providerId="ADAL" clId="{7F9681A8-EEE2-56F4-9B39-ECCBEE0471AC}" dt="2026-01-27T18:52:25.817" v="1382" actId="1076"/>
          <ac:spMkLst>
            <pc:docMk/>
            <pc:sldMk cId="1630335454" sldId="330"/>
            <ac:spMk id="9" creationId="{2946CC19-ECB5-0C67-CA6C-45A07D08376C}"/>
          </ac:spMkLst>
        </pc:spChg>
      </pc:sldChg>
      <pc:sldChg chg="modSp mod">
        <pc:chgData name="Toby Donaldson" userId="2e6e5431-bb17-4c41-9985-d39c50d83c73" providerId="ADAL" clId="{7F9681A8-EEE2-56F4-9B39-ECCBEE0471AC}" dt="2026-01-26T04:32:43.774" v="673" actId="20577"/>
        <pc:sldMkLst>
          <pc:docMk/>
          <pc:sldMk cId="519914869" sldId="331"/>
        </pc:sldMkLst>
        <pc:spChg chg="mod">
          <ac:chgData name="Toby Donaldson" userId="2e6e5431-bb17-4c41-9985-d39c50d83c73" providerId="ADAL" clId="{7F9681A8-EEE2-56F4-9B39-ECCBEE0471AC}" dt="2026-01-26T04:32:43.774" v="673" actId="20577"/>
          <ac:spMkLst>
            <pc:docMk/>
            <pc:sldMk cId="519914869" sldId="331"/>
            <ac:spMk id="27" creationId="{9B04EE82-C785-BDA0-CB9E-42135606DB3D}"/>
          </ac:spMkLst>
        </pc:spChg>
      </pc:sldChg>
      <pc:sldChg chg="delSp modSp del mod">
        <pc:chgData name="Toby Donaldson" userId="2e6e5431-bb17-4c41-9985-d39c50d83c73" providerId="ADAL" clId="{7F9681A8-EEE2-56F4-9B39-ECCBEE0471AC}" dt="2026-01-27T18:54:17.458" v="1393" actId="2696"/>
        <pc:sldMkLst>
          <pc:docMk/>
          <pc:sldMk cId="1310673805" sldId="339"/>
        </pc:sldMkLst>
        <pc:spChg chg="del">
          <ac:chgData name="Toby Donaldson" userId="2e6e5431-bb17-4c41-9985-d39c50d83c73" providerId="ADAL" clId="{7F9681A8-EEE2-56F4-9B39-ECCBEE0471AC}" dt="2026-01-27T18:54:07.825" v="1392" actId="21"/>
          <ac:spMkLst>
            <pc:docMk/>
            <pc:sldMk cId="1310673805" sldId="339"/>
            <ac:spMk id="8" creationId="{6EF561DF-C3CF-D4F0-936F-2C5CD1424934}"/>
          </ac:spMkLst>
        </pc:spChg>
      </pc:sldChg>
      <pc:sldChg chg="addSp delSp modSp mod">
        <pc:chgData name="Toby Donaldson" userId="2e6e5431-bb17-4c41-9985-d39c50d83c73" providerId="ADAL" clId="{7F9681A8-EEE2-56F4-9B39-ECCBEE0471AC}" dt="2026-01-23T20:48:39.278" v="180" actId="21"/>
        <pc:sldMkLst>
          <pc:docMk/>
          <pc:sldMk cId="2203291535" sldId="340"/>
        </pc:sldMkLst>
        <pc:spChg chg="add mod">
          <ac:chgData name="Toby Donaldson" userId="2e6e5431-bb17-4c41-9985-d39c50d83c73" providerId="ADAL" clId="{7F9681A8-EEE2-56F4-9B39-ECCBEE0471AC}" dt="2026-01-23T20:45:44.657" v="36" actId="20577"/>
          <ac:spMkLst>
            <pc:docMk/>
            <pc:sldMk cId="2203291535" sldId="340"/>
            <ac:spMk id="2" creationId="{07E26D55-8088-4975-72FE-75C57724F5E2}"/>
          </ac:spMkLst>
        </pc:spChg>
      </pc:sldChg>
      <pc:sldChg chg="addSp modSp mod">
        <pc:chgData name="Toby Donaldson" userId="2e6e5431-bb17-4c41-9985-d39c50d83c73" providerId="ADAL" clId="{7F9681A8-EEE2-56F4-9B39-ECCBEE0471AC}" dt="2026-01-26T23:23:47.979" v="1374" actId="2711"/>
        <pc:sldMkLst>
          <pc:docMk/>
          <pc:sldMk cId="3386612823" sldId="341"/>
        </pc:sldMkLst>
        <pc:spChg chg="add mod">
          <ac:chgData name="Toby Donaldson" userId="2e6e5431-bb17-4c41-9985-d39c50d83c73" providerId="ADAL" clId="{7F9681A8-EEE2-56F4-9B39-ECCBEE0471AC}" dt="2026-01-26T23:23:01.369" v="1371" actId="1076"/>
          <ac:spMkLst>
            <pc:docMk/>
            <pc:sldMk cId="3386612823" sldId="341"/>
            <ac:spMk id="2" creationId="{1CA7CE99-766E-7773-4E98-0778E089E66B}"/>
          </ac:spMkLst>
        </pc:spChg>
        <pc:spChg chg="mod">
          <ac:chgData name="Toby Donaldson" userId="2e6e5431-bb17-4c41-9985-d39c50d83c73" providerId="ADAL" clId="{7F9681A8-EEE2-56F4-9B39-ECCBEE0471AC}" dt="2026-01-26T23:23:32.913" v="1372" actId="2711"/>
          <ac:spMkLst>
            <pc:docMk/>
            <pc:sldMk cId="3386612823" sldId="341"/>
            <ac:spMk id="10" creationId="{D1339A5C-CD5E-C63B-CB42-E51F4C4C9D38}"/>
          </ac:spMkLst>
        </pc:spChg>
        <pc:spChg chg="mod">
          <ac:chgData name="Toby Donaldson" userId="2e6e5431-bb17-4c41-9985-d39c50d83c73" providerId="ADAL" clId="{7F9681A8-EEE2-56F4-9B39-ECCBEE0471AC}" dt="2026-01-26T23:23:38.178" v="1373" actId="2711"/>
          <ac:spMkLst>
            <pc:docMk/>
            <pc:sldMk cId="3386612823" sldId="341"/>
            <ac:spMk id="12" creationId="{1DABAC03-E02D-738A-7E79-869DE20A1543}"/>
          </ac:spMkLst>
        </pc:spChg>
        <pc:spChg chg="mod">
          <ac:chgData name="Toby Donaldson" userId="2e6e5431-bb17-4c41-9985-d39c50d83c73" providerId="ADAL" clId="{7F9681A8-EEE2-56F4-9B39-ECCBEE0471AC}" dt="2026-01-26T23:23:47.979" v="1374" actId="2711"/>
          <ac:spMkLst>
            <pc:docMk/>
            <pc:sldMk cId="3386612823" sldId="341"/>
            <ac:spMk id="13" creationId="{6D266917-8A66-5CBA-BD59-705FEAF3DF08}"/>
          </ac:spMkLst>
        </pc:spChg>
      </pc:sldChg>
      <pc:sldChg chg="addSp delSp modSp mod">
        <pc:chgData name="Toby Donaldson" userId="2e6e5431-bb17-4c41-9985-d39c50d83c73" providerId="ADAL" clId="{7F9681A8-EEE2-56F4-9B39-ECCBEE0471AC}" dt="2026-01-23T20:47:12.555" v="133" actId="21"/>
        <pc:sldMkLst>
          <pc:docMk/>
          <pc:sldMk cId="1534370893" sldId="342"/>
        </pc:sldMkLst>
      </pc:sldChg>
      <pc:sldChg chg="addSp delSp modSp mod">
        <pc:chgData name="Toby Donaldson" userId="2e6e5431-bb17-4c41-9985-d39c50d83c73" providerId="ADAL" clId="{7F9681A8-EEE2-56F4-9B39-ECCBEE0471AC}" dt="2026-01-27T19:01:11.141" v="1599" actId="2711"/>
        <pc:sldMkLst>
          <pc:docMk/>
          <pc:sldMk cId="1866605820" sldId="343"/>
        </pc:sldMkLst>
        <pc:spChg chg="add mod">
          <ac:chgData name="Toby Donaldson" userId="2e6e5431-bb17-4c41-9985-d39c50d83c73" providerId="ADAL" clId="{7F9681A8-EEE2-56F4-9B39-ECCBEE0471AC}" dt="2026-01-27T19:01:11.141" v="1599" actId="2711"/>
          <ac:spMkLst>
            <pc:docMk/>
            <pc:sldMk cId="1866605820" sldId="343"/>
            <ac:spMk id="2" creationId="{A9750C07-B0EC-2D40-5323-A70FEFEFB89F}"/>
          </ac:spMkLst>
        </pc:spChg>
        <pc:spChg chg="add mod">
          <ac:chgData name="Toby Donaldson" userId="2e6e5431-bb17-4c41-9985-d39c50d83c73" providerId="ADAL" clId="{7F9681A8-EEE2-56F4-9B39-ECCBEE0471AC}" dt="2026-01-26T23:24:06.227" v="1377" actId="2711"/>
          <ac:spMkLst>
            <pc:docMk/>
            <pc:sldMk cId="1866605820" sldId="343"/>
            <ac:spMk id="7" creationId="{3C0CAD86-E292-1BB2-6491-6A54D614B83F}"/>
          </ac:spMkLst>
        </pc:spChg>
        <pc:spChg chg="mod">
          <ac:chgData name="Toby Donaldson" userId="2e6e5431-bb17-4c41-9985-d39c50d83c73" providerId="ADAL" clId="{7F9681A8-EEE2-56F4-9B39-ECCBEE0471AC}" dt="2026-01-23T20:50:34.736" v="245" actId="207"/>
          <ac:spMkLst>
            <pc:docMk/>
            <pc:sldMk cId="1866605820" sldId="343"/>
            <ac:spMk id="8" creationId="{6EF561DF-C3CF-D4F0-936F-2C5CD1424934}"/>
          </ac:spMkLst>
        </pc:spChg>
        <pc:spChg chg="add mod">
          <ac:chgData name="Toby Donaldson" userId="2e6e5431-bb17-4c41-9985-d39c50d83c73" providerId="ADAL" clId="{7F9681A8-EEE2-56F4-9B39-ECCBEE0471AC}" dt="2026-01-26T23:24:01.987" v="1376" actId="2711"/>
          <ac:spMkLst>
            <pc:docMk/>
            <pc:sldMk cId="1866605820" sldId="343"/>
            <ac:spMk id="9" creationId="{96EF6762-EEFE-BC55-98CA-EE4CF441DD11}"/>
          </ac:spMkLst>
        </pc:spChg>
        <pc:spChg chg="add mod">
          <ac:chgData name="Toby Donaldson" userId="2e6e5431-bb17-4c41-9985-d39c50d83c73" providerId="ADAL" clId="{7F9681A8-EEE2-56F4-9B39-ECCBEE0471AC}" dt="2026-01-26T23:23:57.229" v="1375" actId="2711"/>
          <ac:spMkLst>
            <pc:docMk/>
            <pc:sldMk cId="1866605820" sldId="343"/>
            <ac:spMk id="10" creationId="{18C386E0-E69B-81F0-7A58-4706E19139EB}"/>
          </ac:spMkLst>
        </pc:spChg>
        <pc:spChg chg="add mod">
          <ac:chgData name="Toby Donaldson" userId="2e6e5431-bb17-4c41-9985-d39c50d83c73" providerId="ADAL" clId="{7F9681A8-EEE2-56F4-9B39-ECCBEE0471AC}" dt="2026-01-23T20:52:07.568" v="343"/>
          <ac:spMkLst>
            <pc:docMk/>
            <pc:sldMk cId="1866605820" sldId="343"/>
            <ac:spMk id="11" creationId="{91A2D9BE-DC6B-C717-21F9-4CB3025BAD1B}"/>
          </ac:spMkLst>
        </pc:spChg>
        <pc:spChg chg="add mod">
          <ac:chgData name="Toby Donaldson" userId="2e6e5431-bb17-4c41-9985-d39c50d83c73" providerId="ADAL" clId="{7F9681A8-EEE2-56F4-9B39-ECCBEE0471AC}" dt="2026-01-23T20:53:00.466" v="397" actId="1076"/>
          <ac:spMkLst>
            <pc:docMk/>
            <pc:sldMk cId="1866605820" sldId="343"/>
            <ac:spMk id="12" creationId="{B1D936B3-CB1A-3A13-9D86-F19170D34414}"/>
          </ac:spMkLst>
        </pc:spChg>
        <pc:cxnChg chg="add mod">
          <ac:chgData name="Toby Donaldson" userId="2e6e5431-bb17-4c41-9985-d39c50d83c73" providerId="ADAL" clId="{7F9681A8-EEE2-56F4-9B39-ECCBEE0471AC}" dt="2026-01-27T19:01:04.848" v="1596" actId="2711"/>
          <ac:cxnSpMkLst>
            <pc:docMk/>
            <pc:sldMk cId="1866605820" sldId="343"/>
            <ac:cxnSpMk id="6" creationId="{DA29B846-BB5C-7566-7683-35A0CA0417BA}"/>
          </ac:cxnSpMkLst>
        </pc:cxnChg>
      </pc:sldChg>
      <pc:sldChg chg="add">
        <pc:chgData name="Toby Donaldson" userId="2e6e5431-bb17-4c41-9985-d39c50d83c73" providerId="ADAL" clId="{7F9681A8-EEE2-56F4-9B39-ECCBEE0471AC}" dt="2026-01-23T20:38:00.103" v="0" actId="2890"/>
        <pc:sldMkLst>
          <pc:docMk/>
          <pc:sldMk cId="3219435169" sldId="346"/>
        </pc:sldMkLst>
      </pc:sldChg>
      <pc:sldChg chg="add">
        <pc:chgData name="Toby Donaldson" userId="2e6e5431-bb17-4c41-9985-d39c50d83c73" providerId="ADAL" clId="{7F9681A8-EEE2-56F4-9B39-ECCBEE0471AC}" dt="2026-01-23T20:48:19.852" v="179" actId="2890"/>
        <pc:sldMkLst>
          <pc:docMk/>
          <pc:sldMk cId="2420213860" sldId="347"/>
        </pc:sldMkLst>
      </pc:sldChg>
      <pc:sldChg chg="addSp delSp modSp add mod">
        <pc:chgData name="Toby Donaldson" userId="2e6e5431-bb17-4c41-9985-d39c50d83c73" providerId="ADAL" clId="{7F9681A8-EEE2-56F4-9B39-ECCBEE0471AC}" dt="2026-01-27T19:01:24.443" v="1601"/>
        <pc:sldMkLst>
          <pc:docMk/>
          <pc:sldMk cId="288871818" sldId="348"/>
        </pc:sldMkLst>
        <pc:spChg chg="del">
          <ac:chgData name="Toby Donaldson" userId="2e6e5431-bb17-4c41-9985-d39c50d83c73" providerId="ADAL" clId="{7F9681A8-EEE2-56F4-9B39-ECCBEE0471AC}" dt="2026-01-27T19:01:17.427" v="1600" actId="21"/>
          <ac:spMkLst>
            <pc:docMk/>
            <pc:sldMk cId="288871818" sldId="348"/>
            <ac:spMk id="2" creationId="{F642D440-FCB5-2D32-C1C0-9D17684E8200}"/>
          </ac:spMkLst>
        </pc:spChg>
        <pc:spChg chg="add mod">
          <ac:chgData name="Toby Donaldson" userId="2e6e5431-bb17-4c41-9985-d39c50d83c73" providerId="ADAL" clId="{7F9681A8-EEE2-56F4-9B39-ECCBEE0471AC}" dt="2026-01-27T19:01:24.443" v="1601"/>
          <ac:spMkLst>
            <pc:docMk/>
            <pc:sldMk cId="288871818" sldId="348"/>
            <ac:spMk id="3" creationId="{0DFDA10D-AA09-E305-3B9A-5A24E42F53AF}"/>
          </ac:spMkLst>
        </pc:spChg>
        <pc:spChg chg="mod">
          <ac:chgData name="Toby Donaldson" userId="2e6e5431-bb17-4c41-9985-d39c50d83c73" providerId="ADAL" clId="{7F9681A8-EEE2-56F4-9B39-ECCBEE0471AC}" dt="2026-01-26T23:24:22.954" v="1378" actId="2711"/>
          <ac:spMkLst>
            <pc:docMk/>
            <pc:sldMk cId="288871818" sldId="348"/>
            <ac:spMk id="7" creationId="{C7E362D2-9801-99AD-503B-14C0B798A619}"/>
          </ac:spMkLst>
        </pc:spChg>
        <pc:spChg chg="mod">
          <ac:chgData name="Toby Donaldson" userId="2e6e5431-bb17-4c41-9985-d39c50d83c73" providerId="ADAL" clId="{7F9681A8-EEE2-56F4-9B39-ECCBEE0471AC}" dt="2026-01-26T23:24:28.345" v="1379" actId="2711"/>
          <ac:spMkLst>
            <pc:docMk/>
            <pc:sldMk cId="288871818" sldId="348"/>
            <ac:spMk id="9" creationId="{E95B0192-AED4-94DC-FB7A-70B19CE83398}"/>
          </ac:spMkLst>
        </pc:spChg>
        <pc:spChg chg="mod">
          <ac:chgData name="Toby Donaldson" userId="2e6e5431-bb17-4c41-9985-d39c50d83c73" providerId="ADAL" clId="{7F9681A8-EEE2-56F4-9B39-ECCBEE0471AC}" dt="2026-01-26T23:24:33.362" v="1380" actId="2711"/>
          <ac:spMkLst>
            <pc:docMk/>
            <pc:sldMk cId="288871818" sldId="348"/>
            <ac:spMk id="10" creationId="{6C62B867-D7B6-65C7-1DB0-ECC2002B1530}"/>
          </ac:spMkLst>
        </pc:spChg>
        <pc:cxnChg chg="del mod">
          <ac:chgData name="Toby Donaldson" userId="2e6e5431-bb17-4c41-9985-d39c50d83c73" providerId="ADAL" clId="{7F9681A8-EEE2-56F4-9B39-ECCBEE0471AC}" dt="2026-01-27T19:01:17.427" v="1600" actId="21"/>
          <ac:cxnSpMkLst>
            <pc:docMk/>
            <pc:sldMk cId="288871818" sldId="348"/>
            <ac:cxnSpMk id="6" creationId="{2A6A2223-9C67-29D4-F6A8-CF500375C17D}"/>
          </ac:cxnSpMkLst>
        </pc:cxnChg>
        <pc:cxnChg chg="add mod">
          <ac:chgData name="Toby Donaldson" userId="2e6e5431-bb17-4c41-9985-d39c50d83c73" providerId="ADAL" clId="{7F9681A8-EEE2-56F4-9B39-ECCBEE0471AC}" dt="2026-01-27T19:01:24.443" v="1601"/>
          <ac:cxnSpMkLst>
            <pc:docMk/>
            <pc:sldMk cId="288871818" sldId="348"/>
            <ac:cxnSpMk id="14" creationId="{3E5BAE81-871C-E820-0A79-65E7CEDE97C9}"/>
          </ac:cxnSpMkLst>
        </pc:cxnChg>
      </pc:sldChg>
      <pc:sldChg chg="modSp add mod ord">
        <pc:chgData name="Toby Donaldson" userId="2e6e5431-bb17-4c41-9985-d39c50d83c73" providerId="ADAL" clId="{7F9681A8-EEE2-56F4-9B39-ECCBEE0471AC}" dt="2026-01-26T05:44:21.512" v="1121" actId="20578"/>
        <pc:sldMkLst>
          <pc:docMk/>
          <pc:sldMk cId="3424091404" sldId="349"/>
        </pc:sldMkLst>
        <pc:spChg chg="mod">
          <ac:chgData name="Toby Donaldson" userId="2e6e5431-bb17-4c41-9985-d39c50d83c73" providerId="ADAL" clId="{7F9681A8-EEE2-56F4-9B39-ECCBEE0471AC}" dt="2026-01-26T05:40:43.471" v="1069" actId="20577"/>
          <ac:spMkLst>
            <pc:docMk/>
            <pc:sldMk cId="3424091404" sldId="349"/>
            <ac:spMk id="8" creationId="{EBF13AB2-5AD9-06A3-8878-8C7D218D0FE8}"/>
          </ac:spMkLst>
        </pc:spChg>
      </pc:sldChg>
      <pc:sldChg chg="addSp delSp modSp add mod ord">
        <pc:chgData name="Toby Donaldson" userId="2e6e5431-bb17-4c41-9985-d39c50d83c73" providerId="ADAL" clId="{7F9681A8-EEE2-56F4-9B39-ECCBEE0471AC}" dt="2026-01-27T23:53:07.606" v="1636" actId="2711"/>
        <pc:sldMkLst>
          <pc:docMk/>
          <pc:sldMk cId="4047988885" sldId="350"/>
        </pc:sldMkLst>
        <pc:spChg chg="add mod">
          <ac:chgData name="Toby Donaldson" userId="2e6e5431-bb17-4c41-9985-d39c50d83c73" providerId="ADAL" clId="{7F9681A8-EEE2-56F4-9B39-ECCBEE0471AC}" dt="2026-01-27T23:53:07.606" v="1636" actId="2711"/>
          <ac:spMkLst>
            <pc:docMk/>
            <pc:sldMk cId="4047988885" sldId="350"/>
            <ac:spMk id="2" creationId="{AA7BE95A-2780-A7B8-9D15-B201E799E658}"/>
          </ac:spMkLst>
        </pc:spChg>
        <pc:spChg chg="add mod">
          <ac:chgData name="Toby Donaldson" userId="2e6e5431-bb17-4c41-9985-d39c50d83c73" providerId="ADAL" clId="{7F9681A8-EEE2-56F4-9B39-ECCBEE0471AC}" dt="2026-01-26T05:32:34.705" v="746" actId="14100"/>
          <ac:spMkLst>
            <pc:docMk/>
            <pc:sldMk cId="4047988885" sldId="350"/>
            <ac:spMk id="3" creationId="{C9BE046E-C1FA-75FF-449A-2D4C183CB1C7}"/>
          </ac:spMkLst>
        </pc:spChg>
        <pc:spChg chg="mod">
          <ac:chgData name="Toby Donaldson" userId="2e6e5431-bb17-4c41-9985-d39c50d83c73" providerId="ADAL" clId="{7F9681A8-EEE2-56F4-9B39-ECCBEE0471AC}" dt="2026-01-26T05:40:37.208" v="1068" actId="20577"/>
          <ac:spMkLst>
            <pc:docMk/>
            <pc:sldMk cId="4047988885" sldId="350"/>
            <ac:spMk id="8" creationId="{7F1FC73A-BD70-4F9F-9DF1-3A2D449C19B9}"/>
          </ac:spMkLst>
        </pc:spChg>
        <pc:cxnChg chg="add mod">
          <ac:chgData name="Toby Donaldson" userId="2e6e5431-bb17-4c41-9985-d39c50d83c73" providerId="ADAL" clId="{7F9681A8-EEE2-56F4-9B39-ECCBEE0471AC}" dt="2026-01-27T23:53:00.424" v="1628" actId="20577"/>
          <ac:cxnSpMkLst>
            <pc:docMk/>
            <pc:sldMk cId="4047988885" sldId="350"/>
            <ac:cxnSpMk id="5" creationId="{7316C5AE-06E0-3B88-6AE6-BE84E7EC033E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27T23:52:25.760" v="1613" actId="2711"/>
        <pc:sldMkLst>
          <pc:docMk/>
          <pc:sldMk cId="3726468053" sldId="351"/>
        </pc:sldMkLst>
        <pc:spChg chg="mod">
          <ac:chgData name="Toby Donaldson" userId="2e6e5431-bb17-4c41-9985-d39c50d83c73" providerId="ADAL" clId="{7F9681A8-EEE2-56F4-9B39-ECCBEE0471AC}" dt="2026-01-27T23:52:25.760" v="1613" actId="2711"/>
          <ac:spMkLst>
            <pc:docMk/>
            <pc:sldMk cId="3726468053" sldId="351"/>
            <ac:spMk id="2" creationId="{A2616299-3045-0E6C-164A-708ABF22C205}"/>
          </ac:spMkLst>
        </pc:spChg>
        <pc:spChg chg="add mod">
          <ac:chgData name="Toby Donaldson" userId="2e6e5431-bb17-4c41-9985-d39c50d83c73" providerId="ADAL" clId="{7F9681A8-EEE2-56F4-9B39-ECCBEE0471AC}" dt="2026-01-26T05:33:07.585" v="750"/>
          <ac:spMkLst>
            <pc:docMk/>
            <pc:sldMk cId="3726468053" sldId="351"/>
            <ac:spMk id="6" creationId="{AD1E347E-CD3A-312A-71AE-62991EF2239F}"/>
          </ac:spMkLst>
        </pc:spChg>
        <pc:spChg chg="mod">
          <ac:chgData name="Toby Donaldson" userId="2e6e5431-bb17-4c41-9985-d39c50d83c73" providerId="ADAL" clId="{7F9681A8-EEE2-56F4-9B39-ECCBEE0471AC}" dt="2026-01-26T05:40:32.525" v="1067" actId="20577"/>
          <ac:spMkLst>
            <pc:docMk/>
            <pc:sldMk cId="3726468053" sldId="351"/>
            <ac:spMk id="8" creationId="{2732C568-9F9C-0E9B-20B7-1AC8D98B005F}"/>
          </ac:spMkLst>
        </pc:spChg>
        <pc:cxnChg chg="mod">
          <ac:chgData name="Toby Donaldson" userId="2e6e5431-bb17-4c41-9985-d39c50d83c73" providerId="ADAL" clId="{7F9681A8-EEE2-56F4-9B39-ECCBEE0471AC}" dt="2026-01-27T23:52:18.434" v="1611" actId="20577"/>
          <ac:cxnSpMkLst>
            <pc:docMk/>
            <pc:sldMk cId="3726468053" sldId="351"/>
            <ac:cxnSpMk id="5" creationId="{942B7382-BB61-85F3-68CF-4E36B7F7CDA4}"/>
          </ac:cxnSpMkLst>
        </pc:cxnChg>
        <pc:cxnChg chg="add mod">
          <ac:chgData name="Toby Donaldson" userId="2e6e5431-bb17-4c41-9985-d39c50d83c73" providerId="ADAL" clId="{7F9681A8-EEE2-56F4-9B39-ECCBEE0471AC}" dt="2026-01-26T05:33:07.585" v="750"/>
          <ac:cxnSpMkLst>
            <pc:docMk/>
            <pc:sldMk cId="3726468053" sldId="351"/>
            <ac:cxnSpMk id="7" creationId="{D70EA874-8107-CEB5-7832-4555B619DB0D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27T23:52:48.243" v="1625" actId="113"/>
        <pc:sldMkLst>
          <pc:docMk/>
          <pc:sldMk cId="1966231317" sldId="352"/>
        </pc:sldMkLst>
        <pc:spChg chg="mod">
          <ac:chgData name="Toby Donaldson" userId="2e6e5431-bb17-4c41-9985-d39c50d83c73" providerId="ADAL" clId="{7F9681A8-EEE2-56F4-9B39-ECCBEE0471AC}" dt="2026-01-27T23:52:48.243" v="1625" actId="113"/>
          <ac:spMkLst>
            <pc:docMk/>
            <pc:sldMk cId="1966231317" sldId="352"/>
            <ac:spMk id="2" creationId="{94C55BE9-8319-50D5-3A51-20220F1A13A7}"/>
          </ac:spMkLst>
        </pc:spChg>
        <pc:spChg chg="mod">
          <ac:chgData name="Toby Donaldson" userId="2e6e5431-bb17-4c41-9985-d39c50d83c73" providerId="ADAL" clId="{7F9681A8-EEE2-56F4-9B39-ECCBEE0471AC}" dt="2026-01-26T05:40:28.990" v="1066" actId="20577"/>
          <ac:spMkLst>
            <pc:docMk/>
            <pc:sldMk cId="1966231317" sldId="352"/>
            <ac:spMk id="8" creationId="{3E4C639E-C9C9-2259-9B1A-DE3F11D1A0FF}"/>
          </ac:spMkLst>
        </pc:spChg>
        <pc:spChg chg="add mod">
          <ac:chgData name="Toby Donaldson" userId="2e6e5431-bb17-4c41-9985-d39c50d83c73" providerId="ADAL" clId="{7F9681A8-EEE2-56F4-9B39-ECCBEE0471AC}" dt="2026-01-26T05:33:40.164" v="753"/>
          <ac:spMkLst>
            <pc:docMk/>
            <pc:sldMk cId="1966231317" sldId="352"/>
            <ac:spMk id="9" creationId="{08612340-EC54-32F1-D45B-EA8A2BE316B4}"/>
          </ac:spMkLst>
        </pc:spChg>
        <pc:cxnChg chg="mod">
          <ac:chgData name="Toby Donaldson" userId="2e6e5431-bb17-4c41-9985-d39c50d83c73" providerId="ADAL" clId="{7F9681A8-EEE2-56F4-9B39-ECCBEE0471AC}" dt="2026-01-27T23:52:43.019" v="1623" actId="20577"/>
          <ac:cxnSpMkLst>
            <pc:docMk/>
            <pc:sldMk cId="1966231317" sldId="352"/>
            <ac:cxnSpMk id="5" creationId="{3BC13062-A2A5-A802-D57B-116A15536C25}"/>
          </ac:cxnSpMkLst>
        </pc:cxnChg>
        <pc:cxnChg chg="add mod">
          <ac:chgData name="Toby Donaldson" userId="2e6e5431-bb17-4c41-9985-d39c50d83c73" providerId="ADAL" clId="{7F9681A8-EEE2-56F4-9B39-ECCBEE0471AC}" dt="2026-01-26T05:33:40.164" v="753"/>
          <ac:cxnSpMkLst>
            <pc:docMk/>
            <pc:sldMk cId="1966231317" sldId="352"/>
            <ac:cxnSpMk id="11" creationId="{4646F1CE-DBFB-28A5-46FA-8F8AC93B0D91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27T23:53:43.931" v="1637"/>
        <pc:sldMkLst>
          <pc:docMk/>
          <pc:sldMk cId="209797261" sldId="353"/>
        </pc:sldMkLst>
        <pc:spChg chg="mod">
          <ac:chgData name="Toby Donaldson" userId="2e6e5431-bb17-4c41-9985-d39c50d83c73" providerId="ADAL" clId="{7F9681A8-EEE2-56F4-9B39-ECCBEE0471AC}" dt="2026-01-27T23:53:43.931" v="1637"/>
          <ac:spMkLst>
            <pc:docMk/>
            <pc:sldMk cId="209797261" sldId="353"/>
            <ac:spMk id="2" creationId="{97EC6605-B564-0F2F-C861-176BCEC76495}"/>
          </ac:spMkLst>
        </pc:spChg>
        <pc:spChg chg="mod">
          <ac:chgData name="Toby Donaldson" userId="2e6e5431-bb17-4c41-9985-d39c50d83c73" providerId="ADAL" clId="{7F9681A8-EEE2-56F4-9B39-ECCBEE0471AC}" dt="2026-01-26T05:40:23.702" v="1065" actId="20577"/>
          <ac:spMkLst>
            <pc:docMk/>
            <pc:sldMk cId="209797261" sldId="353"/>
            <ac:spMk id="8" creationId="{D79770E6-EA68-5D63-91CE-23982775952B}"/>
          </ac:spMkLst>
        </pc:spChg>
        <pc:spChg chg="add mod">
          <ac:chgData name="Toby Donaldson" userId="2e6e5431-bb17-4c41-9985-d39c50d83c73" providerId="ADAL" clId="{7F9681A8-EEE2-56F4-9B39-ECCBEE0471AC}" dt="2026-01-26T05:34:00.670" v="756"/>
          <ac:spMkLst>
            <pc:docMk/>
            <pc:sldMk cId="209797261" sldId="353"/>
            <ac:spMk id="12" creationId="{C3D51CF4-A852-F03C-B5F5-13DC61147F83}"/>
          </ac:spMkLst>
        </pc:spChg>
        <pc:cxnChg chg="add mod">
          <ac:chgData name="Toby Donaldson" userId="2e6e5431-bb17-4c41-9985-d39c50d83c73" providerId="ADAL" clId="{7F9681A8-EEE2-56F4-9B39-ECCBEE0471AC}" dt="2026-01-26T05:34:00.670" v="756"/>
          <ac:cxnSpMkLst>
            <pc:docMk/>
            <pc:sldMk cId="209797261" sldId="353"/>
            <ac:cxnSpMk id="14" creationId="{840326B1-5391-D477-8E50-31F42067D2DA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27T23:53:51.543" v="1638"/>
        <pc:sldMkLst>
          <pc:docMk/>
          <pc:sldMk cId="2138968120" sldId="354"/>
        </pc:sldMkLst>
        <pc:spChg chg="mod">
          <ac:chgData name="Toby Donaldson" userId="2e6e5431-bb17-4c41-9985-d39c50d83c73" providerId="ADAL" clId="{7F9681A8-EEE2-56F4-9B39-ECCBEE0471AC}" dt="2026-01-27T23:53:51.543" v="1638"/>
          <ac:spMkLst>
            <pc:docMk/>
            <pc:sldMk cId="2138968120" sldId="354"/>
            <ac:spMk id="2" creationId="{481A99F2-1753-BB9C-F742-F1F4F75D66A7}"/>
          </ac:spMkLst>
        </pc:spChg>
        <pc:spChg chg="mod">
          <ac:chgData name="Toby Donaldson" userId="2e6e5431-bb17-4c41-9985-d39c50d83c73" providerId="ADAL" clId="{7F9681A8-EEE2-56F4-9B39-ECCBEE0471AC}" dt="2026-01-26T05:40:19.609" v="1064" actId="20577"/>
          <ac:spMkLst>
            <pc:docMk/>
            <pc:sldMk cId="2138968120" sldId="354"/>
            <ac:spMk id="8" creationId="{78242C90-4079-CC54-4105-863C63F52FDC}"/>
          </ac:spMkLst>
        </pc:spChg>
        <pc:spChg chg="add mod">
          <ac:chgData name="Toby Donaldson" userId="2e6e5431-bb17-4c41-9985-d39c50d83c73" providerId="ADAL" clId="{7F9681A8-EEE2-56F4-9B39-ECCBEE0471AC}" dt="2026-01-26T05:35:04.575" v="760"/>
          <ac:spMkLst>
            <pc:docMk/>
            <pc:sldMk cId="2138968120" sldId="354"/>
            <ac:spMk id="16" creationId="{A6D76978-87C6-3844-EC6D-1F5D37D6BB8F}"/>
          </ac:spMkLst>
        </pc:spChg>
        <pc:spChg chg="add mod">
          <ac:chgData name="Toby Donaldson" userId="2e6e5431-bb17-4c41-9985-d39c50d83c73" providerId="ADAL" clId="{7F9681A8-EEE2-56F4-9B39-ECCBEE0471AC}" dt="2026-01-26T05:35:04.575" v="760"/>
          <ac:spMkLst>
            <pc:docMk/>
            <pc:sldMk cId="2138968120" sldId="354"/>
            <ac:spMk id="17" creationId="{94F812CC-51A9-42BB-7F5F-D84003154A79}"/>
          </ac:spMkLst>
        </pc:spChg>
        <pc:spChg chg="add mod">
          <ac:chgData name="Toby Donaldson" userId="2e6e5431-bb17-4c41-9985-d39c50d83c73" providerId="ADAL" clId="{7F9681A8-EEE2-56F4-9B39-ECCBEE0471AC}" dt="2026-01-26T05:35:04.575" v="760"/>
          <ac:spMkLst>
            <pc:docMk/>
            <pc:sldMk cId="2138968120" sldId="354"/>
            <ac:spMk id="18" creationId="{33778CFF-73F2-588D-45A8-1B75C430F6CC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26T05:42:08.839" v="1085"/>
        <pc:sldMkLst>
          <pc:docMk/>
          <pc:sldMk cId="3628936488" sldId="355"/>
        </pc:sldMkLst>
        <pc:spChg chg="mod">
          <ac:chgData name="Toby Donaldson" userId="2e6e5431-bb17-4c41-9985-d39c50d83c73" providerId="ADAL" clId="{7F9681A8-EEE2-56F4-9B39-ECCBEE0471AC}" dt="2026-01-26T05:36:58.021" v="872" actId="20577"/>
          <ac:spMkLst>
            <pc:docMk/>
            <pc:sldMk cId="3628936488" sldId="355"/>
            <ac:spMk id="2" creationId="{FCB63304-09AB-7EDF-7DFE-6FDD5A569A18}"/>
          </ac:spMkLst>
        </pc:spChg>
        <pc:spChg chg="mod">
          <ac:chgData name="Toby Donaldson" userId="2e6e5431-bb17-4c41-9985-d39c50d83c73" providerId="ADAL" clId="{7F9681A8-EEE2-56F4-9B39-ECCBEE0471AC}" dt="2026-01-26T05:40:16.100" v="1063" actId="20577"/>
          <ac:spMkLst>
            <pc:docMk/>
            <pc:sldMk cId="3628936488" sldId="355"/>
            <ac:spMk id="8" creationId="{C77F9965-6A34-72C4-FE7B-49BA4630C2F1}"/>
          </ac:spMkLst>
        </pc:spChg>
        <pc:spChg chg="add mod">
          <ac:chgData name="Toby Donaldson" userId="2e6e5431-bb17-4c41-9985-d39c50d83c73" providerId="ADAL" clId="{7F9681A8-EEE2-56F4-9B39-ECCBEE0471AC}" dt="2026-01-26T05:42:08.839" v="1085"/>
          <ac:spMkLst>
            <pc:docMk/>
            <pc:sldMk cId="3628936488" sldId="355"/>
            <ac:spMk id="19" creationId="{3AE23573-7525-28ED-0E2D-D2EEE3F60AA3}"/>
          </ac:spMkLst>
        </pc:spChg>
        <pc:spChg chg="add mod">
          <ac:chgData name="Toby Donaldson" userId="2e6e5431-bb17-4c41-9985-d39c50d83c73" providerId="ADAL" clId="{7F9681A8-EEE2-56F4-9B39-ECCBEE0471AC}" dt="2026-01-26T05:42:08.839" v="1085"/>
          <ac:spMkLst>
            <pc:docMk/>
            <pc:sldMk cId="3628936488" sldId="355"/>
            <ac:spMk id="20" creationId="{E2810027-EFBA-E0B9-38D0-90E166F9AE63}"/>
          </ac:spMkLst>
        </pc:spChg>
        <pc:spChg chg="add mod">
          <ac:chgData name="Toby Donaldson" userId="2e6e5431-bb17-4c41-9985-d39c50d83c73" providerId="ADAL" clId="{7F9681A8-EEE2-56F4-9B39-ECCBEE0471AC}" dt="2026-01-26T05:42:08.839" v="1085"/>
          <ac:spMkLst>
            <pc:docMk/>
            <pc:sldMk cId="3628936488" sldId="355"/>
            <ac:spMk id="21" creationId="{D5698D8F-E27E-31EA-C37D-5367C367C304}"/>
          </ac:spMkLst>
        </pc:spChg>
        <pc:cxnChg chg="mod">
          <ac:chgData name="Toby Donaldson" userId="2e6e5431-bb17-4c41-9985-d39c50d83c73" providerId="ADAL" clId="{7F9681A8-EEE2-56F4-9B39-ECCBEE0471AC}" dt="2026-01-26T05:36:56.231" v="863" actId="20577"/>
          <ac:cxnSpMkLst>
            <pc:docMk/>
            <pc:sldMk cId="3628936488" sldId="355"/>
            <ac:cxnSpMk id="5" creationId="{5CFA78FB-2743-24F1-6227-E939BF29E756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27T23:54:06.781" v="1639"/>
        <pc:sldMkLst>
          <pc:docMk/>
          <pc:sldMk cId="4284578572" sldId="356"/>
        </pc:sldMkLst>
        <pc:spChg chg="add mod">
          <ac:chgData name="Toby Donaldson" userId="2e6e5431-bb17-4c41-9985-d39c50d83c73" providerId="ADAL" clId="{7F9681A8-EEE2-56F4-9B39-ECCBEE0471AC}" dt="2026-01-27T23:54:06.781" v="1639"/>
          <ac:spMkLst>
            <pc:docMk/>
            <pc:sldMk cId="4284578572" sldId="356"/>
            <ac:spMk id="3" creationId="{A01E241F-D30D-47CE-F962-F877AA970EC4}"/>
          </ac:spMkLst>
        </pc:spChg>
        <pc:spChg chg="add mod">
          <ac:chgData name="Toby Donaldson" userId="2e6e5431-bb17-4c41-9985-d39c50d83c73" providerId="ADAL" clId="{7F9681A8-EEE2-56F4-9B39-ECCBEE0471AC}" dt="2026-01-26T05:39:02.100" v="1013" actId="14100"/>
          <ac:spMkLst>
            <pc:docMk/>
            <pc:sldMk cId="4284578572" sldId="356"/>
            <ac:spMk id="6" creationId="{1A30F334-0987-C109-216A-633444BC2B53}"/>
          </ac:spMkLst>
        </pc:spChg>
        <pc:spChg chg="add mod">
          <ac:chgData name="Toby Donaldson" userId="2e6e5431-bb17-4c41-9985-d39c50d83c73" providerId="ADAL" clId="{7F9681A8-EEE2-56F4-9B39-ECCBEE0471AC}" dt="2026-01-26T05:39:50.623" v="1040" actId="1076"/>
          <ac:spMkLst>
            <pc:docMk/>
            <pc:sldMk cId="4284578572" sldId="356"/>
            <ac:spMk id="7" creationId="{2FCB6A41-E6F8-6608-30C2-5568B8799464}"/>
          </ac:spMkLst>
        </pc:spChg>
        <pc:spChg chg="mod">
          <ac:chgData name="Toby Donaldson" userId="2e6e5431-bb17-4c41-9985-d39c50d83c73" providerId="ADAL" clId="{7F9681A8-EEE2-56F4-9B39-ECCBEE0471AC}" dt="2026-01-26T05:40:08.234" v="1061" actId="20577"/>
          <ac:spMkLst>
            <pc:docMk/>
            <pc:sldMk cId="4284578572" sldId="356"/>
            <ac:spMk id="8" creationId="{F5BD96D3-6CBF-866F-BA2C-D0A5CF16406E}"/>
          </ac:spMkLst>
        </pc:spChg>
        <pc:spChg chg="add mod">
          <ac:chgData name="Toby Donaldson" userId="2e6e5431-bb17-4c41-9985-d39c50d83c73" providerId="ADAL" clId="{7F9681A8-EEE2-56F4-9B39-ECCBEE0471AC}" dt="2026-01-26T05:41:13.817" v="1081"/>
          <ac:spMkLst>
            <pc:docMk/>
            <pc:sldMk cId="4284578572" sldId="356"/>
            <ac:spMk id="9" creationId="{67726028-2AC8-A022-A0DF-148EE9C7FED7}"/>
          </ac:spMkLst>
        </pc:spChg>
        <pc:spChg chg="add mod">
          <ac:chgData name="Toby Donaldson" userId="2e6e5431-bb17-4c41-9985-d39c50d83c73" providerId="ADAL" clId="{7F9681A8-EEE2-56F4-9B39-ECCBEE0471AC}" dt="2026-01-26T05:41:44.376" v="1083" actId="1076"/>
          <ac:spMkLst>
            <pc:docMk/>
            <pc:sldMk cId="4284578572" sldId="356"/>
            <ac:spMk id="10" creationId="{204A1675-9665-0948-B153-74ABFCE8B631}"/>
          </ac:spMkLst>
        </pc:spChg>
        <pc:spChg chg="add mod">
          <ac:chgData name="Toby Donaldson" userId="2e6e5431-bb17-4c41-9985-d39c50d83c73" providerId="ADAL" clId="{7F9681A8-EEE2-56F4-9B39-ECCBEE0471AC}" dt="2026-01-26T05:41:44.376" v="1083" actId="1076"/>
          <ac:spMkLst>
            <pc:docMk/>
            <pc:sldMk cId="4284578572" sldId="356"/>
            <ac:spMk id="11" creationId="{085FF303-7B5D-129D-4FEB-053308B31573}"/>
          </ac:spMkLst>
        </pc:spChg>
        <pc:spChg chg="mod">
          <ac:chgData name="Toby Donaldson" userId="2e6e5431-bb17-4c41-9985-d39c50d83c73" providerId="ADAL" clId="{7F9681A8-EEE2-56F4-9B39-ECCBEE0471AC}" dt="2026-01-26T05:41:44.376" v="1083" actId="1076"/>
          <ac:spMkLst>
            <pc:docMk/>
            <pc:sldMk cId="4284578572" sldId="356"/>
            <ac:spMk id="18" creationId="{AF83B70D-016B-FAC8-28B6-866D5EAD583E}"/>
          </ac:spMkLst>
        </pc:spChg>
      </pc:sldChg>
      <pc:sldChg chg="modSp new mod">
        <pc:chgData name="Toby Donaldson" userId="2e6e5431-bb17-4c41-9985-d39c50d83c73" providerId="ADAL" clId="{7F9681A8-EEE2-56F4-9B39-ECCBEE0471AC}" dt="2026-01-26T05:45:24.997" v="1258" actId="20577"/>
        <pc:sldMkLst>
          <pc:docMk/>
          <pc:sldMk cId="3592128090" sldId="357"/>
        </pc:sldMkLst>
        <pc:spChg chg="mod">
          <ac:chgData name="Toby Donaldson" userId="2e6e5431-bb17-4c41-9985-d39c50d83c73" providerId="ADAL" clId="{7F9681A8-EEE2-56F4-9B39-ECCBEE0471AC}" dt="2026-01-26T05:44:53.559" v="1139" actId="20577"/>
          <ac:spMkLst>
            <pc:docMk/>
            <pc:sldMk cId="3592128090" sldId="357"/>
            <ac:spMk id="2" creationId="{1E1B846C-0C7C-3E51-2BFB-B21E9EFA9B6F}"/>
          </ac:spMkLst>
        </pc:spChg>
        <pc:spChg chg="mod">
          <ac:chgData name="Toby Donaldson" userId="2e6e5431-bb17-4c41-9985-d39c50d83c73" providerId="ADAL" clId="{7F9681A8-EEE2-56F4-9B39-ECCBEE0471AC}" dt="2026-01-26T05:45:24.997" v="1258" actId="20577"/>
          <ac:spMkLst>
            <pc:docMk/>
            <pc:sldMk cId="3592128090" sldId="357"/>
            <ac:spMk id="3" creationId="{D003BB6C-C63F-23BA-B12F-ABF7F2A41027}"/>
          </ac:spMkLst>
        </pc:spChg>
      </pc:sldChg>
      <pc:sldChg chg="modSp add mod ord">
        <pc:chgData name="Toby Donaldson" userId="2e6e5431-bb17-4c41-9985-d39c50d83c73" providerId="ADAL" clId="{7F9681A8-EEE2-56F4-9B39-ECCBEE0471AC}" dt="2026-01-26T23:20:49.685" v="1370" actId="5793"/>
        <pc:sldMkLst>
          <pc:docMk/>
          <pc:sldMk cId="4180737197" sldId="358"/>
        </pc:sldMkLst>
        <pc:spChg chg="mod">
          <ac:chgData name="Toby Donaldson" userId="2e6e5431-bb17-4c41-9985-d39c50d83c73" providerId="ADAL" clId="{7F9681A8-EEE2-56F4-9B39-ECCBEE0471AC}" dt="2026-01-26T23:20:29.926" v="1289" actId="20577"/>
          <ac:spMkLst>
            <pc:docMk/>
            <pc:sldMk cId="4180737197" sldId="358"/>
            <ac:spMk id="2" creationId="{3573A32D-63F8-93DE-FCDE-F8E94F385AFD}"/>
          </ac:spMkLst>
        </pc:spChg>
        <pc:spChg chg="mod">
          <ac:chgData name="Toby Donaldson" userId="2e6e5431-bb17-4c41-9985-d39c50d83c73" providerId="ADAL" clId="{7F9681A8-EEE2-56F4-9B39-ECCBEE0471AC}" dt="2026-01-26T23:20:49.685" v="1370" actId="5793"/>
          <ac:spMkLst>
            <pc:docMk/>
            <pc:sldMk cId="4180737197" sldId="358"/>
            <ac:spMk id="3" creationId="{4714037D-F5DF-1052-636E-EFB3458595AB}"/>
          </ac:spMkLst>
        </pc:spChg>
      </pc:sldChg>
      <pc:sldChg chg="delSp add mod">
        <pc:chgData name="Toby Donaldson" userId="2e6e5431-bb17-4c41-9985-d39c50d83c73" providerId="ADAL" clId="{7F9681A8-EEE2-56F4-9B39-ECCBEE0471AC}" dt="2026-01-27T18:54:26.452" v="1395" actId="21"/>
        <pc:sldMkLst>
          <pc:docMk/>
          <pc:sldMk cId="877234488" sldId="359"/>
        </pc:sldMkLst>
        <pc:spChg chg="del">
          <ac:chgData name="Toby Donaldson" userId="2e6e5431-bb17-4c41-9985-d39c50d83c73" providerId="ADAL" clId="{7F9681A8-EEE2-56F4-9B39-ECCBEE0471AC}" dt="2026-01-27T18:54:26.452" v="1395" actId="21"/>
          <ac:spMkLst>
            <pc:docMk/>
            <pc:sldMk cId="877234488" sldId="359"/>
            <ac:spMk id="10" creationId="{389AFE48-A3F9-F539-6E33-346235EADE23}"/>
          </ac:spMkLst>
        </pc:spChg>
        <pc:spChg chg="del">
          <ac:chgData name="Toby Donaldson" userId="2e6e5431-bb17-4c41-9985-d39c50d83c73" providerId="ADAL" clId="{7F9681A8-EEE2-56F4-9B39-ECCBEE0471AC}" dt="2026-01-27T18:54:26.452" v="1395" actId="21"/>
          <ac:spMkLst>
            <pc:docMk/>
            <pc:sldMk cId="877234488" sldId="359"/>
            <ac:spMk id="11" creationId="{33BFEB86-6140-22E6-AA3C-1B9C234CBCEF}"/>
          </ac:spMkLst>
        </pc:spChg>
      </pc:sldChg>
      <pc:sldChg chg="addSp modSp add mod">
        <pc:chgData name="Toby Donaldson" userId="2e6e5431-bb17-4c41-9985-d39c50d83c73" providerId="ADAL" clId="{7F9681A8-EEE2-56F4-9B39-ECCBEE0471AC}" dt="2026-01-27T18:59:10.708" v="1529" actId="2711"/>
        <pc:sldMkLst>
          <pc:docMk/>
          <pc:sldMk cId="1710943946" sldId="360"/>
        </pc:sldMkLst>
        <pc:spChg chg="add mod">
          <ac:chgData name="Toby Donaldson" userId="2e6e5431-bb17-4c41-9985-d39c50d83c73" providerId="ADAL" clId="{7F9681A8-EEE2-56F4-9B39-ECCBEE0471AC}" dt="2026-01-27T18:57:58.646" v="1413" actId="14100"/>
          <ac:spMkLst>
            <pc:docMk/>
            <pc:sldMk cId="1710943946" sldId="360"/>
            <ac:spMk id="3" creationId="{9E8C775A-E54E-A85F-3626-D2DFB226A74D}"/>
          </ac:spMkLst>
        </pc:spChg>
        <pc:spChg chg="add mod">
          <ac:chgData name="Toby Donaldson" userId="2e6e5431-bb17-4c41-9985-d39c50d83c73" providerId="ADAL" clId="{7F9681A8-EEE2-56F4-9B39-ECCBEE0471AC}" dt="2026-01-27T18:59:10.708" v="1529" actId="2711"/>
          <ac:spMkLst>
            <pc:docMk/>
            <pc:sldMk cId="1710943946" sldId="360"/>
            <ac:spMk id="7" creationId="{71A8E587-16D6-5621-934C-ED2533FA747C}"/>
          </ac:spMkLst>
        </pc:spChg>
        <pc:cxnChg chg="add mod">
          <ac:chgData name="Toby Donaldson" userId="2e6e5431-bb17-4c41-9985-d39c50d83c73" providerId="ADAL" clId="{7F9681A8-EEE2-56F4-9B39-ECCBEE0471AC}" dt="2026-01-27T18:58:57.164" v="1519" actId="20577"/>
          <ac:cxnSpMkLst>
            <pc:docMk/>
            <pc:sldMk cId="1710943946" sldId="360"/>
            <ac:cxnSpMk id="11" creationId="{BE7348CC-38E6-AA23-BF57-A7DDDB8176FE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27T19:00:02.730" v="1546" actId="14100"/>
        <pc:sldMkLst>
          <pc:docMk/>
          <pc:sldMk cId="2401297831" sldId="361"/>
        </pc:sldMkLst>
        <pc:spChg chg="mod">
          <ac:chgData name="Toby Donaldson" userId="2e6e5431-bb17-4c41-9985-d39c50d83c73" providerId="ADAL" clId="{7F9681A8-EEE2-56F4-9B39-ECCBEE0471AC}" dt="2026-01-27T18:59:57.957" v="1545" actId="113"/>
          <ac:spMkLst>
            <pc:docMk/>
            <pc:sldMk cId="2401297831" sldId="361"/>
            <ac:spMk id="7" creationId="{FF92241F-E20C-A611-1D63-5956145BFE16}"/>
          </ac:spMkLst>
        </pc:spChg>
        <pc:spChg chg="add mod">
          <ac:chgData name="Toby Donaldson" userId="2e6e5431-bb17-4c41-9985-d39c50d83c73" providerId="ADAL" clId="{7F9681A8-EEE2-56F4-9B39-ECCBEE0471AC}" dt="2026-01-27T18:59:36.894" v="1535" actId="14100"/>
          <ac:spMkLst>
            <pc:docMk/>
            <pc:sldMk cId="2401297831" sldId="361"/>
            <ac:spMk id="9" creationId="{015FA0C7-5187-99E7-46F5-C062AA23EC2A}"/>
          </ac:spMkLst>
        </pc:spChg>
        <pc:spChg chg="add mod">
          <ac:chgData name="Toby Donaldson" userId="2e6e5431-bb17-4c41-9985-d39c50d83c73" providerId="ADAL" clId="{7F9681A8-EEE2-56F4-9B39-ECCBEE0471AC}" dt="2026-01-27T18:59:56.030" v="1544" actId="113"/>
          <ac:spMkLst>
            <pc:docMk/>
            <pc:sldMk cId="2401297831" sldId="361"/>
            <ac:spMk id="15" creationId="{17ACCBA8-B4E4-B6D9-4AFB-6BC355F8715C}"/>
          </ac:spMkLst>
        </pc:spChg>
        <pc:cxnChg chg="add mod">
          <ac:chgData name="Toby Donaldson" userId="2e6e5431-bb17-4c41-9985-d39c50d83c73" providerId="ADAL" clId="{7F9681A8-EEE2-56F4-9B39-ECCBEE0471AC}" dt="2026-01-27T19:00:02.730" v="1546" actId="14100"/>
          <ac:cxnSpMkLst>
            <pc:docMk/>
            <pc:sldMk cId="2401297831" sldId="361"/>
            <ac:cxnSpMk id="16" creationId="{B6A47DAA-5BAD-54E3-1CAD-C3619B419EF9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7:43:34.3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13740 8206 24575,'13'0'0,"2"0"0,1 0 0,-1 0 0,1 0 0,-1 0 0,-1 0 0,-2 0 0,-2 0 0,-1 0 0,-1 0 0,1 0 0,0 0 0,2 0 0,-2 0 0,-1 0 0,1 0 0,-1 0 0,0-2 0,1 1 0,-2 0 0,2-1 0,-2 2 0,-1 0 0,-3 0 0,-1 0 0</inkml:trace>
  <inkml:trace contextRef="#ctx0" brushRef="#br0" timeOffset="2349">14319 8174 24575,'5'0'0,"4"0"0,-1 0 0,3 0 0,-3 0 0,1 0 0,-2 0 0,1 0 0,0 0 0,1 0 0,3 0 0,1 0 0,2 0 0,2 0 0,2 0 0,-1 0 0,-2 0 0,-1 0 0,-4 0 0,0 0 0,-1 0 0,-1 0 0,-2 0 0,0 0 0,-5 0 0,1 0 0</inkml:trace>
  <inkml:trace contextRef="#ctx0" brushRef="#br0" timeOffset="25048">9467 9694 24575,'17'0'0,"6"0"0,9 0 0,1 0 0,-2 0 0,-4 0 0,-4 0 0,-1-2 0,-7 1 0,-1 0 0,-5 0 0,-1-1 0,3 1 0,0-2 0,4-1 0,2 1 0,0-1 0,0 0 0,-2 1 0,-2 0 0,-4 1 0,-4 0 0,-1 1 0</inkml:trace>
  <inkml:trace contextRef="#ctx0" brushRef="#br0" timeOffset="28315">17522 9461 24575,'7'0'0,"2"0"0,0 0 0,-1 0 0,0 0 0,-1 0 0,-2 0 0,1 0 0,1 0 0,0 0 0,1 0 0,0 0 0,0 0 0,0 0 0,-1 0 0,-1 0 0,-2 0 0,1 0 0,1 0 0,1 0 0,0 0 0,-1 0 0,0 0 0,0 0 0,0 0 0,0-1 0,3 0 0,7-2 0,10-2 0,9-1 0,3-1 0,-6 1 0,-8 2 0,-8 1 0,-7 2 0,-2 0 0,-4 1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7:45:49.8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5048 9521 24575,'32'0'0,"-1"0"0,2-1 0,-3-3 0,-4-2 0,-4 0 0,-1 0 0,-2 2 0,3 2 0,1-1 0,6 1 0,3 0 0,6 1 0,0 0 0,-2-1 0,-3-1 0,-5 0 0,0 0 0,-1-1 0,2 1 0,2 0 0,-1 1 0,0 1 0,-2 1 0,-2 0 0,-2 0 0,-2 0 0,-2 0 0,-1 0 0,-2 0 0,-4 0 0,-3 0 0,-2 0 0,-2 0 0,2 0 0,1 0 0,0 0 0,3 0 0,3 0 0,2 0 0,2-1 0,0 0 0,-2-2 0,-4 0 0,-4 0 0,-3 1 0,-1 0 0,1 2 0,5 0 0,4 0 0,3 0 0,-1 0 0,-2 0 0,-8 0 0,-2 0 0</inkml:trace>
  <inkml:trace contextRef="#ctx0" brushRef="#br0" timeOffset="6766">5024 10568 24575,'7'0'0,"2"0"0,6 0 0,10 0 0,11 0 0,5-1 0,-3-2 0,-8-2 0,-10 0 0,-8 1 0,-4 2 0,5-1 0,11-2 0,14-4 0,-10 3 0,1 0 0,5-2 0,2 1 0,3 0 0,1 0 0,-6 2 0,2 0 0,-3 1 0,2 0 0,-2 0 0,4 1 0,-4 0 0,-8 3 0,-8 0 0,-1 0 0,3 0 0,6 0 0,5 0 0,8 0 0,4 0 0,0 0 0,0 0 0,-8 0 0,-8 0 0,-7 0 0,-8 0 0,-5 0 0,-3 0 0</inkml:trace>
  <inkml:trace contextRef="#ctx0" brushRef="#br0" timeOffset="8716">5096 11739 24575,'22'0'0,"13"0"0,12 0 0,-19 0 0,1 0 0,-1 0 0,0 0 0,-1 0 0,1 0 0,10 0 0,0 0 0,-7 0 0,0 0 0,7 0 0,-1 0 0,-10 0 0,-1 0 0,20 0 0,-6 0 0,-6 0 0,-6 0 0,-3 0 0,-2 0 0,0 0 0,1 0 0,1 0 0,1 0 0,-2 0 0,-1 0 0,-3 0 0,0 0 0,0 0 0,3 0 0,2 0 0,0 0 0,-3 0 0,-4 0 0,-9 0 0,-4 0 0</inkml:trace>
  <inkml:trace contextRef="#ctx0" brushRef="#br0" timeOffset="12897">5136 12989 24575,'0'0'0</inkml:trace>
  <inkml:trace contextRef="#ctx0" brushRef="#br0" timeOffset="14114">6586 12720 24575,'12'0'0,"-6"0"0,-6 0 0,-9 0 0,-1 0 0,0 0 0,6 0 0,0 0 0</inkml:trace>
  <inkml:trace contextRef="#ctx0" brushRef="#br0" timeOffset="16000">5041 12914 24575,'14'0'0,"7"0"0,14 0 0,12 0 0,-21 0 0,0 0 0,2 0 0,1 0 0,0 0 0,0 0 0,12 0 0,0 0 0,-11 0 0,0 0 0,7 0 0,0 0 0,8 1 0,1 3 0,-3 1 0,0 1 0,0-2 0,1-2 0,1-2 0,0 0 0,1 0 0,-1 0 0,0 0 0,-2 0 0,-8 0 0,-7 0 0,-9 0 0,-9 0 0,-2 0 0,2 0 0,8 0 0,10 0 0,5 0 0,-3 0 0,-7 0 0,-11 1 0,-6 1 0,-4 1 0,-2 2 0,0-2 0,0-1 0</inkml:trace>
  <inkml:trace contextRef="#ctx0" brushRef="#br0" timeOffset="17649">5208 13888 24575,'26'3'0,"15"-2"0,-13 0 0,2-2 0,4 1 0,2 0 0,2 0 0,2 0 0,1 0 0,0 0 0,2 0 0,0 0 0,-2 0 0,0 0 0,5 0 0,-1 0 0,-12 0 0,-2 0 0,4 0 0,-1 0 0,7 0 0,-6 0 0,-4 0 0,-2 2 0,5-1 0,6 3 0,8-1 0,1-1 0,-6 0 0,-9-2 0,-10 0 0,-8 0 0,-5 1 0,-3 0 0,-2 1 0,-3-1 0,-1 0 0</inkml:trace>
  <inkml:trace contextRef="#ctx0" brushRef="#br0" timeOffset="41798">15240 8221 24575,'18'0'0,"4"0"0,16 0 0,-5 0 0,12 0 0,-10 0 0,-2-1 0,-1-2 0,-1-1 0,-1 0 0,1-1 0,-3 0 0,-2 0 0,-3 0 0,-2 0 0,0-2 0,0 1 0,0 0 0,3-2 0,2-1 0,-1 0 0,-1-2 0,-6-1 0,-3-2 0,-1-2 0,-3-2 0,1-2 0,0-1 0,0-3 0,1-3 0,0 0 0,2-2 0,1-2 0,2-2 0,-2-3 0,-3 0 0,-5-3 0,-4-6 0,-3 20 0,0 0 0,-1-3 0,0 1 0,0 0 0,0-1 0,-1 3 0,0-1 0,-4-20 0,-5 7 0,-4 6 0,-3 5 0,-3 4 0,-1 0 0,-3 3 0,0 4 0,-2 1 0,1 1 0,0 2 0,-2-2 0,-1 1 0,2 3 0,1 4 0,3 5 0,0 2 0,0 0 0,1 0 0,0 4 0,-1 6 0,-8 9 0,-8 9 0,16-11 0,-1-1 0,0 1 0,0-1 0,2-1 0,1 0 0,-11 11 0,6-2 0,4 1 0,1 6 0,-4 9 0,11-16 0,0 1 0,-1 5 0,1 1 0,-2 4 0,1 1 0,1 2 0,1 1 0,-1 1 0,0 1 0,1-3 0,1-2 0,2-3 0,0-2 0,2-3 0,1-3 0,-1 15 0,4-8 0,3-6 0,0-4 0,0 0 0,0 13 0,0-6 0,2 8 0,2-12 0,4-3 0,2 0 0,1 2 0,2-1 0,-2 1 0,-1-5 0,-1-5 0,-3-5 0,1-5 0,-2-2 0,-1-2 0,1 0 0,-1-1 0,1-2 0,1-4 0,2-1 0,2-3 0,6-1 0,6-2 0,5-1 0,1 1 0,-2 1 0,-5 1 0,-4 2 0,-4 0 0,0 2 0,-1 0 0,1-1 0,-3 2 0,-4 2 0,-4 3 0,-4 1 0,-2 0 0</inkml:trace>
  <inkml:trace contextRef="#ctx0" brushRef="#br0" timeOffset="45365">6483 15240 24575,'17'26'0,"3"2"0,5 3 0,4-3 0,1-4 0,0-7 0,0-2 0,-2-3 0,-1-3 0,-2-3 0,3-2 0,0-2 0,2-1 0,-1-1 0,-3-1 0,-1-2 0,-4-3 0,-2-3 0,0-3 0,-1-3 0,0-1 0,-3-2 0,-2 2 0,-3 2 0,-2 2 0,-1 0 0,-2-2 0,-1-5 0,-1-6 0,-1-6 0,-1-7 0,-1 0 0,0 1 0,0 5 0,0 9 0,0 6 0,-1 6 0,-1 5 0,-1 3 0,-2 2 0,-1 1 0,0 0 0,-2 0 0,-6 0 0,-2 0 0,-4 0 0,1 0 0,1 0 0,1 0 0,3 0 0,1 0 0,1 0 0,0 3 0,2 0 0,0 2 0,2 2 0,-1-2 0,-1 2 0,-1 0 0,-1 0 0,0 1 0,-3 1 0,-14 9 0,2-1 0,-4 2 0,-10 5 0,-3 1-214,11-6 1,-2 1 0,1-1 213,-1-1 0,1 0 0,1-1 0,-9 3 0,4-2 0,9-5 0,4-2 0,-4 1 0,19-10 0,10-2 0,10-1 0,-6 1 0,5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7:48:56.0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11875 2138 24575,'46'0'0,"-7"0"0,-8 0 0,0 0 0,-5 0 0,-1 0 0,22 0 0,-1 0 0,-2-2 0,-6-1 0,-3-1 0,-7-1 0,-4 0 0,-5 0 0,0-2 0,1 0 0,0 0 0,2 1 0,1-1 0,-1-1 0,-1-4 0,-3-3 0,-3 0 0,-1-1 0,0 2 0,-1-2 0,3-5 0,2-3 0,0-2 0,1 0 0,-3 3 0,-1 4 0,-5 2 0,-4 2 0,-3 1 0,-3-3 0,0 0 0,0-2 0,0 0 0,-1 1 0,-4 2 0,-3 3 0,-5 0 0,-4 1 0,-3-1 0,-2-1 0,-3 1 0,-3 0 0,0 4 0,1 2 0,3 4 0,3 2 0,1 1 0,1 0 0,-2 0 0,1 0 0,-2 0 0,-1 0 0,1 0 0,1 2 0,3 1 0,3 2 0,3 0 0,6-2 0,1-2 0</inkml:trace>
  <inkml:trace contextRef="#ctx0" brushRef="#br0" timeOffset="2967">1103 2376 24575,'47'0'0,"-19"0"0,1 0 0,8 0 0,2 0 0,3 0 0,0-1 0,2-1 0,2-1 0,0-1 0,2-1 0,-4-1 0,2-2 0,-3 1 0,4 0 0,-2-1 0,-8 2 0,1-1 0,-5 1 0,-6 1 0,-3 0 0,16-4 0,-6 0 0,-6 2 0,-4 2 0,-4 0 0,-2 3 0,-4 0 0,-6 1 0,-2 1 0</inkml:trace>
  <inkml:trace contextRef="#ctx0" brushRef="#br0" timeOffset="4817">1170 3005 24575,'22'-3'0,"13"1"0,13 2 0,-21 0 0,1 0 0,0 0 0,-1 0 0,-1 0 0,0 0 0,10 0 0,0 0 0,-10 0 0,-1 0 0,6 0 0,-1 0 0,-1 0 0,-8-1 0,-5 0 0,-1-2 0,0 0 0,3 0 0,0 0 0,-1 1 0,-3 1 0,-3 1 0,-3 0 0,-2 0 0,-1-1 0,0 0 0,1-1 0,-1 1 0,0 1 0,0 0 0,1 0 0,2 0 0,0 0 0,1 0 0,-3 0 0,-2 0 0,-1 0 0</inkml:trace>
  <inkml:trace contextRef="#ctx0" brushRef="#br0" timeOffset="14166">1763 7963 24575,'0'15'0,"0"8"0,0 9 0,0 2 0,0-4 0,0 3 0,0-10 0,0 5 0,0-5 0,0 5 0,0 7 0,0 4 0,0 1 0,0-2 0,0-3 0,0 1 0,0-2 0,0 6 0,0 9 0,0-20 0,0 0 0,0 3 0,0 0 0,0 1 0,0 1 0,0-2 0,0 0 0,0 0 0,0 0 0,-1 1 0,0 0 0,0 2 0,0 1 0,0 2 0,-1 0 0,1 0 0,0 0 0,1-3 0,0 0 0,0-4 0,0-1 0,0-2 0,0 0 0,0 0 0,0 0 0,0 2 0,0 0 0,0 1 0,0-1 0,0 1 0,0-1 0,0 0 0,0-2 0,0 0 0,0-1 0,0 0 0,0 0 0,0 1 0,0-1 0,1 2 0,0 0 0,0 4 0,0 1 0,1 2 0,1 1 0,-1 2 0,0 0 0,-1-1 0,1-1 0,-1-4 0,-1-3 0,0 15 0,0-15 0,0-14 0,0-6 0,0-3 0,0 0 0,0 0 0,0 1 0,0 3 0,0 3 0,0 5 0,0 3 0,0-1 0,0-1 0,0-2 0,0-2 0,0-3 0,0-1 0,0-2 0,0-3 0,0-1 0,0-1 0,0-2 0,0 2 0,0-1 0,0-1 0,0-1 0</inkml:trace>
  <inkml:trace contextRef="#ctx0" brushRef="#br0" timeOffset="16100">1771 10586 24575,'0'15'0,"0"10"0,0 11 0,0 11 0,0 1 0,0-1 0,0-6 0,0-7 0,0-9 0,0-9 0,0 1 0,0-1 0,0 7 0,0 3 0,0 3 0,0 6 0,0 4 0,0 1 0,0 2 0,0 2 0,0 1 0,0-4 0,0-5 0,-1-11 0,-1-8 0,1-6 0,-1-5 0,1-1 0,0-2 0,0 1 0,1-1 0,0 1 0,0 1 0,0 1 0,0 1 0,0-3 0,0-1 0</inkml:trace>
  <inkml:trace contextRef="#ctx0" brushRef="#br0" timeOffset="40867">12013 7310 24575,'0'20'0,"0"1"0,0 4 0,0-1 0,1-2 0,1 0 0,3-1 0,1 3 0,2 2 0,4 1 0,2 1 0,4 3 0,3 3 0,3 7 0,-11-19 0,1 2 0,9 14 0,0 0 0,-7-10 0,-1-2 0,5 9 0,-1-4 0,-2-2 0,-4-10 0,-5-7 0,-3-2 0,-1 1 0,1 3 0,4 11 0,4 12 0,-7-14 0,1 2 0,0-1 0,-1 0-820,4 14 1,-5-17 0,-1-13 0</inkml:trace>
  <inkml:trace contextRef="#ctx0" brushRef="#br0" timeOffset="42033">11521 8002 24575,'27'0'0,"-3"0"0,3 0 0,14 1 0,4-2 0,-7 0 0,2-1 0,1-1-539,2-1 0,0-1 0,0-1 539,-1 0 0,-1-2 0,-1 0 0,-2-2 0,-1 0 0,-2 0 262,9-5 1,-2 0-263,-2 1 0,-2-1 133,-10 3 1,-1 1-134,-1 2 0,-2 1 0,1 0 0,-6 5 825,-11 4-825,-6 1 0,-3-1 0,-3-2 0,3 1 0,-1-1 0</inkml:trace>
  <inkml:trace contextRef="#ctx0" brushRef="#br0" timeOffset="46330">10951 13841 24575,'24'3'0,"10"-1"0,13-2 0,-20 0 0,0 0 0,0 0 0,1 0 0,0 0 0,1 0 0,-1 0 0,1 0 0,0 0 0,-1 0 0,-1 0 0,0 0 0,22 0 0,-4 0 0,-4 0 0,-7 0 0,1 0 0,-13 0 0,4 0 0,-10-1 0,3-1 0,1-1 0,2 0 0,3 0 0,1 0 0,3 1 0,4 0 0,1 2 0,-1 0 0,-2 0 0,-1-2 0,1-1 0,-1 0 0,-3 0 0,-5 1 0,-9 0 0,-7 2 0,-4-1 0</inkml:trace>
  <inkml:trace contextRef="#ctx0" brushRef="#br0" timeOffset="48683">11169 13655 24575,'-7'0'0,"-1"1"0,-1 2 0,2 1 0,-1 0 0,1 1 0,0 0 0,-4 2 0,-4 2 0,-4 2 0,-4 0 0,2 0 0,5-2 0,3-2 0,-5 2 0,-12 10 0,8-5 0,-2 3 0,-6 5 0,-1 2 0,-4 3 0,1 1 0,2-1 0,1-1 0,4-2 0,2-2 0,-10 10 0,16-12 0,10-9 0,8-7 0,4-2 0,1-2 0,0 0 0,2 0 0,0 0 0,2 0 0,1 0 0,2 0 0,4 3 0,7 6 0,8 6 0,5 7 0,4 2 0,0 0 0,0-1 0,1-1 0,1 0 0,-1-2 0,-2-2 0,-4-2 0,-4-3 0,-4 0 0,-6-2 0,-5-4 0,-8-3 0,-2-3 0</inkml:trace>
  <inkml:trace contextRef="#ctx0" brushRef="#br0" timeOffset="71783">1225 2069 24575,'24'0'0,"6"0"0,7 0 0,9 0 0,-21 0 0,2 0 0,19 0 0,3 0 0,-14 0 0,1 0 0,-3-1 0,2 1 0,-2 1 0,-2-1 0,-2 1 0,-1 0 0,-1 1 0,20 2 0,-8 0 0,-6-2 0,-7-2 0,-2 0 0,-1 0 0,-1 0 0,1 0 0,-2 0 0,-3 0 0,-3 0 0,-3 1 0,-2 0 0,0 1 0,1 1 0,-1-2 0,0 1 0,-1-2 0,-1 0 0,-3 0 0,-2 1 0,-2 0 0,-1 2 0,-1 0 0,0 0 0,-1-1 0,1-1 0,0 0 0</inkml:trace>
  <inkml:trace contextRef="#ctx0" brushRef="#br0" timeOffset="85534">20062 3325 24575,'-8'0'0,"1"0"0,0 0 0,-2 0 0,0 0 0,-2 1 0,-12 11 0,3 0 0,-13 10 0,4-1 0,3-2 0,0-1 0,6-4 0,3-3 0,3-3 0,3-1 0,3-2 0,2-1 0,2-2 0,0 0 0,1 0 0,0 1 0,-1 1 0,0 3 0,-3 1 0,-2 2 0,1 0 0,-1 0 0,1 2 0,1 0 0,1 2 0,0 0 0,0-2 0,2 0 0,1 0 0,0 2 0,0 3 0,0 2 0,0 3 0,0 0 0,1-1 0,1-3 0,1-2 0,0-3 0,0-1 0,0-4 0,0-1 0,0-2 0,1-1 0,1 1 0,2 0 0,2 2 0,1 0 0,1 1 0,1 0 0,-2-2 0,1-1 0,1-1 0,1 0 0,0-1 0,0 1 0,2 0 0,3 2 0,4-2 0,5 1 0,3-2 0,2-1 0,1-1 0,1-1 0,-3 0 0,-1 0 0,-2 0 0,-4 0 0,-4 0 0,-4-1 0,-5 0 0,-2-2 0,-1-1 0,0-2 0,1-1 0,1-2 0,1 2 0,-1 1 0,0 1 0,1 0 0,1-1 0,-1-1 0,2 0 0,-1-1 0,-3 1 0,-1-3 0,-4 0 0,1-7 0,1-2 0,1-4 0,0-3 0,1 1 0,-2 1 0,0 2 0,-2 2 0,-1 3 0,0 0 0,0 1 0,0 3 0,0 0 0,0 1 0,-3-2 0,-2 0 0,-1 1 0,-1 1 0,0 3 0,2 1 0,0 1 0,-1 0 0,0-1 0,0 2 0,0-1 0,0 1 0,2 0 0,1 2 0,0 0 0,0 2 0,0 0 0,-1-1 0,-1 1 0,1 0 0,1-1 0,0 1 0,0-1 0,0 0 0,2 1 0,-1 1 0</inkml:trace>
  <inkml:trace contextRef="#ctx0" brushRef="#br0" timeOffset="98966">20158 9482 24575,'11'0'0,"9"0"0,0-3 0,13-2 0,1-1 0,2-2 0,-2 2 0,-7 1 0,-7 2 0,-4 1 0,-3 0 0,-2 0 0,-2 0 0,-2-2 0,-3 3 0,-2-1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7:52:47.4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1611 7464 24575,'35'0'0,"8"0"0,-16 0 0,2 0 0,1 0 0,2 0 0,-1 0 0,0 0 0,1-1 0,0 0 0,-1-1 0,0 0 0,0 0 0,-1-1 0,-2 1 0,2 0 0,8 0 0,0 1 0,-9 1 0,1 0 0,10 0 0,3 0 0,-8 1 0,1-1 0,-2-1 0,6 1 0,0-1 0,-6-1 0,1 1 0,-3 0 0,-2-1 0,-5 0 0,0-2 0,-7 3 0</inkml:trace>
  <inkml:trace contextRef="#ctx0" brushRef="#br0" timeOffset="2202">13519 7097 24575,'17'2'0,"9"0"0,9-2 0,6 0 0,-2 0 0,6 0 0,-18 0 0,2 0 0,-22 0 0,-3 0 0</inkml:trace>
  <inkml:trace contextRef="#ctx0" brushRef="#br0" timeOffset="4652">10393 7292 24575,'27'0'0,"16"0"0,-12 0 0,4 0 0,4 0 0,3 0 0,-1 0 0,3 0 0,-2 0 0,-7 0 0,-1 0 0,2 0 0,8 0 0,1 0 0,-2 0 0,3 0 0,-2 0 0,-4 0 0,0 0 0,-2 0 0,-1 0 0,-2 0 0,1 0 0,0 0 0,-1 0 0,0 0 0,1 0 0,-2 0 0,0 0 0,-1 0 0,0 0 0,-1 0 0,0 0 0,2 0 0,-1 0 0,3 0 0,1 0 0,4 0 0,1 0 0,3 0 0,2 0 0,1 0 0,1 0 0,-1 0 0,-1 0 0,-5 0 0,-2 0 0,-7 0 0,-4 0 0,12 0 0,-15 0 0,-12-1 0,-4 0 0,-6 0 0,-3 0 0,-5 1 0,1 0 0,-1 0 0</inkml:trace>
  <inkml:trace contextRef="#ctx0" brushRef="#br0" timeOffset="15735">4141 8503 24575,'26'0'0,"15"0"0,-11 0 0,3 0 0,3 0 0,1 0 0,3 0 0,2 0 0,1 0 0,1 0 0,-11 0 0,1 0 0,1 0 0,3 0 0,1 0 0,2 0 0,3-1 0,5 1 0,-1-1 0,-3 1 0,0-1 0,-3 0 0,2 0-191,-3 0 1,1 0-1,0-1 1,-4 1 190,8-2 0,-3-1 0,2 1 0,0 0 0,3-1 0,2 2 0,-15 0 0,1 1 0,0 0 0,0 0 0,0 0 0,0 0 0,-1 0 0,0 1 0,0-1-31,13-1 0,0-1 31,-2 1 0,1-1 0,-14 1 0,0 0 0,1 0-231,2 0 0,1 1 0,0-1 231,2 1 0,1 0 0,-1 0 0,1 0 0,-1 0 0,0 1 0,-1 0 0,0 0 0,0 0 0,3 0 0,0 0 0,0 0 0,2 0 0,0 0 0,1 0 0,1 0 0,0 0 0,0 0 0,-1 0 0,1 0 0,-1 0 0,-3 0 0,0 0 0,-1 0 0,-1 0 0,-1 0 0,-1 0 0,-1 0 0,-1 0 0,0 0 0,15 0 0,-1 0 0,0-1 0,-1-1 0,1 1 0,0-2 0,-15 2 0,1-1 0,0 0 0,0 0 0,1 0 0,-1-1 0,0 1 0,0-1 0,1 1 0,-1 0 0,2 0 0,-1-1 0,2 0 0,1 0 0,0 0 0,2-1 0,1 1 0,1-1-413,-7 1 0,2-1 0,0 0 0,1 0 413,3 0 0,0-1 0,1 0 0,1 1 0,3-1 0,1 1 0,1 0 0,0 0-322,-7 0 1,0 1-1,1-1 1,0 1-1,-1 0 322,1 0 0,-1 1 0,1-1 0,-1 0 0,1 1 0,-2-1 0,1 1 0,-1-1 0,0 1 0,0 0 0,8-1 0,-1 0 0,0 1 0,0-1 0,-1 1 0,0 0 0,-1 0 0,0 0-363,0 0 0,0 1 1,-1 0-1,1-1 363,0 1 0,0 1 0,0-1 0,-1 0 0,1 1 0,0-1 0,-1 1 0,1 0 0,-2-1 0,0 1 0,1 1 0,-2-1 0,-1 0 0,0 0 0,0 0 0,-1 0 0,-1 0 0,-1 0 0,1 0 0,1 0 0,0 0 0,1 0 0,1 0 0,-1 0 0,-2 0 0,1 0 0,-2 0 0,0 0 0,4 0 0,-3 0 0,4 0 0,1 0 0,0 0 0,-1 0 0,-4 0 0,1 0 0,-2 0 0,-1 0 0,2 0 0,6 0 0,3 0 0,-1 0 0,-3 0-40,2 0 1,-2 0 0,-1 0 39,-1 0 0,0 0 0,1 0 0,0 0 0,1 0 0,0 0 0,1 0 0,1 0 0,0 0 0,-1 0 0,0 0 0,1 0 0,0 0 0,0 0 0,0 0 0,-1 0 0,1 0 0,-1 0 0,-1 0 0,-1 0 0,0 0 0,1 0 0,-1 0 0,0 0 0,-2 0 0,-1 0 0,1 0 0,-2 0 0,1 0 0,-1 0 0,-1 0 0,-1-1 0,0 2 390,-2-1 0,-1 1 1,0 0-391,14 1 0,0 0 0,-2 2 0,0-1 0,-1 1 0,1 0 0,2-1 0,0 0 0,-16-1 0,1 1 0,0-1 0,15 1 0,-1 0 0,-2 1 0,-3-1 1109,-4 0 1,-3 0-1110,-8-1 0,-2 0 1844,10 1-1844,-15-1 876,-8-1-876,-7 0 236,-2-1-236,0 2 0,1-1 0,2-1 0,4 1 0,2 1 0,1 0 0,0-1 0,-2-1 0,-3 1 0,-3 1 0,-3 1 0,-3 0 0,0-1 0,0-1 0</inkml:trace>
  <inkml:trace contextRef="#ctx0" brushRef="#br0" timeOffset="32868">6485 8908 24575,'5'-2'0,"9"0"0,13 2 0,17 0 0,-17 0 0,2 0 0,0 0 0,-1 0 0,0 0 0,0 0 0,-1 0 0,1 0 0,2 0 0,2 0 0,15 0 0,2 0 0,-13 0 0,1 0 0,8 0 0,-1 0 0,-18 0 0,-2 0 0,22 0 0,2 0 0,-22-2 0,-1 0 0,1 0 0,-1-1 0,23-3 0,-7 0 0,-4 1 0,3-2 0,6 0 0,-7 1 0,2 0 0,-8 1 0,0 1 0,12-3 0,1 0 0,-13 0 0,0 1 0,-1-2 0,1 0 0,1 0 0,0-1 0,-1-1 0,0 1 0,0-1 0,0 0 0,0 0 0,1 0 0,12-4 0,0 0 0,-11 3 0,0 1 0,8-3 0,-1 1 0,-15 4 0,-2 2 0,23-2 0,0 4 0,-22 2 0,0 0 0,2 1 0,0-1 0,1 0 0,-1 0 0,0-1 0,0 0 0,-2 0 0,-1 0 0,23-3 0,1 1 0,-24 3 0,0-1 0,2 1 0,0-1 0,2-1 0,1 0 0,3-1 0,1 0 0,4-1 0,1 0 0,4 1 0,1 0 0,3 1 0,0 1 0,1 1 0,1 1 0,-2 1 0,0 0 0,-2-1 0,-2 2 0,-2 0 0,-1 2 0,-4-1 0,-1 1 0,-3 0 0,0 1 0,-3-1 0,-1-1 0,-2 0 0,-1-1 0,22 0 0,-3-1 0,-1 0 0,-1 0 0,-2 0 0,0 1 0,-3 2 0,0 3 0,-2 1 0,2 1 0,0-1 0,1 1 0,1-1 0,2-2 0,-2 1 0,-5-1 0,-7-1 0,-9 0 0,-7 0 0,-5 0 0,-3 0 0,-3 1 0,1-1 0,-1 1 0,0 0 0,-3 0 0,2-1 0,-1-2 0</inkml:trace>
  <inkml:trace contextRef="#ctx0" brushRef="#br0" timeOffset="100369">8190 11284 24575,'15'0'0,"10"0"0,18 0 0,-16 0 0,0 0 0,-1 0 0,1 0 0,19 0 0,-9 0 0,-7 0 0,5 0 0,-11 0 0,4 0 0,-10 0 0,1 0 0,5-2 0,5 0 0,7-2 0,2-2 0,0 2 0,-3-1 0,-7 2 0,-4-1 0,-3 0 0,1 1 0,0 0 0,-2 2 0,-4 1 0,-8 0 0,-3 0 0</inkml:trace>
  <inkml:trace contextRef="#ctx0" brushRef="#br0" timeOffset="102669">10172 11266 24575,'21'0'0,"1"0"0,0 0 0,12 0 0,-8 0 0,8 0 0,-14 0 0,-5 0 0,-4 0 0,-2 0 0,4 0 0,-2 0 0,6 0 0,-3 0 0,0 0 0,1 0 0,-1 0 0,2 0 0,2 0 0,-1 0 0,-1 0 0,-2 0 0,-5 1 0,-4 1 0,-3 1 0,-1 0 0,2-1 0,3-1 0,6-1 0,3 0 0,3 0 0,-2 0 0,-3 0 0,-1 0 0,-2 0 0,0 0 0,-2 1 0,-2 1 0,-4-1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7:56:56.7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11248 11461 24575,'16'-3'0,"17"1"0,-7 2 0,4 0 0,5 0 0,1 0 0,3 0 0,-1 0 0,-3 0 0,0 0 0,-4 0 0,-1 0 0,1 0 0,-2 0 0,7 0 0,-1 0 0,-22 0 0,-3 0 0,-2 0 0,0 0 0,0 0 0,1 0 0,0 0 0,-2 0 0,-1 0 0,-2 0 0,-2 0 0,-2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7:57:10.2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3845 7518 24575,'-12'0'0,"-6"0"0,-6 0 0,-4 0 0,0 0 0,0 0 0,2 0 0,1 0 0,4 0 0,-4 0 0,6 0 0,-7 0 0,6 0 0,-3 0 0,-6 0 0,-14 0 0,15 0 0,-1 0 0,-1 0 0,0 0 0,3 0 0,1 0 0,-11 0 0,17 1 0,11 1 0,6 3 0,3 3 0,-1 1 0,2 3 0,1 3 0,2 7 0,1 10 0,1 12 0,-3-17 0,0 1 0,1 4 0,-1 0 0,1 3 0,0 1 0,1 2 0,-1 1 0,0 3 0,0-1 0,0 3 0,-1-1 0,1-1 0,-1 0 0,0-2 0,-1-2 0,0-1 0,0 0 0,-1-3 0,0 0 0,-1-2 0,1 1 0,0-1 0,0-1 0,0 1 0,0 1 0,0 2 0,0 1 0,0 3 0,-1 0 0,1 3 0,-2 1 0,1 1 0,0 0 0,0 1 0,0 0 0,0 2 0,0 0-247,0 1 0,0 1 247,1-15 0,-1 2 0,-1 0 0,1 2 0,-1 1 0,0 1 0,-1 1 0,1 1 0,-2 0 0,1 3 0,-1 0 0,0 0 0,-1-1 0,1 0 0,-1-1 0,1-2 0,-1 0 0,1-1 0,-1-4 0,1 0 0,0-1 0,-1 11 0,0-2 0,0-6 0,1-1 0,0-5 0,1-2 0,0-2 0,0 0 0,0 0 0,-1 0 0,1 2 0,0 0 0,0 4 0,0 1 247,-1 2 0,0 1-247,-1 2 0,1 0 0,-2 2 0,0 1 0,-1 1 0,0 0 0,-1 0 0,1 0 0,-1-2 0,-1-1 0,2-3 0,1-2 0,0-6 0,2-3 0,-3 12 0,5-16 0,0-11 0,1-4 0,0-2 0,0 0 0,0 10 0,-3 14 0,-1 14 0,1-18 0,0 0 0,-3 19 0,3-12 0,1-13 0,3-10 0,1-5 0,3-4 0,10-1 0,11 0 0,14 0 0,8 0 0,-23 0 0,1 0 0,2 0 0,-1 0 0,1 0 0,0 0 0,2 0 0,1 0 0,1 0 0,0 0 0,1 0 0,-1 0 0,-2 0 0,-1 0 0,-2 1 0,-2 0 0,19 1 0,-8 1 0,-5 2 0,-4 0 0,-1 1 0,-4-1 0,-4-2 0,-6-1 0,-6 0 0,-3 1 0,-2 2 0,-1-2 0,0-1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7:57:52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23944 2893 24575,'0'13'0,"0"8"0,0 12 0,0 13 0,0-20 0,0 2 0,0 0 0,0 1 0,0 0 0,0 0 0,0 0 0,0 0 0,0 2 0,0 0 0,0-1 0,0 2 0,0 14 0,0 1 0,0-12 0,0-1 0,0 11 0,0-2 0,0-13 0,0-2 0,0 0 0,0 0 0,0 0 0,0-1 0,0-2 0,0 0 0,0 20 0,0-5 0,0-9 0,0-8 0,0-6 0,0-6 0,0-3 0,0-1 0,0 0 0,0 2 0,0 5 0,0 6 0,0 5 0,0 3 0,0 2 0,0-2 0,0 2 0,0-1 0,0-4 0,0-4 0,0-6 0,0-5 0,0-2 0,0-3 0,0 0 0,0 1 0,0 9 0,-1 14 0,-3 17 0,1-15 0,-2 2 0,0 1 0,-1 0 0,-1-3 0,0 0 0,-5 16 0,3-19 0,5-14 0,3-9 0</inkml:trace>
  <inkml:trace contextRef="#ctx0" brushRef="#br0" timeOffset="2102">26391 4692 24575,'7'0'0,"3"0"0,-1 0 0,0 0 0,-3 0 0,0 0 0,3 0 0,2 0 0,1 0 0,2 0 0,-1 0 0,1 0 0,3 0 0,1 0 0,1 0 0,-1 0 0,-1 0 0,0 0 0,2 0 0,1 0 0,2 0 0,0 0 0,-2 0 0,-3 0 0,-3 0 0,-2 0 0,-2 1 0,0 1 0,-3-1 0,0 0 0,-3-1 0,0 0 0,-2 0 0,0 0 0</inkml:trace>
  <inkml:trace contextRef="#ctx0" brushRef="#br0" timeOffset="3650">26456 4848 24575,'10'2'0,"1"-1"0,1-1 0,4 0 0,3 0 0,4 0 0,3 0 0,13 2 0,-10 0 0,6 1 0,-17 0 0,-4 0 0,-3-1 0,-2 0 0,0 0 0,-2-1 0,-1 0 0,0 0 0,-1-1 0,0 0 0,-1 0 0,0 0 0,-1 1 0,0-1 0,-1 1 0</inkml:trace>
  <inkml:trace contextRef="#ctx0" brushRef="#br0" timeOffset="7052">4240 8387 24575,'15'0'0,"18"0"0,-5 0 0,5-2 0,14-2 0,3-2-737,-11 1 0,2-2 1,0-1 736,4-1 0,2-2 0,-1-1 0,0 1 0,-1-1 0,-1 0 154,-5 2 0,-2-1 0,-1 2-154,10-2 0,-3 2 211,-13 4 0,-3 1-211,11 1 0,-12 3 0,-10 0 1126,-9 0-1126,-8 0 200,-7 0-200,-9 0 0,-6 3 0,-8 4 0,-11 5 0,14-4 0,-1 2 0,-5 2 0,-2 1 0,-4 3 0,-1 1 0,-2 1 0,-1 0 0,1 0 0,0-1 0,0-2 0,1-1 0,3-2 0,2-2 0,4-1 0,2-2 0,-17 2 0,18-4 0,11-5 0,10 0 0,3 0 0,-4 0 0,-7 0 0,-10 2 0,-9 2 0,-3 0 0,1 2 0,4-3 0,7-1 0,7-1 0,6-1 0,7 0 0,4 0 0</inkml:trace>
  <inkml:trace contextRef="#ctx0" brushRef="#br0" timeOffset="26234">23189 4099 24575,'16'0'0,"-1"0"0,3 0 0,-1 0 0,-4 0 0,1 0 0,-3 0 0,3 0 0,7 0 0,5 0 0,8-1 0,6-1 0,0 0 0,3 0 0,-2 2 0,-3 0 0,0 0 0,-5 0 0,0 0 0,-3 0 0,-2 0 0,-2 0 0,-3 0 0,-1 0 0,-3 0 0,-4 0 0,-2 0 0,-2 0 0,-1 1 0,-2 0 0,-1 0 0,-2 0 0,0 0 0,2 0 0,0 1 0,1-1 0,1-1 0,4 0 0,3 0 0,3 0 0,2 0 0,2 0 0,-1 0 0,-2 0 0,-4 2 0,-4-1 0,-2 1 0,-4 1 0,-3-2 0,-2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17:59:04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2373 7399 24575,'18'0'0,"8"0"0,15 0 0,-16 0 0,1 0 0,1 0 0,0 0 0,2 0 0,0 0 0,4 0 0,1 0 0,1 0 0,4 0 0,2 0 0,5 0 0,-3 0 0,2-1 0,0 0 0,-6 1 0,2-1 0,-5 0 0,-10 0 0,-2-1 0,17 1 0,-6 1 0,-1 0 0,2 0 0,-3 0 0,-4 0 0,-4 0 0,-5 0 0,-1 0 0,-1 0 0,3 0 0,2 0 0,2 0 0,3 0 0,18 0 0,-20 0 0,1 0 0,0 0 0,-1 0 0,19 0 0,-18 0 0,-5 0 0,-1 0 0,-2 0 0,-2 1 0,1 1 0,-3-1 0,-1 1 0,-2-2 0,-1 0 0,-3 0 0,-1 0 0,-3 0 0,-2 0 0</inkml:trace>
  <inkml:trace contextRef="#ctx0" brushRef="#br0" timeOffset="2051">3929 7397 24575,'-21'-7'0,"0"0"0,-5-1 0,3 0 0,1 2 0,4-1 0,0-2 0,1-1 0,1-1 0,1-2 0,-1-1 0,-2-2 0,-1-2 0,-1 0 0,2-1 0,4 4 0,3 3 0,5 6 0,5 4 0,8 7 0,2 2 0,3 5 0,-3-3 0,0 0 0,0 0 0,2 0 0,4 2 0,4 0 0,4 2 0,2-1 0,0 1 0,0-1 0,1 1 0,-2 0 0,-2-3 0,-5-1 0,-3-3 0,-5-2 0,-4 1 0,-4-1 0,-4 0 0,-2 3 0,-3 0 0,-1 1 0,0 0 0,0-1 0,0 0 0,-2 0 0,-3 1 0,-2 2 0,-2 0 0,3 0 0,4-2 0,3-2 0,3-2 0,2-1 0,1-2 0,0 2 0,-2 0 0,-2 2 0,-4 4 0,-3 5 0,-3 4 0,1 2 0,2 0 0,2-3 0,4-5 0,3-5 0,3-5 0,2-2 0</inkml:trace>
  <inkml:trace contextRef="#ctx0" brushRef="#br0" timeOffset="19166">10363 7224 24575,'32'0'0,"1"0"0,6 0 0,-1 0 0,4 0 0,1 0-820,-4 0 1,1 0 0,1 0 0,1 0 670,6 0 0,1 0 0,0 0 1,0 0 148,0 0 0,0 0 0,0 0 0,-1 0 0,-1 0 0,0 0 0,-1 0 0,0 0 0,-2 0 0,0 0 0,0 0 0,-2 0 400,7 0 1,-2 0-1,2 0-400,-8 0 0,1 0 0,-1 0 0,-3 0 0,-3 0 0,-3 0 0,1 0 316,19 0 1,-7 0-317,-14 0 0,-13 0 0,-8 0 2038,-1 0-2038,-1 0 0,-1 0 0,1 0 0,-1 0 0,-1 0 0,-4 0 0,-2 1 0,-4 1 0,2 0 0,-2 1 0,3 0 0,-1 0 0,0 0 0,-1-1 0,1-1 0,0-1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7:32:55.0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11042 6262 24575,'0'25'0,"0"1"0,0 4 0,0 4 0,0 4 0,0 2 0,0 3 0,0 2 0,0 3-547,0-8 1,0 2 0,0 1 0,0 1 0,0 1 0,0 0 77,0-3 1,0 1 0,0 1 0,0-1 0,0 1 0,0 0 0,0 0 347,0 5 0,0 1 0,0-1 0,0 0 0,0 0 0,0-1 4,0-4 1,0 1 0,0-1 0,0 0 0,0-1 0,0-1 116,0 3 0,0 0 0,0-2 0,0 0 0,0 1 18,0-2 1,0 0-1,0 1 1,0-2-1,0 0-18,0 7 0,-1-1 0,1 0 0,1 0 0,2 1 0,2 0 0,-1 1 0,0-2-5,-3-7 1,-1 0-1,0-1 1,3 2 4,3 8 0,3 2 0,0-1 0,-2-4 0,-5-4 0,-3-3 0,4 0 0,6 5 0,4-1 0,-4-5 1544,-7-9 0,0-7-1544,14-2 2545,-16-4-2545,0-16 2240,15 0-2240,-11 0 30,12 0-30,0 0 0,3 0 0,11 0 0,7 0 0,0 0 0,4 0 0,2 0-589,-5 0 0,0 0 1,2 0-1,1 0 589,2 0 0,1 0 0,2 1 0,0-2 0,1 1-543,-6-2 1,1 0-1,1-1 1,-1 0-1,1 0 1,0 0 542,2 0 0,-1 1 0,1-1 0,0 0 0,1-1 0,0-1 0,-3-1 0,0-1 0,1 0 0,0-2 0,0 1 0,0 1 0,0 0 0,-1 2 0,0 0 0,0 1 0,0 0 0,0 0 0,-1-1 0,1 1 0,4-2 0,-1 0 0,1 0 0,-1 0 0,0 1 0,0 1 0,-1 1 0,1 1 0,0 1 0,-1 0 0,0 0 0,-2 1-327,5-1 0,-2 1 0,0 0 0,-1 1 1,0-1 326,3 0 0,-1 0 0,-1 0 0,1 0 0,0 0 0,1 0 0,-1 0 0,-1 0 0,-6 0 0,0 0 0,-1 0 0,3 0 0,-2 0 0,2 0 0,2 0 0,0 0 0,1 0-480,-3 0 1,1 0 0,1 0 0,0 0 0,2 0 0,0 0 479,-1 0 0,1 0 0,1 1 0,0-1 0,1 0 0,0 0 0,0-1-215,1-1 1,1 0 0,-1 0 0,1-1 0,0 0 0,0 1 0,1 0 214,-6 1 0,1 1 0,0 0 0,0 0 0,0 0 0,0 0 0,0-1 0,-1-1 0,5-1 0,-1-2 0,1 0 0,-2 0 0,1 0 0,1 0 0,-1 2 0,-4 1 0,0 1 0,0 1 0,0 1 0,0-1 0,0 0 0,1-1 0,-1 0 0,1-2 0,0 0 0,0-1 0,1-1 0,-1 1 0,1-1 0,-1 1 0,0 1 0,1 0 0,-1 0 0,1 1 0,-1 0 0,1 0 0,-1 0 0,1-1 0,0 0-127,1-1 0,0 1 0,0-2 0,0 1 0,1 0 1,-1-1-1,1 0 0,-1 0 127,0-1 0,1 0 0,-1-1 0,0 0 0,1 1 0,-1-1 0,1 1 0,0 0 0,-4 1 0,0 0 0,0 1 0,0 0 0,1 0 0,-1 0 0,0 0 0,0-1 0,0 0 0,3 0 0,0-2 0,0 1 0,0-1 0,0 0 0,0 0 0,0 1 0,0 1 0,1-1 0,0 2 0,0-1 0,0 1 0,0 0 0,0 0 0,0 0 0,0-1 0,-2 1 0,-1 0 0,1-1 0,-1 1 0,0-1 0,1 1 0,-2-1 0,1 1-140,-2 0 1,0-1-1,0 1 1,-1-1-1,0 1 1,1 0-1,-1-1 1,1 1 139,0-1 0,1 1 0,0 0 0,0-1 0,0 1 0,0-1 0,-1 1 0,0-1 0,2 0 0,0 0 0,0 0 0,-1 0 0,0 0 0,1 0 0,-1 0 16,1 0 1,-1 0 0,1 0 0,-1 0 0,1 0 0,-1 0-1,0 0-16,-2 0 0,1-1 0,-1 1 0,0 0 0,0 0 0,-1 0 0,-1 1 170,4 0 0,-1 1 0,-1 0 0,0 0 1,-1 0-1,0-1-170,5-2 0,0-1 0,-2 0 0,0 0 0,-1 3 615,2 1 1,-1 3 0,-2 0 0,-1-1-616,2-4 0,-2-2 0,-3 3 1600,11 3 1,-6 2-1601,-16-1 0,-3 0 3276,18 0-3095,-23 0 2364,-4 0-2545,-16 0 945,-16-16-945,-4 12 0,1-27 0,-5 11 0,22-3 0,2-4 0,-10-8 0,-3-1 0,3-4 0,0-2 0,-1 8 0,-1-1 0,0 0-214,0-3 0,-1 0 0,3 0 214,3 1 0,1 1 0,-1-1 0,-3 1 0,-1 1 0,1 1 0,0-11 0,0 3 0,0 14 0,1 1 0,-1-7 0,4 2 0,6-7 0,0 14 0,0-1 0,0 1 0,0-1 0,0-8 0,0-3 0,1-10 0,-2-4-374,-2 15 0,-2-2 1,1-2-1,0-1 374,2-4 0,2-1 0,0-2 0,-2-1-533,0 4 0,-2 0 0,0-2 0,1 0 0,1 0 533,1-1 0,0 0 0,2 0 0,-1 0 0,1 1 0,-1 0 0,0 0 0,0 1 0,0 0 0,0 2-149,0-1 0,0 1 1,0 1-1,0 3 149,0-3 0,0 2 0,0 3 0,0 1 0,0 8 0,0 9 1757,0 5-1757,0 15 2862,-16 0-2862,-4 15 778,-15-11-778,10 12 0,-1 0 0,0-13 0,-3-3 0,-13 8 0,-2 0 0,0-7 0,-2-2 0,12 1 0,-2 0 0,0 0-487,-6 0 1,-1 0-1,-1 0 487,6 0 0,-1-1 0,-1 1 0,-2 1-638,-2 1 0,-2 1 0,-2 0 0,-1 1 0,1 0 638,6-1 0,0 0 0,0 0 0,-1 1 0,0-1 0,0 0 0,-5 1 0,0-1 0,-1-1 0,0 2 0,1-1 0,0 1 0,3 1 0,1 1 0,-1 0 0,2-1 0,-1 1 0,0-3 0,1-1 0,1-1 0,-1-1 0,0 0 0,1 0 0,0 1 0,-5 2 0,0 0 0,0 0 0,2 1 0,0-1-273,-4 1 1,2 0-1,0 1 1,2-2 272,5-2 0,0-1 0,2 1 0,1 1-163,-2 2 1,2 3 0,0-3 162,-4-3 0,0-1 0,1-1 0,4 1 0,0 0 0,-2 0 0,-7 0 0,-1 0 0,0 0 0,4 0 0,1 0 0,-1 0 57,-7 0 1,-1 0 0,0 0-58,2 0 0,0-1 0,1 2 0,-3 4 0,0 1 0,1-1 0,1-4 0,1-1 0,1 3 0,-2 6 0,2 4 0,-2-4 0,2-6 0,-2-3 0,1 1 0,0 3 0,1 2 0,-2 0 0,-1-1 0,-1 1 0,0-2 0,11-2 0,0-2 0,-1 1 0,0 0 381,-2 3 0,-1 0 0,1 1 0,0-2-381,2-2 0,-1-1 0,1-1 0,0 1 0,1 0 0,-1 0 0,0 0 0,3 0 206,-6 0 0,1 0 0,1 0-206,1 0 0,-1 0 0,1 0 0,-3 0 0,0 0 0,-1 0-386,-2 0 1,-1 0 0,-3 0 385,3 0 0,-4 0 0,0 0 0,0 0-252,1 0 0,1 0 0,-1 0 0,-1 0 252,8 0 0,-1 0 0,-1 0 0,1 0 0,1 0 0,-7 0 0,1 0 0,1 0 0,1 0 27,4 0 0,0 0 0,2 0 1,-1 0-28,2 0 0,0 0 0,1 0 0,1 0 1,-4 0 1,0 0-1,1 0-1,0 0 0,0 0 0,2 0 0,3 0 0,1 0 0,0 0 0,0 0 0,0 0 0,-1 0 0,-6 0 0,-2 0 0,0 0 180,3 0 1,-1 0 0,-2 0-181,4 0 0,-1 0 0,-1 0 0,0 0 0,2 0 0,0 0 0,0 0 0,0 0 0,-4 0 0,-1 0 0,0 0 0,2 0 0,-6 0 0,1 0 0,0 0 0,4 0 0,1 0 0,1 0 655,6 0 1,1 0 0,2 0-656,-8 0 0,0 0 0,7-1 0,0 1 0,0 1 0,-11 7 0,0 0 231,5-6 0,-1-2 1,0 2-232,5 3 0,0 1 0,-2-2 0,-6-2 0,-3-3 0,1 0 0,7 1 0,0 0 0,0 0 0,-2 0 0,-1 0 0,1 0 0,2 0 0,0 0 0,4 0 297,-3 0 1,1 0-298,-6 0 0,4 0 1314,0 0-1314,5 0 0,1 0 134,-6 0-134,5 0 0,1 0 717,-6 0-717,6 0 0,-1 0 0,-5 0 0,14 0 0,-1 0 0,-1 0 0,3 0 0,1 0 0,-24 0 0,27 0 0,0 0 0,-11 0 0,27 0 0,-27 0 0,27 0 0,-12 0 0,8 0 0,6 0 0,-21 0 0,3 0 0,-15 0 0,0 0 0,-1 0 0,1 0 0,16 0 0,-13 16 0,13-12 0,-17 12 0,1-16 0,0 0 0,-1 0 0,1 7 0,10-6 0,-1 0 0,-13 7 0,12 0 0,3 0 0,4-4 0,-11 12 0,27-16 0,-11 0 0,-1 0 0,12 0 0,-27 0 0,27 0 0,-12 0 0,0 0 0,12 0 0,-11 0 0,15 0 0,0 0 0,-16 15 0,12-11 0,-12 12 0,16-16 0,0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7:36:25.9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17180 8273 24575,'20'0'0,"11"0"0,5 15 0,3-11 0,-13 4 0,-1 0 0,2-8 0,-9 0 0,5 0 0,-19 0 0,12 0 0,0 0 0,-13 0 0,13 0 0,-16 0 0,16 0 0,3 0 0,1 0 0,27 0 0,-23 0 0,1 0 0,1 0 0,-7 0 0,12 0 0,-27 0 0,12-16 0,0 12 0,-12-11 0,11 15 0,-15-16 0,0 12 0,0-12 0,16 16 0,19 0 0,5-15 0,-14 13 0,-2 0 0,-4-14 0,-4 16 0,-16 0 0,0 0 0,-16 0 0,12 0 0,-12 16 0,1-12 0,11 11 0,-27-15 0,27 0 0,-28 0 0,28 0 0,-11 0 0,15 0 0,0 0 0,-16 0 0,12 16 0,-12-12 0,16 12 0,0-16 0,0 0 0,-15 0 0,11 0 0,-12 0 0</inkml:trace>
  <inkml:trace contextRef="#ctx0" brushRef="#br0" timeOffset="13767">17515 9631 8191,'0'19'0,"0"-3"1638,26-13 0,11-6-745,0 3 1,5 0-894,1 0 0,6 0 0,0 0 381,-11 0 1,1 0-1,1 0 1,-1 0-382,2 0 0,-1 0 0,0 0 0,0 0 0,-1 0 0,-1 0 0,0 0 0,0 0 484,9 0 1,0 0 0,-2 0-485,-6 0 0,-1-1 0,-1 2 0,-2 4 0,1 1 0,-1-1 0,0-3 0,0-2 0,1 2 0,3 3 0,2 1 0,0-2 0,5-2 0,1-3 0,1 0 819,-10 1 0,0 0 0,0 0 0,1 0-508,4 0 0,1 0 0,0 0 0,-1 0-311,0 0 0,-1 0 0,0 0 0,0 0 0,2 0 0,0 0 0,0 0 0,0 0 0,0 0 0,1 0 0,-1 0 0,0 0 0,0 0 0,0 0 0,0 0 0,0 0 0,-1 0 0,-1 0 0,0 0 0,0 0 0,-2 0 0,0 0 0,0 0 0,-2 0-177,8 0 1,-1 0-1,-2 0 177,-6 0 0,-2 0 0,-1 0 721,2 0 0,-2 0-721,-7 0 0,-3 0 626,11 0-626,-15 0 1631,-4 0-1631,-1 0 652,-11 0-652,43 0 0,-23 0 0,1-7 0,1-1 0,9 4 0,0-12 0,-15 16 0,-4 0 0,-16 0 0</inkml:trace>
  <inkml:trace contextRef="#ctx0" brushRef="#br0" timeOffset="35451">25030 16633 24575,'25'0'0,"1"0"0,7 0 0,4 0 0,-3 0 0,2 0 0,0 0-360,0 0 0,1 0 0,0 0 360,3 1 0,1 0 0,-1-3 0,-4-2 0,0-2 0,-2 1 0,12 3 0,-2 0 176,1-6 1,-4 0-177,-12 8 0,-3 0 89,4-7 1,-1-1-90,-3 6 0,1 0 0,3-6 0,3 0 0,-1 6 0,2 3 0,2 0-219,0-1 1,0 0 0,1 0 218,4 0 0,1 0 0,1 0 0,2 1 0,2-1 0,-2-1 0,-3-4 0,0-1 0,-1 1 0,-1 4 0,0 0 0,-2-1 0,-3-3 0,0-1 0,-1 2 249,14 3 0,-2 2-249,-9-1 0,0 0 0,7 0 0,-1 0 0,-8 1 0,0-2 0,1-7 0,-1 0 0,0 7 0,0-2 0,7-13 0,3 1 0,-11 12 0,2 4 0,-1-3-20,2-7 1,-1-3-1,1 1 20,6 4 0,1 1 0,-1 0 0,-7-1 0,0 0 0,-1 1 0,3 0 0,1 0 0,-2 3 16,9 2 0,-2 2-16,0-1 0,-2 0 0,-5 0 0,-3 0 0,-6 0 0,-1 0 0,-1 0 0,-1 0 0,10 0 732,0 0-732,1 0 0,-17 0 0,13 0 0,-29 0 0,29 0 0,-28 0 0,27 0 0,4 0 0,5 0 0,-12 0 0,2 0 0,-3 0 0,-1 0 0,21 0 0,-21 0 0,-1 0 0,11 0 0,-11 0 0,1 0 0,13 0 0,-14 0 0,1 0 0,9 0 0,0 0 0,-15 0 0,11 0 0,-11 0 0,15 0 0,-15 0 0,11 0 0,-27 0 0,27 15 0,-27-11 0,12 12 0,-16-16 0,0 0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7:38:27.8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24342 8449 24575,'35'0'0,"0"0"0,8 0 0,0 0 0,2 0 0,1 0 0,-1 0 0,0 0 0,-9 0 0,-2 0 0,-7 0 0,-3 0 0,12 0 0,-17 0 0,13 0 0,-21 0 0,23 0 0,9 0 0,-17-7 0,3-2 0,6 8 0,0-2 0,-7-12 0,-1-1 0,0 14 0,-3 0 0,-4-14 0,-5 16 0,-30 0 0,-5 0 0,0 0 0,-11 0 0,11 0 0,-15 0 0,10 0 0,-1 0 0,-13 0 0,10 0 0,-1 0 0,4 0 0,-1 0 0,-4 0 0,0 0 0,3 0 0,1 0 0,-8 0 0,3 0 0,9 0 0,-25 0 0,29 0 0,-1 0 0,-11 0 0,27 0 0,-27 0 0,27 0 0,-12 0 0,16 0 0,0 0 0,0 16 0,0-12 0,16 12 0,-12-16 0,11 15 0,-15-11 0,-15 12 0,11 0 0,-12-12 0,0 27 0,12-27 0,-27 12 0,27-16 0,-27 0 0,27 0 0,-12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7:39:27.3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15099 9878 24575,'43'0'0,"0"0"0,-5 0 0,-1 0 0,-2 0 0,0 0 0,0 0 0,-3 0 0,7 0 0,-13 0 0,-1 0 0,2 0 0,7 0 0,-7 0 0,-2 0 0,1 0 0,13 0 0,-5 0 0,-1 0 0,6 0 0,-6 0 0,1 0 0,-6 0 0,-1 0 0,0 0 0,1 0 0,6 0 0,-2 0 0,7 0 0,-13 0 0,-1 0 0,11 0 0,-1 0 0,-10 0 0,1 0 0,13 0 0,-4 0 0,-3 0 0,-28 0 0,11 0 0,1 0 0,4 0 0,15 0 0,8 0 0,-6 0 0,6 0 0,-7 0 0,-1 0 0,0 0 0,-15 0 0,11 0 0,-11 0 0,15 0 0,-10 0 0,1 0 0,1 0 0,1 0 0,7 0 0,0 0 0,1 0 0,-1 0 0,-6 0 0,-3 0 0,9 0 0,-4 0 0,-27 0 0,12 0 0,0 0 0,-12 15 0,11-11 0,-15 12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7:40:08.0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9102 5997 24575,'35'0'0,"-11"0"0,3 0 0,7 0 0,2 0 0,1 0 0,1 0 0,-5 0 0,2 0 0,-1 0 0,3 0 0,0 0 0,-4 0 0,2 0 0,-1 0-290,1 0 0,0 0 0,1 0 290,2 0 0,1 0 0,2 0-323,-4 0 1,2 0-1,0 0 1,0 0 322,0 0 0,-2 0 0,1 0 0,1 0 0,5 0 0,0 0 0,1 0 0,-1 0 0,-3 0 0,-1 0 0,0 0 0,-1 0 0,1 0 0,0 0 0,-1 0 0,-1 0-235,8 0 1,-2 0 0,0 0 234,-3 0 0,-1 0 0,2 0 0,5 1 0,2-1 0,0-1-531,-1-3 0,-1-2 1,3 1 530,-4 3 0,3 1 0,0 1 0,-1-1 0,-2-3 0,-1 0 0,-1-1 0,1 2 0,2 2 0,-1 1 0,1 1 0,-2-1 0,-4 0 0,-1 1 0,0-1 0,-3-1 174,5-4 0,-3-1 0,-2 1-174,8 4 0,-4-2 679,-13-5 1,-5 1-680,-3 7-820,-5 0 1,-15 0 0,0 0 0</inkml:trace>
  <inkml:trace contextRef="#ctx0" brushRef="#br0" timeOffset="2233">9278 5715 24575,'-16'20'0,"1"2"0,-5 3 0,-6-6 0,-3 1 0,1 1 0,-2 4 0,2-1 0,-6 13 0,1-3 0,-3-14 0,4-1 0,17 5 0,2-1 0,-18-3 0,27-1 0,-12-3 0,16 0 0,16-12 0,-12 11 0,12-15 0,-1 16 0,-3-4 0,11 3 0,3 3 0,-3 2 0,1 3 0,3 3 0,3 4 0,-1 0-317,1 1 0,1 0 0,-1 2 317,0 2 0,0 1 0,0-2 0,-1-3 0,1-2 0,-3-2 0,1 1 0,-1-2 0,0 2 0,-3-5 0,-5-3 0,-3-4 0,-16-16 0</inkml:trace>
  <inkml:trace contextRef="#ctx0" brushRef="#br0" timeOffset="14866">3422 8696 24575,'20'0'0,"-5"0"0,1 0 0,-12 0 0,27-16 0,-11 12 0,4-4 0,3 1 0,0 6 0,1 2 0,7-1 0,0 0 0,-7 0 0,-1 0 0,-1 0 0,-1 0 0,10 0 0,-15 0 0,11 0 0,-11 0 0,15 0 0,0 0 0,-15 0 0,-4 0 0,-16 0 0</inkml:trace>
  <inkml:trace contextRef="#ctx0" brushRef="#br0" timeOffset="16867">6756 9807 24575,'15'20'0,"-11"-4"0,28-16 0,-13 0 0,17 0 0,-1 0 0,-9-2 0,-1 4 0,-2 13 0,24-11 0,-35 12 0,6-16 0,-10 0 0,-8 0 0,0 0 0</inkml:trace>
  <inkml:trace contextRef="#ctx0" brushRef="#br0" timeOffset="27433">3598 12294 24575,'36'0'0,"2"0"0,6 0 0,1 0 0,4 0-820,-10 0 1,5 0 0,1 0 0,-1 0 683,-1 0 0,0 0 0,0 0 0,1 0 136,4 0 0,1 0 0,0 0 0,-1 0 0,-5 0 0,-1 0 0,0 0 0,0 0-66,-3 0 0,1 0 1,-1 0-1,-1 0 66,10 0 0,-1 0 0,-1 0 0,-3 0 0,-1-1 0,-1 2 312,-5 4 1,0 1-1,-2-1-312,6-3 0,-2 0 0,-3 6 0,-1 0 0,-3-8 0,0 0 943,4 0 0,1 0-943,-1 0 0,1 0 630,-1 0 1,0 0-631,-7 0 0,-1 0 0,6 0 0,1 0 0,-7 0 0,0 0 0,1 0 0,-1 0 0,-1 0 0,-1 0 0,1 0 0,-1 0 0,14 0 0,-14 0 0,1 0 0,-1 0 0,1 0 0,9 0 0,1 0 0,-4 0 0,3 0 0,1 0 0,5 0 0,-3 0-441,5 0 0,0 0 441,-7 0 0,3 0 0,1 0 0,-2 0 0,6 0 0,-2 0 0,2 0-359,-3 0 0,3 0 1,0 0-1,-1 0 359,6 0 0,-1 0 0,0 0 0,2 0 0,0 0 0,-1 0-269,-7 0 0,-1 0 1,0 0 268,2 0 0,0 0 0,0 0 0,-6 0 0,0 0 0,-1 0-7,-1 0 1,1 0-1,-2 0 7,11 0 0,-3 0 390,-7 0 0,0 0-390,0 0 0,1 0 715,7 0 1,0 0-716,-6 0 0,1 0 0,8 0 0,2 0 0,-15 0 0,2 0 0,0 0-251,8 0 1,1 0 0,3 0 250,-5 0 0,1 0 0,2 1 0,1-2-540,-5-1 1,1-1-1,1 0 1,0-1 0,0 0 539,1-2 0,1-1 0,-1 0 0,1-1 0,0 1 0,1-1 0,0 1 0,0-1 0,0 0 0,0-1 0,-2 0 0,0-3 0,0 1 0,0 1 0,-1 1-333,7 3 1,0 2-1,-1 0 1,-2-1 332,-5-3 0,-1-1 0,-2 1 0,0 2 0,4 3 0,-2 3 0,-4-1 0,1-8 0,-5 2 325,10 7 1,-25 0 0,-11 0 0</inkml:trace>
  <inkml:trace contextRef="#ctx0" brushRef="#br0" timeOffset="31034">6685 13511 24575,'33'0'0,"1"0"0,2 0 0,2 0 0,-3 0 0,1 0 0,-1 0 0,7 0 0,-2 0 0,-5 0 0,-1 0 0,-4 0 0,-1 0 0,10 0 0,-14 0 0,1 0 0,-1 0 0,1 0 0,1 0 0,1 0 0,6 0 0,2 0 0,7 0 0,1 0 0,0 0 0,2 0-243,-7 0 1,3 0 0,-2 0 242,-3 1 0,-1-1 0,1-1 0,5-3 0,2-2 0,-1 1 0,-1 3 0,-2 1 0,2 0 0,2-4 0,0-1 0,1 1 0,2 4 0,1 2 0,-2-1 0,-4 0 0,0 0 0,0 0 0,3 0 0,2 0 0,-2 0 0,-8 0 0,-1 0 0,1 0 0,5 0 0,2 0 0,-1 0 0,-7 0 0,-1 0 0,2 0 0,5 1 0,2-1 0,-1-1 0,-6-3 0,-1-3 0,1 2 0,3 4 0,1 0 0,-1 0 0,-4-4 0,0-2 0,-2 3-75,11 3 1,0 2 74,-11-1 0,1 0 0,-2 0 0,5 0 0,-1 0 0,6 0 0,0 0 0,-11 0 0,-1 0 0,-5 0 0,1 0 0,3 0 0,-2 0 721,12 0-721,-7 0 0,0 0 155,6 0-155,-5 0 0,-1 0 0,6 0 0,-5 0 0,-1 0 0,6 0 0,-4 0 0,-3 0 0,-13 0 0,17 0 0,-11 0 0,1 0 0,13 0 0,-13 0 0,-1 0 0,-6 0 0,13 0 0,-28 0 0,27 0 0,-11 0 0,4 0 0,2 0 0,22 0 0,-8 0 0,4 0 0,-4 0 0,2 0 0,-7 0 0,1 0 0,-1 0 0,11 0 0,-2 0 0,0 0 0,-2 0 0,-5 0 0,-3 0 0,-5 0 0,-3 0 0,9 0 0,-4 0 0,-11 0 0,0 0 0,11 0 0,4 0 0,4 0 0,2 0 0,1 0 0,-17 0 0,1 0 0,15 0 0,2 0 0,-11 0 0,-1 0 0,4 0 0,0 0 0,-7 0 0,-1 0 0,-1 0 0,-1 0 0,10 0 0,-15 0 0,11 0 0,-27 0 0,28 0 0,3 0 0,-9 0 0,3 0 0,13 0 0,2 0 0,0 0 0,2 0 0,-11 0 0,2 0 0,-3 0 0,4 0 0,-2 0 0,0 0 0,-5 0 0,-11 0 0,-5 0 0,-15 0 0</inkml:trace>
  <inkml:trace contextRef="#ctx0" brushRef="#br0" timeOffset="42966">3634 15998 24575,'19'0'0,"-3"0"0,0 0 0,19 0 0,-9 0 0,3 0 0,5 0 0,2 0 0,0 0 0,-1 0 0,0 0 0,0 0 0,1 0 0,-1 0 0,-7 0 0,-1 0 0,-1 0 0,-1 0 0,10 0 0,-8 0 0,22 0 0,-17 0 0,0 0 0,2 0 0,-6 0 0,-1 0 0,8 0 0,1 0 0,-1 0 0,0 0 0,0 0 0,1 0 0,7 0 0,0 0 0,-5 0 0,-1 0 0,7 0 0,-2 0 0,-14 0 0,-1 0 0,0 0 0,-3 0 0,-5 0 0,-3 0 0</inkml:trace>
  <inkml:trace contextRef="#ctx0" brushRef="#br0" timeOffset="45633">7038 17216 24575,'38'0'0,"0"0"0,10 0 0,2 0 0,-9 0 0,1 1 0,1-2-315,-1-4 0,0-1 0,-1 1 315,-4 3 0,-1 2 0,-3-2 155,4-6 0,-3 0-155,-8 8 0,-1 0 157,10 0-157,-16 0 0,-3 0 0,0 0 478,3 0-478,5 0 0,3 0 0,0 0 0,1 0 0,11 0 0,1 0 0,-11 0 0,-2 0 0,4 0 0,-3 0 0,8 0 0,-17 0 0,12 0 0,-27-15 0,12 11 0,-32-12 0,12 16 0,-11 0 0</inkml:trace>
  <inkml:trace contextRef="#ctx0" brushRef="#br0" timeOffset="104383">27905 4886 24575,'43'0'0,"0"0"0,-5 0 0,3 0 0,1 0 0,-3 0 0,1 0 0,1 0 0,0 0-820,3 0 1,2 0 0,-1 0 0,0 0 748,2 0 1,0 0 0,-1 0 0,-1 0 70,5 0 0,-2 0 0,-3 0 555,6 0 1,-4 0-556,-12 0 0,-4 0 583,5 0-583,-1 0 0,-15 0 0,11 0 1864,-27 0-1864,12 0 0,-1 0 0,-11 0 0,12 0 0,-1 0 0,-11 0 0,12 0 0,-16 0 0,16 0 0,-12 0 0,11 0 0,-15 0 0,16 0 0,-12 0 0,27 0 0,-27 0 0,12 0 0,0 0 0,-12 0 0,11 0 0,1 0 0,-12 0 0,27 0 0,-27 0 0,27 0 0,-27 0 0,12 0 0,0 0 0,-12 0 0,11 0 0,-15 0 0,0 0 0,16 0 0,-12 0 0,12 16 0,-16-12 0,0 11 0,0-15 0,0 0 0,0 16 0,0-12 0,0 12 0,0-1 0,0-11 0,0 12 0,0-16 0,0 15 0,0-11 0,0 12 0</inkml:trace>
  <inkml:trace contextRef="#ctx0" brushRef="#br0" timeOffset="128701">28081 8731 24575,'26'0'0,"-1"0"0,9 0 0,3 0 0,-4 0 0,3 0 0,0 0-361,1 0 0,-1 0 1,1 0 360,3 0 0,1 0 0,0 0 0,-3 0 0,0 0 0,-1 0 0,-1 0 0,0 0 0,0 0 0,7 0 0,0 0 0,1 0 0,-3 0 0,1 0 0,0 0 0,0 0 0,0 0 0,-1 0 0,1 0 0,0 0 0,-4 0 0,0 0 0,-2 0 177,8 0 0,-5 0-177,-16 0 179,24 0-179,-11 0 0,3 0 0,-10 0 0,1 0 549,7 0-549,-8 0 0,1 0 0,9 0 0,-4 0 0,-4 0 0,-11 0 0,0 0 0,11 0 0,-27 0 0,27 0 0,-27 0 0,12 16 0,-16-12 0,16 12 0,3-16 0,16 0 0,1 0 0,-11 0 0,1 0 0,13 0 0,-6 0 0,0 0 0,7 0 0,-14 0 0,-1 0 0,-6 0 0,13 0 0,-29 0 0,13 0 0,-16 0 0,0 0 0</inkml:trace>
  <inkml:trace contextRef="#ctx0" brushRef="#br0" timeOffset="146866">28293 8520 24575,'25'0'0,"1"0"0,13 0 0,-6 0 0,1 0 0,5 0 0,-13 0 0,-1 0 0,-6 0 0,-3 0 0,-47 0 0,23 0 0,-39 0 0,43 0 0,-12 0 0,0 0 0,13 0 0,-13 15 0,0-11 0,12 12 0,-27-16 0,11 0 0,1 0 0,-13 0 0,28 0 0,-27 0 0,27 0 0,-11 0 0,15 0 0,0 0 0,15 0 0,-11 0 0,27 0 0,-27 0 0,28 0 0,-28 0 0,11 0 0,1 0 0,-12 0 0,12 0 0,-32 0 0,12 0 0,-12 0 0,16 0 0,0 0 0</inkml:trace>
  <inkml:trace contextRef="#ctx0" brushRef="#br0" timeOffset="151101">6262 5133 24575,'43'0'0,"0"0"0,-9 0 0,1 0 0,2 0 0,0 0 0,2 0 0,1 0 0,1 0-300,2 0 1,1 0 0,1 0 0,3 0 299,-6 0 0,3 0 0,1 0 0,1 0 0,-2 0 0,-3 0-331,4 0 0,-1 0 0,-2 0 0,1 0 331,5 0 0,2 0 0,-2 0 0,-6 0 0,2 0 0,-4 0 299,1 1 1,2-2-300,0-3 0,4-3 0,-2 2 0,-9 4 0,-2 0 0,2-1 0,9-3 0,1-1 0,-4 2 0,-2 3 0,-4 2 0,-9-1 0,-1 0 0,6 0 0,0 0 283,-5 0 1,-1 0-284,8 0 0,1 0 677,-1 0 1,0 0-678,1 0 0,-1 0 0,-7 0 0,-1 0 0,7 0 0,-1 0 0,6 0 0,0-8 0,4 0 0,-6 6 0,1 0 0,9-6 0,4 0 0,-17 7 0,0 2 0,1-1-197,3 0 0,0 0 1,0 0 196,-1 0 0,-1 0 0,1 0 0,4 0 0,0 0 0,-2 0 0,9 0 0,-6 0 0,-13 0 0,-3 0 0,21 0 0,-43 0 0,28 0 0,-28 0 0,27 16 590,4-12-590,4 12 0,-5-16 0,-1 0 0,6 15 0,-3-11 0,-21 12 0,-15-16 0</inkml:trace>
  <inkml:trace contextRef="#ctx0" brushRef="#br0" timeOffset="153632">11571 12188 24575,'43'0'0,"0"0"0,0 0 0,0 0 0,-1 0 0,1 0 0,5 0 0,2 0 0,1 0-820,-9 0 1,2 0 0,-1 0 0,0 0 727,-2 0 0,0 0 0,0 0 0,1 0 92,7 0 0,1 0 0,1 0 0,-1 0 0,-5 0 0,-1 0 0,1 0 0,-1 0 0,3 0 0,-1 0 0,1 0 0,-3 0 0,6 0 0,-2 0 0,-1 0 293,1 0 0,-1 0 1,-4 0-294,-5 0 0,-2 0 327,6 0 0,-2 0-327,-12 0 0,-1 0 0,8 0 0,1 0 0,0 0 0,-2 0 945,-5 0 1,-3 0-946,17 0 220,-9 0-220,-23 0 0,5 0 0,0 0 0,19-15 0,-1 12 0,3 2 0,-1-7 0,2 0 0,5 7 0,0 2 0,-6-1 0,-3 0 0,-5 0 0,-3 0 0,9 0 0,-19 0 0,-1 0 0,5 16 0,10-14 0,7 0 0,-4 7 0,3 3 0,0-2-384,4-2 1,0-2 0,2 0 383,-4-2 0,2 1 0,-1-1 0,-1 2 0,3 5 0,-2 1 0,-2-3 0,10-7 0,-3 0 0,-9 6 0,-4-1 0,5-7 0,-17 16 0,-3-12 0,-1 12 1150,-11-16-1150,28 0 0,-13 0 0,1 0-820,11 0 1,-27 0 0,12 0 0</inkml:trace>
  <inkml:trace contextRef="#ctx0" brushRef="#br0" timeOffset="155784">6332 8661 24575,'38'0'0,"0"0"0,0 0 0,0 0 0,3 0 0,1 0 0,2 0 0,-1 0 0,1 0 0,2 0 0,1 0 0,0 0-547,-4 0 1,0 0 0,1 0 0,0 0 0,0 0 0,-1 0 16,5 0 1,0 0-1,-1 0 1,1 0-1,0 0 530,1 0 0,1 0 0,0 0 0,-1 0 0,0 0 0,-4 0 0,-1 0 0,1 0 0,-1 0 0,1 0 0,3 0 0,0 0 0,1 0 0,-1 0 0,0 0 0,-3 0 0,0 0 0,-1 0 0,1 0 0,0 0-176,1 0 1,0 0 0,1 0-1,-1 0 1,0 0 175,-3-1 0,0 1 0,-1-1 0,0 2 0,0 0 305,4 2 1,-1 0 0,1 2 0,1-1-306,-3 0 0,2 0 0,0 0 0,-2 0 0,-3 0 0,6 2 0,-5 0 0,3 2 0,-4-1 0,3 3 0,-2-2 0,-5-2 0,1-5 0,-5 2 0,-6 13 0,1-1 0,5-12 0,0-2 1387,-6 6 1,1 2-1388,14-1 0,2-1 0,4 3 0,2 0 557,-9-3 0,0 0 0,1-1-557,-3 0 0,0-1 0,0-1 0,7-2 0,1-3 0,-2 0 0,-8 1 0,-1 0 0,0 0 99,1 0 0,-1 0 0,-3 0-99,4 0 0,-3 0 0,-8 0 0,-1 0 0,10 0 0,-15 0 0,-5 0 0</inkml:trace>
  <inkml:trace contextRef="#ctx0" brushRef="#br0" timeOffset="161784">28046 8590 24575,'35'0'0,"-10"0"0,1 0 0,13 0 0,-3 0 0,-5 0 0,-27 0 0,12 0 0,-1 0 0,-11 0 0,27 0 0,-27 0 0,28 0 0,-28 0 0,11 0 0,1 0 0,-12 0 0,27 0 0,-27 0 0,28 0 0,-29 0 0,13 0 0,-16 0 0</inkml:trace>
  <inkml:trace contextRef="#ctx0" brushRef="#br0" timeOffset="171632">28081 12823 24575,'35'0'0,"-11"0"0,3 0 0,14 0 0,5 0 0,-11 0 0,2 0 0,0 0-360,5 0 1,0 0 0,0 0 359,-4 0 0,0 0 0,-1 0 0,-1 0 0,-1 0 0,-2 0 176,9 0 0,-1 0-176,-5 0 0,-2 0 89,-7 0 1,-3 0-90,11 0 0,1 0 0,-17 0 547,-3 0-547,0 0 0,19 0 0,-9 0 0,3 0 0,13 0 0,2 0 0,1 1 0,0-2 0,-10-3 0,1-2 0,-1 1 0,10 3 0,0 0 0,4-5 0,-4-2 0,-16 1 0,-1 1 0,2 5 0,-1 0 0,-4-6 0,1 0 0,1 7 0,1 2 0,6-1 0,2 0 0,-3 0 0,2 0 0,-1 0-334,12 0 0,2 0 334,-3 0 0,3 0 0,-4 0 0,4 0 0,-1 0 0,-12 0 0,1 0 0,-6 0 0,10 0 0,7 0 0,-28 0 0,1 0 0,3 0 668,-5 0-668,-6 0 0,3 0 0,-15 0 0,0 0 0</inkml:trace>
  <inkml:trace contextRef="#ctx0" brushRef="#br0" timeOffset="191966">26070 13688 24575,'36'0'0,"-1"0"0,-10 0 0,1 0 0,13 0 0,-13 0 0,-1 0 0,10 0 0,1 0 0,-11 0 0,0 0 0,15 0 0,-15 0 0,1 0 0,0 0 0,-1 0 0,14 0 0,-14 0 0,1 0 0,9 0 0,0 0 0,-15 0 0,11 0 0,-27 0 0,12 0 0,-16 0 0,16 0 0,-13 15 0,21-11 0,-6 12 0,-7-16 0,5 0 0,0 0 0,-12 0 0,11 0 0,1 0 0,-12 0 0,12 0 0,-16 0 0</inkml:trace>
  <inkml:trace contextRef="#ctx0" brushRef="#br0" timeOffset="211667">19456 10883 24575,'0'20'0,"0"-5"0,0 1 0,0 12 0,0 4 0,0 4 0,0 4 0,0 3 0,0-10 0,0 3 0,0 0-378,0 9 1,0 1 0,0 1 377,0-5 0,0 1 0,0 1 0,0-3 0,0 3 0,0 0 0,0-1-496,0-1 1,0 0 0,0 0 0,0 1 495,0 5 0,1 0 0,-1 1 0,-1 0 0,-2-2 0,-2 0 0,0 0 0,2 0 0,2 2 0,0 0 0,1-1 0,-2-2-272,-3 4 1,-1-2-1,1-1 272,4 0 0,2 0 0,-1-4 0,0 4 0,0-3 0,0-4 0,0-2 484,0-11 0,0-1-484,0 4 0,0-1 1999,0 10-1999,0-6 0,0 0 961,0 7-961,0-8 0,0 2 0,0-6 0,0-1 0,0 7 0,0 3 0,0 6 0,0 0 0,0-6 0,0 0 0,5-3 0,1 1 0,-1-2 0,-3 5 0,0-1 0,6-1 0,0-2 0,-8-7 0,0-3 0,0 4 0,0-11 0,0 7 0,0-20 0,0 12 0,0-16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8:09:28.2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3387 7867 24575,'35'0'0,"0"0"0,8 0 0,0 0 0,2 0 0,1 0 0,-2 0 0,2 0 0,-13 0 0,1 0 0,1 0 0,0 0 0,1 0 0,-1 0 0,11 0 0,2 0 0,-9 0 0,2 0 0,-4 0 0,-2 0 0,-3 0 0,3 0 0,-2 0 0,11 0 0,-9 0 0,-16 0 0,13 0 0,-28 0 0,27 0 0,-27 0 0,27 0 0,-11 0 0,3 0 0,5 0 0,6 0 0,2 0 0,9 0 0,1 0 0,-2 0 0,2 0 0,-13 0 0,2 0 0,-1 0 0,11 0 0,0 0 0,0 0 0,0 0 0,3-1 0,-2 2 0,-9 7 0,-1 0 0,2-6 0,2 0 0,3 6 0,0-1 0,-6-6 0,1-2 0,5 1 0,0 0 0,-7 0 0,-2 0 0,2 0 0,-1 0 0,-7 0 0,-1 0 0,7 0 0,-1 0 0,6 0 0,-14 0 0,1 0 0,9 0 0,-10 8 0,1 0 0,13-4 0,4 12 0,-25-16 0,5 0 0,-3 0 0,15 0 0,1 0 0,-17 0 0,12 0 0,-27 0 0,12 0 0,-16 0 0,16 0 0,19 0 0,4 0 0,-5-1 0,-1 2 0,6-1 0,-4 0 0,-19 0 0,-16 0 0</inkml:trace>
  <inkml:trace contextRef="#ctx0" brushRef="#br0" timeOffset="4332">6156 9278 24575,'43'0'0,"0"0"0,0 0 0,0 0 0,2 0 0,-1 0 0,1 0 0,2 0 0,-1 0 0,3 0 0,1 0 0,0 0 0,-2 0-656,-5 0 1,-1 1-1,0-1 1,-1 0 0,2-1 305,5-1 1,2-2 0,-1 1 0,0-1 0,-3 1 349,-1 2 0,-2 2 0,-1-2 0,0-2 254,-1-3 0,0-3 1,-2-1-1,-3 4-254,12 4 0,-6 0 460,-15-6 1,-3 1-461,7 7 0,-27 0 0,28 0 2628,3 0-2628,-9 0 0,3 0 228,6 0 1,0 0-229,-3 0 0,-1 0 0,3 0 0,1 0 0,-4 0 0,0 0 0,5-2 0,-1 4 0,-7 5 0,-1 1 0,0-7 0,-3 2 0,-5 13 0,13-16 0,-28 0 0,27 0 0,4 0 0,-9 0 0,3 0 0,14 0 0,0 0 0,-13 0 0,-1 0 0,14 0 0,-4 0 0,-15 0 0,23 0 0,-43 0 0,12 0 0</inkml:trace>
  <inkml:trace contextRef="#ctx0" brushRef="#br0" timeOffset="12201">5927 8008 24575,'-36'0'0,"17"0"0,3 0 0,16 16 0,0-12 0,0 27 0,0-19 0,0 21 0,0 10 0,2-9 0,-4 3 0,-13 0 0,-1 0 0,13 7 0,-2-2 0,-19-13 0,1-3 0,20 0 0,2-1 0,-15 11 0,16-17 0,0 13 0,0 3 0,0-3 0,0 6 0,0 0 0,0 4 0,0 0-438,0-2 1,0-1 0,0 3 437,0-1 0,0 3 0,0 0 0,0-2 0,0 4 0,0-1 0,0 1 0,0-7 0,0 2 0,0-2 0,0-1-132,0 0 1,0-2 0,0 0 131,0 4 0,0 1 0,0-5 0,0-6 0,0-1 0,0 13 0,0-2 0,0 0 0,0-15 0,0 1 643,0-1 0,0 0-643,0 15 420,0-5-420,0 4 0,0-17 0,0 6 0,0 2 0,0 10 0,0-7 0,0 0 0,0 7 0,0-7 0,0 0 0,0 6 0,0-12 0,0-3 0,0-4 0,0 11 0,0-27 0,0 12 0,0-16 0,0 16 0,0 3 0,0 5 0,0 3 0,0 7 0,0 3 0,0 7 0,0 2 0,0-11 0,0 0 0,0 1 0,0 13 0,0 0 0,0-4 0,0-2 0,0-11 0,0-1 0,0 3 0,0-2 0,0 7 0,0-3 0,0-5 0,0-27 0,0 12 0,0-16 0,0 15 0,0-11 0,0 43 0,0-8 0,0-12 0,0 1 0,0 6 0,0-1 0,0 6 0,0-4 0,0-19 0,0-16 0,0 0 0</inkml:trace>
  <inkml:trace contextRef="#ctx0" brushRef="#br0" timeOffset="22550">8026 9313 24575,'0'36'0,"0"-1"0,0 0 0,0 0 0,0 8 0,0 1 0,0-7 0,0 0 0,1-3 0,-1 2 0,-1-4 0,-7-2 0,0-1 0,6 13 0,0-2 0,-14-1 0,16-3 0,0-21 0,0 1 0,0-12 0,0 12 0,0-16 0,0 7 0,0-5 0,0 38 0,0-17 0,0 2 0,0 1 0,0 9 0,0 1 0,-7-17 0,12-3 0,-10-16 0,12 0 0,9 0 0,4 0 0,4 0 0,3 0 0,-1 0 0,3 0 0,12 0 0,4 0 0,-11 0 0,2 0 0,0 0-181,0 0 1,0 0 0,1 0 180,4 0 0,1 0 0,-3 0 0,-1 0 0,-2 0 0,0 0 0,-5 0 0,-11 0 0,11 0 0,-27 0 0,27 0 0,0 0 0,5 0 0,-1 0 0,5 0 0,2 0-541,3 0 1,4 0 0,1 0 0,0 0 540,-6 0 0,1 0 0,1 0 0,-1 0 0,-1 0 0,7 0 0,0 0 0,-1 0 0,-2 0-72,-7 0 0,0 0 0,-2 0 1,-3 0 71,11 0 0,-8 0 0,-4 0 0,-19 0 0,-16 0 0,8 0 2658,9 0-2658,11 0 165,-3 0 1,1 0-166,13 0 0,-14 0 0,1 0 0,9 0 0,-15 0 0,11 0 0,-27 0 0,27 0 0,5 0 0,-11 0 0,4 0 0,3 0 0,3 0 0,0 0-309,1-1 1,0 1 0,2 1 308,8 3 0,2 3 0,-1-2 0,-6-4 0,-2-1 0,-1 3 0,8 5 0,-4-1 0,-10-6 0,-5-2 0,-8 1 0,-3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8:10:26.0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6473 9560 24575,'36'0'0,"-1"0"0,0 0 0,-10 0 0,1 0 0,1 0 0,1 0 0,7 0 0,1 0 0,-1 0 0,0 0 0,1 0 0,-1 0 0,0 0 0,0 0 0,4 0 0,1 0 0,-4 0 0,0 0 0,11 0 0,0 0 0,-10 0 0,1 0 0,-5 4 0,2 2 0,-1 0 0,3 3 0,0 2 0,6-1 0,0-1 0,1-1 0,-1 0 0,-6-1 0,0 2 0,-1 0 0,-1 1 0,-9 0 0,-1 0 0,10 5 0,0 1 0,-15-12 0,11 12 0,-27-16 0,12 0 0,-8 0 0,-6 0 0,5 0 0,-7 0 0,0 0 0,-7-16 0,-11 12 0,-9-27 0,-9 11 0,17-15 0,-13 0 0,28 15 0,-27-11 0,11 27 0,1-28 0,-13 28 0,13-11 0,-1-1 0,-11-4 0,11 1 0,1-13 0,-13 29 0,28-13 0,-11 16 0,15 16 0,0-13 0,15 29 0,-11-28 0,28 27 0,-13-11 0,1 15 0,3-10 0,1 1 0,-1 13 0,2-5 0,1-1 0,-8-13 0,0-1 0,-1 7 0,1-1 0,17 10 0,-15 1 0,-4-17 0,-16-3 0,0-1 0,-16-11 0,-4 12 0,-4-8 0,-3 0 0,0 1 0,-1 1 0,-6 3 0,-2 2 0,0 2 0,1-1 0,7-9 0,1-2 0,0 4 0,3-2 0,5-7 0,-13 0 0,29 0 0,-29 0 0,13 0 0,-1 15 0,-11-11 0,27 12 0,-28-16 0,13 0 0,-16 0 0,15 0 0,4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8:10:48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5539 8237 24575,'0'36'0,"0"-1"0,0-10 0,0 1 0,0 0 0,0 3 0,0 13 0,0 2 0,0-7 0,0 0 0,-1 6 0,2 1 0,6-1 0,1 0 0,-6 1 0,0 2 0,2-11 0,2 1 0,0-1 0,2 7 0,0-2 0,-7 3 0,1-1 0,6-11 0,0 0 0,1 5 0,-2-1 0,-6-8 0,2 1 0,13 6 0,-1-2 0,-11 7 0,4-13 0,0-1 0,-8 11 0,15-1 0,-11 0 0,12 1 0,-16-1 0,0 0 0,0-15 0,0 11 0,0-11 0,0-1 0,0 13 0,0-13 0,0 1 0,0 11 0,0-27 0,16 12 0,-12-16 0,11 15 0,-15-11 0,0 12 0,0-16 0,0 0 0,16 16 0,-12-12 0,12 27 0,-1-27 0,-11 19 0,12-21 0,-16 22 0,16-20 0,-13 12 0,13-16 0,0 0 0,3 0 0,5 7 0,3 1 0,8-6 0,1 0 0,4 14 0,2-1 0,-8-11 0,1-5 0,0 2-364,2 4 1,1 1 0,1-1 363,6 1 0,3-1 0,0 0-372,-9-4 1,2 0 0,-1-1 0,1 2 371,-1 1 0,0 2 0,1-1 0,-2-1 0,12-2 0,-2-1 0,0-1-269,-2 1 1,0 0 0,-2 0 268,-5 0 0,-2 0 0,2 0 0,-3 0 0,1 0 0,1 0 0,0 0-456,9 0 0,0 0 0,1 0 456,-6 1 0,1-1 0,1 0 0,-1-1 0,-1-2 0,-1-1 0,0-1 0,0 2 0,1 1 0,2 2 0,-2-1 0,0 0 0,-4-3 0,-1 0 0,0-1 0,0 2 0,1 2 0,1 2 0,-1 0 0,0-2 0,8-3 0,0-3 0,0 2 0,-8 4 0,0 1 0,0 0 0,1-3 0,0-3 0,0-3 0,1 0 0,-1 2 0,-2 5 0,0 2 0,0 0 0,0-2 0,2-4 0,0-4 0,-1 1 0,-3 3 190,-1 4 1,-2 2 0,1-2-191,5-5 0,1-3 0,-1 3 0,5 6 0,2 0 0,-3-5 0,4-3 0,0 1-15,1 2 0,0 0 1,1-2 14,-8 0 0,1-1 0,0-1 0,2 2-283,2 2 1,2 2 0,0 0 0,0-2 282,-2-1 0,1-2 0,0 0 0,1 3 0,-4 4 0,1 2 0,1 0 0,0 0 0,0-2-321,1-3 1,1-1 0,-1-1 0,1 0 0,1 1 320,-3 2 0,0 1 0,1 0 0,0 0 0,1 0 0,-1-1 0,-1-1 0,0 0 0,0-2 0,0 1 0,1 0 0,0 0-370,-4 1 0,0 0 0,1 0 0,0 0 0,0 0 0,0 0 0,0 0 370,-1 0 0,-1-1 0,1 1 0,0-1 0,0 1 0,-1 1 0,2-1 0,0 2 0,0 0 0,1 1 0,-1-1 0,1 1 0,-1-1 0,-1 0 0,4-2 0,0-1 0,-1 0 0,0 0 0,0 1 0,0 1-164,1 2 0,-1 2 0,1 0 0,-1 0 0,0 0 0,-1-1 164,4-2 0,-1 0 0,0 0 0,-1-1 0,0 1-30,-3 0 1,-1-1-1,0 1 1,-1 0-1,2 0 30,0 2 0,2 0 0,-1 1 0,0 0 0,-2-2 253,1-1 0,-1-2 1,-1 1-1,1 1-253,5 1 0,0 3 0,0-1 0,-1 1 0,-5-1 0,0 0 0,-1 0 0,2 0 0,5 0 0,0 0 0,1 0 0,-2 0 0,-5 0 0,-2 0 0,1 0 0,1 0 0,6 0 0,1 0 0,1 0 0,-1 0 0,-4 0 0,-1 0 0,0 0 0,1 0 0,2-1 0,-1 1 0,1 0 0,1 1 0,-7 1 0,1 1 0,0 1 0,0 0 0,-1-2 0,5-1 0,0-1 0,-2 0 0,0 3 0,-2 4 0,-2 2 0,0 0 0,-1-2 816,6-6 0,-2-1 1,-2 2-817,-5 8 0,-2 2 0,0-2 0,15-8 0,0 0 0,-14 7 0,1 4 0,-1-4 0,0-7 0,0-2 0,1 2 0,4 7 0,0 4 0,1-4 542,6-6 1,0-4 0,1 3-543,-3 7 0,0 3 0,2-1 0,-9-6 0,2 0 0,-1-1 0,-1 1 0,2 1 0,-1 0 0,-1 2 706,-1 2 0,-2 2 0,-1-3-706,4-7 0,-5 0 1732,2 14-1732,-4-16 521,-11 0-521,17-1 0,8 2 0,0 6 0,4 1-151,-13-6 1,4-2 0,1 0 0,-1 2 150,2 5 0,1 1 0,-1 1 0,0-1 0,8-1 0,-1-1 0,-2 0 0,-1 0 0,-1 0 0,-6 2 0,-10 5 0,-3-3 0,21-8 0,-43 6 0,11-16 0,-15 6 1812,0-37-1812,14 7 0,4-6 0,-8 1 0,0-5 0,-1-4 0,1-2-547,-1 8 1,1-3 0,-1-1 0,1-2 0,-1 0 0,-1-1 360,-2 1 0,0 0 1,0-2-1,-1 0 0,-1 0 1,0-1-1,0 1 186,-1 4 0,0-1 0,0 1 0,-1-1 0,0 0 0,0 1 0,-1-1 0,-1 2 0,-1-5 0,0 0 0,-1 1 0,-1 0 0,0 0 0,0 2 0,0 1-331,0-7 0,0 1 0,-1 2 0,0 0 0,-2 2 331,-1-4 0,-1 0 0,-2 3 0,0 4 0,-2 8 0,0 3 0,1 1 0,1-11 0,0 2 0,-5 5 0,-1-1 0,7-8 0,-2-2-108,-4 11 0,-3-1 0,0 1 108,-1-10 0,-1 0 0,3 11 0,-2 0 0,4 0 0,5-3 0,1 0 1638,-6-3 0,-2 2-1273,1 2 1,-3 3 675,0 9 1,-1 1-1042,2-4 0,1 3 0,-15 4 0,20 5 466,-5 15-466,-8 5 0,-5 5 0,-5 7 0,-5 2 0,3-9 0,-6-1 0,-3 0 0,0 2-629,7 0 1,0 1-1,0 0 1,-2 0 0,-1 0 628,1-3 0,-1 0 0,0 0 0,-2 0 0,1-1 0,0 1 0,2-1 0,-1-1 0,0 1 0,1 0 0,0-1 0,-1 2 0,-6 1 0,1 0 0,-1 1 0,1-1 0,-2 0 0,7-4 0,-1 0 0,0-1 0,-1 1 0,1-1 0,0 2-547,0 1 1,0 0 0,0 1 0,1 0 0,-2 0 0,0-1 534,2-2 0,0 0 0,-1-1 1,-1 0-1,1 0 0,0 1 1,0 0 11,-6 2 0,0 0 0,1 1 0,-1 0 0,0-1 0,-1 1-469,5-2 1,-1 1 0,1-1 0,-1 0 0,-1 0 0,1 0 0,0 1 461,-2 0 1,0-1 0,0 1 0,0 0-1,0 0 1,0 0 0,0 0 6,1 0 0,-1-1 0,0 1 0,1 0 0,-1 0 0,1 0 0,-1 0-293,1-1 1,0 1 0,0-1 0,1 1-1,-1-1 1,1 0 0,1 0 292,-3-1 0,1 0 0,0 0 0,0-1 0,1 1 0,1 0 7,1 0 0,1 0 0,1 0 0,-1 0 1,2 0-1,-1-1-7,-5 0 0,0-2 0,1 1 0,0-1 0,1 2 0,0 1 0,2 1 0,-1 0 0,1-1 0,-2-1 0,-2-3 0,-1-1 0,0-2 0,-1 1 0,0 2 0,7 2 0,-1 1 0,1 2 0,-1-1 0,-1-1 0,-1-1-35,3-2 1,-2-1 0,0-2 0,-1 0 0,0 1 0,0 1 0,1 1 34,-2 3 0,1 1 0,-1 2 0,1 0 0,-1-1 0,0 0 0,0-1 0,0-1 0,-1-2 0,0 0 0,0 0 0,1 0 0,0 0 0,0 1 0,-4 1 0,0 1 0,1 0 0,1 0 0,-1 0 0,1 0 169,0 0 1,1 0-1,-1 0 1,2-1 0,-1 0-1,3-2-169,-3-1 0,2-1 0,1-1 0,0 0 0,0 1 236,2 2 1,-1 1-1,1-1 1,1 1 0,1-2-237,-1-1 0,0 0 0,2-1 0,0-2 387,-12-2 0,2-3 0,0 2-387,2 4 0,1 0 0,0-1 0,1-2 0,1-2 0,-1 1 0,-1-1 0,-2 0 0,1 2 0,0 3 0,-1 1 0,2-3 0,9-6 0,1-3 0,-1 2 0,-7 2 0,-2 2 0,3 0 1465,-4-3 0,0-1-1465,10 0 0,-2-2 0,1 2 0,4 3 0,-1 2 0,1-2 0,-4-5 0,0 0 0,0 0 520,-3 5 1,-1 1-1,-1 0-520,-3-5 0,-2-1 0,1 3 0,5 7 0,0 3 0,1-3 0,-1-8 0,2-3 0,0 4 774,-5 7 1,0 0-775,-3-6 0,2 1 529,17 6 1,1 2-530,-9 0 0,0-2 202,10-7 0,-1 0-202,-14 6 0,-2 0 0,0-6 0,-2 0 51,7 7 1,-3 2 0,1-1-52,0 0 0,-1 0 0,0 0 0,-5 0 0,-1 0 0,2 0 0,3 0 0,1 0 0,1 0 0,2 0 0,1 0 0,1 0 40,-8-1 1,2 2-41,11 7 0,1 0 0,5-6 0,2 0 0,-12 14 0,1-1 0,9-14 0,1 2 482,6 13 0,-1 0-482,-20-14 0,-2-1 0,5 14 0,-1 2 0,4-10 0,-3-2 0,2 2 0,-11 10 0,2 2 0,0-1 0,2-1 0,5-8 0,3 2 0,14 5 0,1-1 0,-20-11 0,37 12 0,-6-16 0,8 0 0,0 0 0,0 0 0</inkml:trace>
  <inkml:trace contextRef="#ctx0" brushRef="#br0" timeOffset="4367">5680 11889 24575,'34'0'0,"0"0"0,0 0 0,6 0 0,1 0 0,3 0 0,-4 0 0,2 0 0,2 0 0,-1 0-820,1 0 1,0 0 0,1 0 0,0 0 622,4 0 0,2 0 0,-1 0 1,0 0 196,-5 0 0,0 0 0,0 0 0,0 0 0,3 0 0,1 0 0,-1 0 0,-1 0 0,-4 0 0,-1 0 0,-1 0 0,2 0 0,4 0 0,0 0 0,1 0 0,0 0 0,-1 0 0,-1 0 0,1 0 0,1 0-350,-4 0 1,2 0 0,0 0-1,0 0 1,-1 0 349,-3 0 0,-1 0 0,0 0 0,1 0 0,0 0 0,6 0 0,0 0 0,1 0 0,0 0 0,-2 0 0,-4 0 0,-2 0 0,0 0 0,0 0 0,1 0 0,3 0 0,1 0 0,-1 0 0,1 0 0,-1 0 0,-2 0 0,0 0 0,-1 0 0,0 0 0,0 0 0,-1 0 0,0 0 0,0 0 0,0 0 0,-1 0 17,5 0 0,0 0 0,-1 0 0,0 0-17,-1 0 0,-1 0 0,-1 0 0,-2 0 0,-1 0 0,-1 0 0,-2 0 0,11 0 0,-6 0 1723,-5 0-1723,-19 0 0,-16 0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8:11:36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3739 8837 24575,'36'0'0,"-12"0"0,3 0 0,7 0 0,2 0 0,1 0 0,1 0 0,-5 0 0,2 0 0,-1 0 0,7 0 0,0 0 0,-7 0 0,2 0 0,-2 0 0,8 0 0,-2 0 0,-4 0 0,-1 0 0,-8 0 0,-3 0 0,-5 0 0,13 0 0,-13 0 0,5 0 0,3 0 0,0 0 0,1 0 0,14 0 0,2 0 0,-6 0 0,-1 0 0,6 0 0,0 0 0,-7 0 0,-1 0 0,0 0 0,0 0 0,-7 0 0,-1 0 0,0 0 0,-3 0 0,3 0 0,-9-16 0,6 12 0,-21-11 0,13 15 0,15 0 0,9 0 0,1-8 0,4 0 0,0 6 0,0 0 0,0-6 0,0 1 0,1 6 0,-6 2 0,0-1 0,7-16 0,-43 12 0,11-12 0,1 16 0,-12 0 0,12 16 0,-1-12 0,-11 12 0,12-16 0,-32 0 0,12 0 0,-11 0 0,15 0 0</inkml:trace>
  <inkml:trace contextRef="#ctx0" brushRef="#br0" timeOffset="2683">3775 11395 24575,'35'0'0,"-4"0"0,5 0 0,7 0 0,4 0-483,-7 0 1,3 0 0,-1 0 482,-3 0 0,0 0 0,1 0 0,-3 0 0,3 0 0,-2 0 0,-2 0 0,9 0 0,0 0 142,-6 0 1,2 0 0,-4 0-143,0 0 0,-3 0 125,1 0 0,1 0-125,-1 0 0,0 0 0,0 0 0,1 0 0,-1 0 0,0 0 367,1 0 1,-1 0-368,1 0 0,-2 0 17,-5 0 0,-3 0-17,17 0 0,-25 0 0,-10 0 0,8 0 0,-13 0 0,29 0 0,-13 0 0,17 0 0,-1 0 0,0 0 0,1 0 0,-17 0 0,-3 0 0,-1 0 0,-11 0 0,28 0 0,3 0 0,-2 0 0,5 0 0,6-1 0,2 2 0,-1 6 0,0 1 0,-1-6 0,-2 0 0,-13 7 0,-3-2 0,9-7 0,-19 0 0,-16 0 0,0 0 0,0 0 0</inkml:trace>
  <inkml:trace contextRef="#ctx0" brushRef="#br0" timeOffset="9517">6068 8237 24575,'0'34'0,"0"-1"0,0 10 0,0 4 0,0-7 0,0 2 0,0 2-630,0 2 0,0 2 0,0-1 630,0-5 0,0 0 0,0-1 0,0 0 0,0 0 0,0-1 265,0 10 1,0-2-266,0-4 0,0 0 0,0-5 0,0 0 0,-1 5 0,2-2 165,6-4 1,1-1-166,-6 6 0,0 0 0,6-7 0,0-1 0,-7 0 0,-2 0 0,1 8 0,0 1 0,0 0 0,0 2 0,0-6 0,0 2 0,0-3 0,0 4 0,0 0 0,0-4 0,0 2 0,0-5 482,0-10 1,0-1-483,0 9 0,0-1 63,0 2-63,8-15 0,-6-5 0,6-15 0</inkml:trace>
  <inkml:trace contextRef="#ctx0" brushRef="#br0" timeOffset="12599">6579 10142 24575,'26'0'0,"-1"0"0,2 0 0,1 0 0,7 0 0,1 0 0,-1 0 0,0 0 0,1 0 0,-1 0 0,-7 0 0,-1 0 0,0 0 0,-3 0 0,-5 0 0,5 0 0,-22 0 0,6 0 0,7 0 0,21 0 0,-10 0 0,2 0 0,-1 0 0,1 0 0,6 0 0,-1 0 0,6 0 0,-4 0 0,-3 0 0,-28 0 0,11 0 0,-15 0 0,16 16 0,4-12 0,3 4 0,5 0 0,6-7 0,2-2 0,9 1 0,0 0 0,0 0 0,0 0 0,0 0 0,-3 0 0,-14 0 0,-1 0 0,-1 0 0,-1 0 0,2 0 0,-9 0 0,-11 0 0,9 0 0,4 0 0,15 0 0,0 0 0,1 0 0,-17 0 0,-19 0 0,-19 0 0,-1 0 0,-11 0 0,27 0 0,-28 0 0,28 0 0,-27 0 0,19 0 0,-37 0 0,2 0 0,6 0 0,-4 0 0,0 0 0,0 0 0,10-1 0,0 1 0,-1 1 0,-4 3 0,-2 2 0,2-1 0,-7-3 0,0 0 0,8 3 0,-1 2 0,2-3 0,-1-3 0,3-2 0,0 1 0,2 0 0,7 0 0,3 0 0,-4 0 0,11 0 0,9 0 0,8 0 0,-16 0 0,12 16 0,-27-12 0,27 11 0,-43-15 0,8 16 0,5-14 0,-3 0 0,-6 5 0,0 1 0,5 1 0,2-2 0,-1-5 0,3 0 0,7 6 0,3 0 0,-11-8 0,15 0 0,-11 0 0,11 0 0,-11 0 0,-4 0 0,6 0 0,-1 0 0,-3 0 0,-2 0 0,1 0 0,-8 0 0,2 0 0,2 0 0,3 0 0,-8 0 0,27 0 0,16 0 0,0 0 0,0 0 0</inkml:trace>
  <inkml:trace contextRef="#ctx0" brushRef="#br0" timeOffset="14033">5786 9066 8191,'0'20'0,"15"-4"1638,23-14 0,7-4-745,-13 2 1,2 0 45,2 0 0,3 0 1,-4 0-940,-6 0 0,-5 0 1719,3 0-1719,5 0 3276,-28 0 0,11 0-3044,1 15-232,-12-11 0,12 12 0,-16-16 0</inkml:trace>
  <inkml:trace contextRef="#ctx0" brushRef="#br0" timeOffset="16249">5927 9384 24575,'19'0'0,"-3"0"0,-16 0 0,16 0 0,-12 16 0,11-13 0,1 13 0,-12-16 0,12 0 0,-16 0 0,0 0 0,0 16 0,15-12 0,-11 11 0,12-15 0,-1 0 0,-11 0 0,12 0 0,-16 0 0,8 0 0,-6 16 0,6-12 0,-8 12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8:12:51.0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13547 9049 24575,'35'0'0,"8"0"0,-17 0 0,1 0 0,11 0 0,2 0 0,5 0 0,1 0 0,-12 0 0,2 0 0,-1 0 0,11 0 0,-1 0 0,-11 0 0,0 0 0,-1 0 0,5 0 0,-1 0 0,6 0 0,0 0 0,-7 0 0,-1 0 0,-7 0 0,-1 0 0,-1 0 0,-1 0 0,10 0 0,0 0 0,8 0 0,-16-8 0,-1 0 0,21 4 0,-22-4 0,1 0 0,1 8 0,-3 0 0,0 0 0,23 0 0,-43 0 0,11 0 0,-15 0 0,0 0 0,-15 0 0,-5 0 0,0 0 0,-11 0 0,27 0 0,-27 0 0,27 0 0,-28 0 0,13 0 0,-6 0 0,-1 0 0,-5 0 0,-3 0 0,11 0 0,3 0 0,-15 0 0,0 0 0,-1 0 0,1 0 0,15 0 0,-11 0 0,11 0 0,-15 0 0,10-1 0,-1 2 0,-13 15 0,6-14 0,-1 0 0,7 6 0,-1 0 0,1-7 0,0-2 0,0 1 0,3 0 0,-12 0 0,1 0 0,15 8 0,-11-6 0,27 5 0,-27-7 0,11 0 0,1 0 0,-13 0 0,13 0 0,-1 0 0,-11 0 0,27 0 0,-12 0 0,16 0 0,16 0 0,3 0 0,17 0 0,-1 0 0,-10 0 0,1 0 0,13 0 0,-6 0 0,1 0 0,5 0 0,-6 0 0,1 0 0,5 0 0,0 0 0,4 0 0,-7 0 0,3 0-419,-2 0 0,5 0 1,0 0 418,5 0 0,3 0 0,2 0-650,-10 0 0,2 0 0,2 0 0,1 0 0,-1 0 650,3 0 0,0 0 0,1 0 0,0 0 0,-1 0 0,-7 0 0,1 0 0,-1 0 0,0 0 0,0 0 0,-2 0-211,5 0 0,0 0 1,-1 0-1,-1 0 1,-4 0 210,6 0 0,-3 0 0,-2 0 0,-1 0 0,0 0 0,-7 0 0,7 0 975,-7 0-975,-32 16 3233,0-12-3233,-32 12 1351,-7-1-1351,-6-13 0,-4 0 0,4 14 0,-2 0-352,5-14 0,-2-3 0,0 4 352,2 6 0,1 3 0,-1-2 0,1-7 0,-1-3 0,0 1 0,-4 4 0,0 1 0,0-1 0,5-4 0,0-2 0,-2 1 0,4 0 0,-3 0 0,0 0 0,0 0-538,-1 0 0,-2 0 1,1 0-1,-2 0 538,6 0 0,-1 0 0,-1 0 0,1 0 0,1 0 0,-6 0 0,1 0 0,0 0 0,1 0-198,0 0 0,-1 0 0,2 0 0,2 0 198,3 0 0,2 0 0,1 0 0,-1 0 0,1 0 0,4 0 0,2 0 0,3 0 897,-17 0-897,9 0 2163,23 0-2163,-21 0 939,28 0-939,-11 0 0,-1 0 0,12 0 0,-27 0 0,11 0 0,1-16 0,3 12 0,16-12 0,16 16 0,-13 0 0,13 0 0</inkml:trace>
  <inkml:trace contextRef="#ctx0" brushRef="#br0" timeOffset="22167">5750 9278 24575,'26'0'0,"-1"0"0,9 0 0,3 0 0,-4 0 0,3 0 0,1 0-741,1 0 0,1 0 0,1 0 741,-3 0 0,1 0 0,2 0 0,0 0-663,4 0 0,2 0 0,0 0 0,2 0 663,-3 0 0,1 0 0,0 0 0,2 0 0,-1 0 0,1 0 0,0 1 0,0-1 0,1 0 0,1-1 0,-7-1 0,1 0 0,0 0 0,0-1 0,-1 0 0,-1-1 0,4 1 0,-1-1 0,0 0 0,-1 0 0,0 0 0,-1 0 0,0 1 0,-1-1 0,0 0 0,-1-1 37,5-2 0,-1-2 0,-1 0 0,-2 3-37,4 4 0,-1 3 0,-3-4-12,-6-7 1,-1-2 0,-2 3 11,8 6 0,-4 2 464,-9-7 1,-1 0-465,7 7 0,-1 2 2625,6-1-2625,1 0 0,2 0 581,-13 0 1,1 0-582,2 0 0,3 0 0,0 0 0,10 0 0,0 0-351,-6 0 1,2 1-1,1-2 351,1-4 0,1-1 0,2 1 0,-8 4 0,2 0 0,0 1 0,1-2-593,3-1 1,2-1 0,1 0-1,0 0 593,-6 0 0,1 1 0,0-1 0,1 1 0,1 1 0,1 1 0,2 0 0,-1 1 0,1-1 0,-1 0 0,-1-1 0,-1-2 0,0 1 0,1-1 0,0 1 0,3 1 0,1 0 0,0 1 0,-1 0 0,-1 0 0,-4 0 0,-2 1 0,0 0 0,0-1 0,1 1 0,3-2 0,1 0 0,0 1 0,0-1 0,-2 1 0,-2 0 0,-1 1 0,0 0 0,-1 1 0,0-1 0,9 0 0,-1 0 0,1 0 0,-1 0 0,2 0 0,1 0 0,-1 0 0,-1 0 0,-3 0 0,-1 0 0,-1 0 0,1 0-370,3 0 1,1-1 0,-1 1 0,0 1 369,-6 0 0,0 2 0,0-1 0,0 0 0,1-2 0,0 0 0,1 0 0,1 2-377,-6 1 0,1 2 0,0 1 0,0-1 0,0-1 377,10-2 0,-1-2 0,1 0 0,1 2 0,-5 3 0,1 2 0,0 0 0,1 0 0,0-2-267,0-2 1,2-3 0,-1 0 0,0 0 0,0 1 266,-3 2 0,-1 0 0,1 1 0,-1 0 0,0-2 0,-2-1 0,0-1 0,-1 0 0,0-1 0,0 1 134,6 0 0,0 0 0,-2 0 0,0 0-134,-7 0 0,-2 0 0,1 0 0,1 0 0,4 0 0,1 0 0,1 0 0,-3 0 152,5 0 1,-2 0-1,0 0-152,-7 0 0,2 0 0,-2 0 0,-1 0 0,1 0 0,-3 0 0,2 0 542,4 0 0,0 0 0,-2 0-542,8 0 0,-4 0 1274,-6 0 1,-3 0-1275,-7 0 0,-3 0 1605,11 0-1605,-15 0 1098,11 0-1098,-27 0 288,43 0-288,-15 16 0,8-14 0,4 0 0,-11 6 0,0-1 0,3-7 0,-1 0 0,-8 8 0,-3 0 0,11-4 0,-15 12 0,11-16 0,-27 0 0,27 0 0,5 0 0,3 15 0,-12-13 0,-3 0 0,-5 14 0,13-16 0,-13 0 0,17 0 0,-17 0 0,13 0 0,-28 0 0,11 0 0,-15 0 0</inkml:trace>
  <inkml:trace contextRef="#ctx0" brushRef="#br0" timeOffset="29367">6033 7902 24575,'43'0'0,"-6"0"0,6 0 0,-8 0 0,-15 0 0,-4-15 0,-16 11 0,0-12 0,0 16 0,0 0 0,0 0 0</inkml:trace>
  <inkml:trace contextRef="#ctx0" brushRef="#br0" timeOffset="32382">5750 9419 24575,'41'0'0,"1"0"0,-6 0 0,3 0 0,3 0 0,3 0 0,4 0 0,1 0 0,0 0-656,-9 0 1,0 0-1,1 0 1,0 0 0,0 0 323,3 0 0,1 0 0,0 0 0,0 0 0,-2 0 332,7 0 0,-2 0 0,0 0 0,-2 0-78,-4 0 1,-1 0-1,0 0 1,0 0 77,1 0 0,0 0 0,0 0 0,-2 0 0,6 0 0,-3 0 0,3 0 0,-6 0 0,3 0 0,0 0 0,-1 0 0,-2 0 0,-1 0 0,0 0 0,0 0 0,9 0 0,-1 0 0,0 0 169,-2 0 1,0 0-1,-1 0-169,-6 0 0,-2 0 0,1 0 0,-3 0 0,1 0 0,0 0 0,7 0 0,1 0 0,-1 0 0,-6 0 0,-1 0 0,1 0 0,3 0 0,2 0 0,-3 0-74,7 0 0,-2 0 74,-10 0 0,0 0 0,0 0 0,11 0 0,0 0 0,-8 0 0,0 0 0,3 0 163,-3 0 1,1 0 0,2 0 0,0 0-164,2 0 0,0 0 0,1 0 0,2 0-226,-1 0 0,1 0 1,1 0-1,0 0 0,1 0 226,-1 0 0,0 0 0,1 0 0,-1 0 0,0 0 0,-1 0 0,-1 0 0,1 0 0,0 0 0,-1 0 0,2 0 0,-1 0 0,1 0 0,-1 0 0,-1 0-317,3 0 0,0 0 0,-1 0 0,2 0 317,-5 0 0,2 1 0,0-1 0,0 0 0,0-1 0,0-1 0,-1-2 0,0 1 0,1-1 0,1 1-499,2 2 1,1 0 0,1 1-1,0 0 1,2-1 498,-11-1 0,2-1 0,0 1 0,1-1 0,-1 1 0,1-1 0,-1 2-255,7 0 1,-1 1 0,0 0 0,1 0 0,0 1-1,0-1 255,-3 0 0,1 0 0,0 0 0,0 0 0,0 0 0,1 0 0,-2 0 0,0 0 0,0 0 0,0 0 0,0 0 0,-1 0 0,0 0 0,0 0 0,4 0 0,-1 0 0,0 0 0,0 0 0,-1 0 0,1 0-43,-2 0 1,0 0 0,0 0 0,0 0 0,-1 0 0,0 0 42,-3 0 0,0 0 0,0 0 0,-1 0 0,0 0 0,0 0-16,5 0 0,-1 0 0,1 0 0,-2 0 1,1 0 15,-1 0 0,-1 0 0,0 0 0,0 0 0,-1 0 0,6 0 0,1 0 0,-2 0 0,-1 0 448,-8 0 0,0 0 0,-1 0 0,-2 0-448,7 0 0,-2 0 0,-3 0 1538,7 0 1,-4 0-1539,-5 0 0,-1 0 1436,0 1 0,0-2-1436,1-7 0,-1 0 1266,1 6 0,-2 0-1266,-6-6 0,-1 1 353,-1 6 0,-1 2-353,11-1 0,-17 0 0,-3 0 0,-16 0 0</inkml:trace>
  <inkml:trace contextRef="#ctx0" brushRef="#br0" timeOffset="37283">20249 10530 24575,'44'0'0,"-1"0"0,0 0 0,0 0 0,-2 0 0,0 0 0,1 0 0,2 0 0,0 0 0,-3 0 0,1 0 0,1 0 0,0 0 0,1 0 0,1 0-469,-1 0 1,0 0 0,1 0 0,1 0 0,0 0 0,0 0 0,-1 0-1,0 0 1,0 0 0,0 0 0,-1 0 0,1 0 0,0 0 0,-1 0 275,0 0 0,0 0 1,-1 0-1,0 0 0,0 0 1,0 0-1,-1 0 89,4 0 0,0 0 1,0 0-1,-1 0 1,-1 0-1,0 0 104,2 0 0,-1 0 0,0 0 0,1 0 0,1 0 0,1 0 0,2 0 0,1 0 0,0 0 0,-1 0 0,-2 0 0,1 1 0,-2-1 0,-1 0 0,1 0 0,3-1-131,-6 0 1,2-1-1,1 0 1,1 0 0,-1-1-1,0 0 1,-3 1 130,1-1 0,-1 0 0,-2 0 0,0 0 0,1-1 0,0 0 0,2-1 0,1-1 0,0-1 0,-1 1 0,1 0 0,0 1 0,1 1 0,0 1 0,0 0 0,0 0 0,0 0 0,-1-1-303,-3-1 1,1 0 0,-1-1 0,-1 0 0,1 1 0,0 1 302,1 2 0,1 1 0,-1 1 0,0 0 0,-1 0 0,0-1 182,3-2 1,-2 0 0,0-1 0,1 1 0,-1 0-183,4 2 0,1 1 0,0 1 0,-1-1 0,0 0 0,-6 0 0,-1 0 0,0-1 0,0 1 0,1 1 0,6 2 0,1 0 0,0 1 0,0-1 0,-1 0 0,-4-2 0,-1-1 0,0 0 0,-1 1 0,2 1 0,2 3 0,1 2 0,1 0 0,-1 0 0,0-2 0,-1-2 0,0-3 0,-1 0 0,1 0 0,0 1 0,2 2 0,0 0 0,0 1 0,0 0 0,0-2 0,-1-1 0,1-1 0,0 0 0,0-1 0,0 1 0,-2 0 0,0-1 0,-1 1 0,1 0 0,0 1 0,1 1 0,1 1 0,-1 0 0,0 1 0,-1 0 0,-5-1 0,-1 0 0,-1 1 0,1 0 0,0 1 0,4 1 0,1 1 0,1 0 0,-1 1 0,-2-1 0,5 2 0,-1 0 0,-1 0 0,2 0 0,-7-2 0,0 0 0,1 0 0,1 0 0,-1 0 0,2 0 0,-1 0 0,1 0 0,0 0 0,1 0 0,0 0 0,1 1 0,0-1 0,1 0 0,0 0-47,-5-1 0,0 0 0,0 0 0,1 0 0,0 0 1,0-1 46,1-1 0,-1 0 0,1-1 0,1 0 0,-1 0 0,0-1 0,2 1 0,0 1 0,0-1 0,0-1 0,-1 0 0,1 0 0,-3-1 0,1-1 0,-1 0 0,0 0 0,0-1 0,0 1 195,6 0 1,2 0-1,-2 0 1,0 0-1,-3 0-195,4 0 0,-3 0 0,-1 0 0,0 0 384,-6 0 1,0 0 0,-1 0-1,-2 0-384,6 0 0,-3 0 0,-1 0 996,8 0 1,-4 0-997,-7 0 0,-1 0 0,5 0 0,2 0 0,2 0 0,2 0 517,-4 0 0,3 0 1,1 0-518,-4 0 0,2 1 0,0-1 0,1-1-17,1-2 1,1-1-1,0-1 1,1 1 16,-6 3 0,1 1 0,0 1 0,-1-2 0,0-2 0,4-3 0,0-3 0,-2 0 0,0 2 96,8 5 0,-2 2 0,-3-2-96,-10-3 0,-1-1 0,-5 2 0,16 4 0,-16-16 1442,-31 12-1442,0-27 0,1 7 0,-2-3 0,-5-15 0,-4-7-57,3 11 0,-3-5 0,1-2 0,0-1 57,3 6 0,0 0 0,0-1 0,0-2 0,-1-1-489,-1 0 0,0-2 0,0-1 0,-1-1 0,1 0 0,0 1 489,0 1 0,1-1 0,0 1 0,0-1 0,0 1 0,0 0 0,0 0 0,1 0 0,0 0 0,-1 1 0,1-1 0,-1 0 0,-1 0 0,-1 0 0,0-1 0,0 1 0,0 0 0,2 1-436,-1-5 1,1 2 0,0 0 0,0-1 0,0 1 435,0-1 0,0-1 0,0 0 0,0 1 0,0 0 0,0 1 0,0 1 0,0 0 0,0 0 0,0 1 0,0 3 0,0 0 0,0 1 0,-1-1 0,1 0 0,0-3 0,0-2 0,-1 1 0,1 0 0,1 0 0,2 3 0,0 1 0,1 0 0,-1 0 0,0 0-222,-2 1 0,-1-2 0,-1 2 1,2 0-1,1 1 222,3-3 0,2 2 0,0 0 0,-2 1 251,-1 1 1,-1 1 0,0 0 0,0 2-252,-2-3 0,0 2 0,2-1 0,2-2 0,2-1 0,-2 3 1448,-6-7 0,0 2-1448,7-1 0,2 4 2673,-1 2-2673,-15 7 1764,-5 32-1764,-15 0 0,4 0 0,-5 0 0,0 1 0,-5-1 0,-3-1-493,7 0 0,-3-2 1,-1 0-1,-2-1 0,0 0 493,1-1 0,-2 0 0,0 0 0,-1-1 0,-1-1 0,-2-1-410,6 1 0,-1-1 1,-2 0-1,0-1 1,0 0-1,-1-1 0,1 1 1,0-1 242,-1-1 0,1 0 0,-1 0 0,1-1 0,-1 1 0,0-1 0,-1 1 0,-1 0-198,1 0 1,0 1 0,-2 0 0,0 0 0,0 0 0,0 1 0,0-1 0,0 0 0,0-1 298,2 1 1,-1-1 0,1 1 0,0-1 0,0 0 0,-1 0 0,1 1 0,-1 0 0,0 0 65,3 2 0,-1 0 0,0 1 0,0 0 0,0 0 0,0 0 0,0 1 0,0-1 0,1-1 0,0 1 0,-2-2 0,1 1 0,0-1 0,0-1 0,1 1 0,-1 0 0,1 1 0,0-1 0,0 2-257,-4-1 0,0 0 0,0 1 0,0 1 0,1-1 0,0 1 0,1-1 0,0 1 257,-4-2 0,2 1 0,-1-1 0,1 1 0,1-1 0,0 1 0,2 1-5,-2-1 0,1 1 1,1 0-1,0 1 1,0-1-1,0 0 5,0 0 0,-1 0 0,0 0 0,1 0 0,0 0 0,2 1 226,-2 1 1,1 0-1,1 1 1,0-1 0,-1 0-227,-2-2 0,-2-1 0,1 0 0,-1 1 0,-1 0 0,9 2 0,-1 1 0,-1 0 0,1 0 0,-1 0 0,0 0 181,-4-1 1,1 1 0,-1-1 0,-1 1 0,0 0 0,-1 0-182,4 0 0,-1 1 0,0-1 0,-1 1 0,0-1 0,0 2 0,0-1-33,-1 1 0,-1 1 0,0 0 1,0 0-1,-1 1 0,1-1 1,-2 0 32,4 0 0,0 0 0,-1 0 0,0 0 0,-1 0 0,0 0 0,0 0 0,0 0-149,3 0 0,-1 0 1,1 0-1,-2 0 0,1 0 1,0 0-1,-1 0 1,1 0-1,0 0 149,-1 0 0,1 0 0,-1 0 0,0 0 0,0 0 0,1 0 0,-1 0 0,0 0 0,1 0 0,-1 0 0,1 0 0,-1 0 0,0-1 0,1 1 0,-1 0 0,2 0 0,0 0 0,0 1-41,0 0 0,0 1 0,1 0 0,0 0 0,1 0 0,0 0 0,1 1 0,1-1 41,-6 1 0,1 0 0,0 0 0,2 1 0,1-1 0,1 1 346,-8 0 0,1 0 1,3 1-1,3 1-346,0 5 0,4 1 0,3-3 1441,0-7 0,3-1-1441,0 8 0,1-2 0,3-7 0,-2 0 0,0 4 0,-3 2 0,-2 0 744,-1-2 0,-3 1 1,-2 0-1,0 0-744,4 1 0,0 1 0,-1 0 0,-1 1 0,0 0 0,-2 1 0,0 2 0,0-1 0,-1 1 0,2-1 0,1-2 0,-1-1 0,2 0 0,0 1 0,3 1 691,-2 3 1,3 2 0,1 0 0,2-3-692,-19 0 0,6-3 457,17 1 1,7-2-458,6-7 0,0 0 0,-3 0 0,-11-1 0,-7 2 0,4 3 0,-2 2 0,-3 0 235,-8 0 0,-3 0 1,-1 1-236,7 0 0,-2 0 0,0 0 0,2 0 0,-5-1 0,3-1 0,1 1 135,1 3 0,2-1 0,5-1-135,-11-3 0,16 12 0,15-1 0,12-11 0,-12 12 1659,16-16-1659,-15 0 0,11 0 0,-12 15 0,0-11 0,-3 12 0,-1 0 0,5-12 0,15 11 0,0 1 0,0-12 0,0 12 0,0-16 0,0 15 0,0-11 0,0 28 0,0-28 0,0 27 0,0-27 0,0 43 0,0-8 0,0-5 0,0 3 0,0-3 0,0 2 0,1 7 0,-2 0 0,-7-6 0,0 1 0,7-5 0,1 3 0,-3-3 0,-13 4 0,1 0 0,11 10 0,4 0 0,-7-3 0,-2 1 0,0 3 0,2 2 0,5-6 0,0 2 0,-3-12 0,-1 1 0,2-2 0,3 4 0,2 0 0,-1 6 0,0 0 0,0-7 0,0-1 0,0 1 0,0-2 0,0-6 0,0-1 0,0 14 0,0 1 0,0-14 0,0 2 0,-5 5 0,-1 3 0,1-1 0,3 9 0,0 0 0,-3-9 0,-1 1 0,1 1-383,4 6 0,2 1 0,-1 0 383,0-3 0,0 0 0,0 0 0,0-4 0,0 1 0,0 0 0,0-2 0,0 5 0,0-2 0,0 1 0,0 1 0,0 1 0,0-2-165,0-5 0,0-2 1,0 1 164,0 2 0,0 0 0,0 0 0,0 7 0,0 0 0,0-12 0,0 2 0,0-1 0,0 11 0,0 0 0,0 0 0,0 0 0,0-1 0,0-2 0,1-6 0,-2-1 0,-6 0 0,-1 0 559,6 1 1,0-1-560,-6-4 0,0 0 262,7 11 0,2 1-262,-1-10 0,0 0 0,0 10 0,0 1 0,0-1 0,0 0 0,0-6 0,0 0 0,0 7 0,0-1 0,0-8 0,0 0 0,0 1 0,0-1 0,0-8 0,0 1 0,0 6 0,0-2 0,0 7 0,0-3 0,0-5 0,0-27 0,0 12 0,0-16 0,0-16 0,0 12 0,0-27 0,0 27 0,0-28 0,0 28 0,0-11 0</inkml:trace>
  <inkml:trace contextRef="#ctx0" brushRef="#br0" timeOffset="40966">29704 2946 24575,'0'19'0,"0"-3"0,0-16 0,16 0 0,-13 0 0,29 0 0,-13 0 0,17 0 0,-1 0 0,0 0 0,-15 0 0,11 0 0,-27 0 0,43 0 0,-21-7 0,3-2 0,3 2 0,6-2 0,3 0 0,1-1-656,-3 0 1,2-1-1,0 0 1,2 0 0,1-1 624,-1 1 0,1-1 1,1 0-1,1 1 1,-1-1-1,0 0 31,-1 0 0,-1 0 0,1 1 0,-1-1 0,0 0 0,-1 0 0,5-2 0,1 0 0,-2 0 0,-2-1 0,-2 1-68,-2 1 0,-2 0 0,-3-1 0,-3 0 68,0-4 0,-3 0 0,-3 3 0,1 5 0,-7 0 0,-17-6 0,-3 1 0,-3 11 3276,-13-12-3147,-15 0 199,7-3-328,0 1 0,-3 1 0,2 3 0,-1 0 0,-1-4 0,-1 3 0,1 8 0,-1 2 0,3-3 0,-1 0 0,1 0 0,-1 1 0,0 5 0,-2 0 0,-4-7 0,-2-3 0,-2 1-433,-5 4 0,-1 1 0,-1 0 433,6 1 0,-1 1 0,-1-1 0,0-1 0,-1-2 0,0-1 0,0 1 0,2 2 0,-3 3 0,2 3 0,1-1 0,2-4 0,1-1 0,4 1 0,2 5 0,3 0 0,1 0 0,-1 0 0,0 0 0,1 0 0,2 0 0,-9 16 1299,32-12-1299,-15 27 0,11-27 0,-12 27 0,16-11 0,0 15 0,0 8 0,0-17 0,0 1 0,0 5 0,0-1 0,0-2 0,0-3 0,0 9 0,16-19 0,-12 0 0,27-12 0,-11 27 0,15-12 0,0 17 0,1-1 0,-27-9 0,1-1 0,21-1 0,-27 23 0,28-44 0,-28 13 0,11-16 0,1 0 0,-12 0 0,12 16 0,-1-12 0,-11 11 0,12-15 0</inkml:trace>
  <inkml:trace contextRef="#ctx0" brushRef="#br0" timeOffset="50067">20249 12400 24575,'0'33'0,"0"1"0,0 9 0,0 4 0,0 0 0,0 3 0,0 2-792,0-12 1,0 1 0,0 0-1,0 0 792,0 1 0,0 0 0,0 0 0,0 0 0,0-3 0,0 0 0,0 0 0,0 1 0,0 6 0,0 2 0,0 0 0,0-2 0,0-7 0,0-1 0,0-1 0,0 2 0,0 5 0,0 3 0,0-2 0,0-1 0,0 4 0,-1-3 0,2 1 0,4 4 0,1 0 0,-1-1 0,-4 0 0,-1-1 0,3 0 11,7 0 1,2-1 0,-3-1-12,-6-4 0,-3-2 0,1 0 0,4-4 0,0-1 0,1 0 0,0 1 0,-1-1 0,0 0 367,-4 7 1,2-2-368,5-4 0,-1-3 0,-7 10 0,0-8 1584,0-15-1584,0-5 812,0-15-812,16 0 0,-12 16 0,12-12 0,-16 12 0,15-1 0,-11 5 0,12 3 0,0 5 0,-14 6 0,-1 2 0,15 9 0,0 0 0,-14 1 0,0-1 0,6-9 0,-1-2 0,-6-6 0,-2-5 0,1-3 0,0-5 0,16-15 0,-12 0 0,12 0 0,-1 0 0,5-15 0,3 5 0,5 0 0,12-7 0,6-1 0,-2 5 0,3 2 0,3 0-820,-6 1 1,2 1 0,2 1 0,2-1 802,-7 3 1,2 0-1,2 0 1,0 0-1,0 1 1,1-1-531,0 0 1,1 0 0,0 0 0,1 0 0,0 0 0,2 1 453,-9 0 1,1 1 0,1-1 0,1 1 0,0 0 0,-1-1 0,1 1 0,-1-1 92,0 1 0,-1-1 0,0 1 0,1-1 0,-1 0 0,0 1 0,1 0 0,-1 0 0,1 1 0,0 0 0,0 1 0,1 0 0,-1 0 0,0 0 0,0 0 0,0-1 0,4-1 0,1-1 0,-1 0 0,0 0 0,0 1 0,0-1 0,1 1 0,-7 1 0,2 0 0,-1 1 0,0 0 0,0 0 0,0-1 0,0 1 0,-2 0 0,3-1 0,-1 0 0,0 0 0,-1 0 0,0 0 0,0 1 0,1-1-321,1 1 1,0-1-1,0 1 1,1 0-1,-2 0 1,0 0-1,-1-1 321,7 0 0,-1 0 0,0-1 0,-2 1 0,1 1-223,-2 0 1,1 2-1,-1 0 1,-1-1-1,-2 0 223,3-3 0,-1 0 0,-2-1 0,-1 2 465,10 2 0,-3 2 0,-1-1-465,-5 0 0,-2 0 0,-1 0 0,-2 0 0,0 0 0,0 0 0,2 1 0,0-1 0,1-1 0,0-3 0,1-3 0,1 2 0,-6 4 0,3 0 0,0 1 0,-1-2 566,1-1 0,0-2 0,1 1 0,-1 1-566,2 2 0,0 1 0,0 0 0,1 1 0,0-1 0,1 0 0,0 0 0,-1 0 0,-1 0 0,0 0 0,0 0 0,1 0 195,3 0 0,2 0 0,1 0 1,0 0-196,-8 0 0,1-1 0,1 1 0,-1 0 0,1 1 0,2 1 0,-1 1 0,1 0 0,0 1 0,0-1 0,0 1 0,2-1 0,-1 1 0,0 0 0,-1 1 0,-1 1 0,0 1 0,0 0 0,0 1 0,0-1 0,-2 0 0,1 0 0,0 0 0,-1 0 0,-1 1 0,7 0 0,-1 1 0,0 0 0,-1 0 60,2 0 1,1-1 0,-2 1 0,-1 0-61,-6 0 0,-2 0 0,-1 0 0,1-1 0,2 2 0,0-1 0,-1 0 0,-1-1 50,5-1 1,-2-2 0,1 2-51,-2 4 0,1 1 0,-1-3 0,0-6 0,1-4 0,0 3 0,2 3 0,1 1 0,2-2-20,-8-2 0,2-3 1,0 1-1,1-1 20,0 1 0,2 0 0,-1 0 0,0 0 0,-1 0 0,-1 0 0,0 0 0,0 0 0,0 0 0,-1 0 0,1 0 0,-2 0 438,4 0 0,-1 0 1,1 0-439,5-1 0,0 1 0,-4 1 649,1 7 1,-2 0-650,-4-6 0,2-2 0,-2 2 0,11 6 0,0 0-164,-9-7 1,2-2 0,2 1 163,-7-1 0,3 1 0,0-1 0,-1 3 0,1 1 0,1 1 0,-1 1 0,0-2 0,0-1 0,0-2 0,0 1 0,1 0 0,0 3 0,1 0 0,0 1 0,-3-2 0,5-2 0,-3-2 0,2 1 0,6 0 0,0 0 0,-2 0 700,1 0 0,-2 0-700,-11 0 0,0 0 0,-3 0 410,-4 0 1,-1 0-411,7 0 0,-2 0 232,8 0-232,-15 0 0,0 0 638,1 0 1,-1 0-639,2 0 0,1 0 68,8 0 1,-1 0-69,-7 0 0,-1 0 0,16 0 0,-26-16 0,-9 12 0,-8-11 0,0-1 0,0-6 0,0-7 0,0-10 0,0-8 0,0-4-656,2 8 1,1-2-1,0-3 1,1-3 0,0-1 421,0 8 0,0-1 0,0-3 0,1 0 0,-1-2 0,1 0 0,0-1 0,-1 1-94,0 4 0,0-1 0,0 0 1,0-1-1,0 0 0,0-1 1,0 0-1,0 0 0,0-1 1,-1 0 176,1 6 1,-1-2 0,0 1 0,0-2 0,1 1 0,-1-1 0,0 1 0,0-1 0,-1 1 0,1 0 0,0 0-1,-1 2-149,0-6 1,0 0-1,0 1 1,0 0-1,0 0 1,-1 1-1,0-1 1,1 2 0,-1-1-1,-1 1 300,1-3 0,-1 0 0,1 0 0,-2 1 0,1 0 0,0 1 0,0 1 0,0 1 0,-1 1-178,2-7 1,-1 1-1,1 2 1,-1 1 0,0 1-1,-2 1 178,0-4 0,-1 1 0,-1 2 0,0 1 0,2 2 441,1 2 1,1 1-1,0 3 1,-3 1-442,-7-3 0,-2 3 0,2 0 0,8 3 0,3 0 0,-3 0 0,-8-1 0,-2 0 0,2-1 0,8 0 0,3-1 0,-4 0 1092,-6 1 0,-4 0 0,4 3-759,7-4 0,0 3 1305,-6 6 0,0 5-2,8 3 1255,0 5-2891,-8 15 777,7 0-777,-7 0 0,-8 15 0,12-11 0,-27 12 0,11-16 0,-15 0 0,11 8 0,-3 0 0,-6-6 0,-5 0 0,1 7 0,-3 3 0,-4-2-656,6-7 1,-2-3-1,-2-1 1,-2 1 0,0 2 576,0 3 1,0 3 0,-2 1 0,-1 0 0,-1 0 0,-1-2-332,7-3 0,-2-1 1,0-1-1,-1 0 1,0 0-1,0 0 0,0 2 1,0 0 291,0 3 1,1 1-1,-1 1 1,1 0 0,0 0-1,-1 0 1,0 0 0,0-2 117,0-1 0,-2-1 0,1 0 0,-1-1 0,1 1 0,0-1 0,1 1 0,1 0-291,-1 2 1,2 0 0,0 1-1,1 0 1,0-1 0,0 1-1,1-2 291,-4 1 0,-1-1 0,1 0 0,1 0 0,2 0 0,1-1-131,-6 0 1,2 0-1,2 0 1,2-1 130,-5 2 0,3 0 0,3-2 1115,-6-3 0,3-2-1115,4 1 0,0 0 1638,3 0 0,1 0-1223,0 0 1,0 0 1163,0 0 1,-1 0-1580,-6 0 0,-2 0 0,0 0 0,-2 0 0,11 0 0,0 0 0,-1 0 204,1 0 1,0 0-1,-1 0-204,1 0 0,-1 0 0,1 0 0,-6 0 0,0 0 0,-2 0 0,2 0 0,-6 0 0,14 0 0,-1 0 0,7 0 0,-1 0 0,-3 0 0,-4 0 0,-1 0-298,1 0 1,-2 0 0,0 0 297,-9 0 0,-2 0 0,1 0 0,4 0 0,1 0 0,1 0 129,5 0 1,0 0 0,2 0-130,-7 0 0,4 0 0,0 0 0,-3 0 0,21 16 0,-1-13 911,-11 13-911,11-16 0,-15 0 0,0 0 0,10 0 0,-1 0 0,-1 0 0,-1 0 0,-13 0 0,-4 0 0,11 0 0,-1 0 0,-2 0-420,-9 0 0,-1 0 0,-1 0 420,-1 0 0,1 0 0,0 0 0,3 0 0,1 0 0,-1 0 0,0 0 0,0 0 0,0 0 0,6 0 0,1 0 0,-2 0 0,2 0 0,-1 0 0,-1 0 0,0 0 0,-3 0 0,-1 0 0,-1 0 0,0 0-547,-3 0 1,-1 0-1,0 0 1,-1 0 546,10 0 0,-1 0 0,-1 0 0,2 0 0,0 0 0,-6 0 0,1-1 0,1 1 0,0 1-279,2 2 0,1 2 0,0-1 0,1 0 279,-8-3 0,2 0 0,-1 1 0,8 1 0,-1 2 0,1-1 0,0-1 0,-10-2 0,1-1 0,0-1 0,-2 1 0,1 0 0,-1 0 0,11 0 0,0-1 0,0 1 0,1 1 0,-8 4 0,2 1 0,-3-1 0,2-3 0,-3-2 0,0 1 0,1 0-436,1 2 1,2 2 0,-1 0 0,-1-2 435,6-2 0,0-1 0,-1-1 0,0 1 0,-1 0 0,0 0 0,0 0 0,-1 0 0,1 0 0,2 0 0,-5 0 0,2 0 0,1 0 0,-1 0 21,-1 0 1,0 0-1,1 0 1,2 0-22,-3 0 0,3 0 0,0 0 526,5 0 1,1 0-1,1 0-526,-1 0 0,1 0 0,1 0 0,-16 0 0,0 0 0,9 0 0,-1 0 0,-2 0-2,-6 0 1,-1 0 0,0 0 1,2-1 0,-1 0 0,1 3 0,1 2 0,-1 2 0,2-1 536,4-4 1,1-1-1,3 3-536,-9 13 0,3 0 515,0-14 1,2 0-516,10 6 0,1-1 147,-3-6 0,0-2-147,-13 1 660,14 0 1,-1 0-661,6 0 0,1 0 193,0 0 1,-1 0-194,-6 0 0,2 0 0,-7 0 0,12 0 0,3 0 0,4 0 0,-11 0 0,27 0 0,-28 0 0,13 0 0,-16 16 0,-1-12 0,1 12 0,10-15 0,-1-2 0,-13 1 0,13 7 0,1 1 0,-10-4 0,-1 12 0,17-1 0,-13-11 0,28 12 0,-11-16 0,15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8:14:02.5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3704 7973 24575,'35'0'0,"-4"0"0,5 0 0,2 0 0,3 0 0,2 0 0,0 0 0,1 0 0,2 0-729,-2 0 1,2 0 0,0 0 0,-2 0 728,5 0 0,-2 0 0,0 0 0,3 0 0,0 0 0,-1 0 20,-6 0 0,-2 1 1,1-2-21,-1-4 0,0-1 0,-2 1 219,7 3 1,-2 0-220,-10-3 0,0-1 0,0 2 0,15 3 0,0 2 0,-13-1 0,0 0 0,0 0 0,1 0 0,0 0 0,3 0 0,-3 0 0,3-1 0,-1 2 0,-2-1 0,-3 0 0,-1 0 0,1 0 0,15 0 0,3 0 0,-4 0 0,-1 0 0,-3 0 0,0-1 0,2 2 0,-12-1 0,1 0 0,-2 0 0,0 0 0,0 0 0,10-1 0,-1 2 720,-11-1 0,0 0-720,4-1 0,1 2 0,6-1 0,2 0 0,1 0 0,0 0 0,-10 0 0,0-1 0,1 2 22,-1-2 1,0 1 0,1 1-23,4-2 0,0 1 0,1 1 0,1-1 0,0 0 0,0 0 0,-3 0 0,0 0 0,0 0 0,2 0 0,-1 0 0,-1 0 0,10 0 0,0 0 0,-14 0 0,1 0 0,-1 0 0,10 0 0,0 0 126,-1-1 1,-2 2-127,-14-1 0,-1 0 0,5 0 0,3 0 0,6 0 0,4 0 0,-10 0 0,1 0 0,3 0-402,9 0 1,2-1 0,1 2 401,-4-1 0,1 0 0,0 0 0,1-1 0,1 2 0,0-1 0,-2-1 0,-1 0 0,-1 3 0,-9 2 0,-1 2 0,1-1 5,2-3 1,0-2 0,0 2-6,-4 3 0,0 1 0,1-1 0,7-4 0,1-2 0,2 1-641,-4 0 1,0 0 0,3 0 0,1 0 640,-2 0 0,2 0 0,2 0 0,0 0 0,1 0-528,-4 0 0,0 0 1,2 0-1,0 0 1,0 0-1,0 0 528,-4 0 0,0 0 0,1 0 0,0 0 0,-1 0 0,1 0 0,-1 0 0,6 0 0,-1 0 0,1 0 0,-1 0 0,0 0 0,0 0 0,-1 0 0,0 0 0,0 0 0,0 0 0,-1 0 0,-2 0-200,3 0 0,-1 0 1,-2 0-1,1 0 0,1 0 200,2 0 0,1 0 0,0 0 0,-1 0 0,-1 0 0,1 0 0,0 0 0,-2 0 0,0 0-100,-1 0 1,0 0 0,-1 0 0,-2 0 99,7 0 0,-2 0 0,-2 0 593,-2 0 0,-2 0 0,-3 0-593,0 0 0,-2 0 1630,6 0 0,-1 0-1630,-10 0 0,0 0 1274,6 0 0,-1 0-1274,-5 0 0,1 0 645,2 0 0,-2 0-645,7 0 42,-4 0 1,-3 0-43,-8 0 0,23 0 0,-43 0 0,11 0 0,-15 0 0,0 0 0,0-16 0,0 12 0,0-11 0</inkml:trace>
  <inkml:trace contextRef="#ctx0" brushRef="#br0" timeOffset="4900">13776 9172 24575,'33'0'0,"1"0"0,-2 0 0,4 0 0,1 0 0,1 0 0,3 0 0,0 0 0,0 0-512,0 0 0,1 0 1,-1 0-1,0 0 512,7 0 0,0 0 0,-3 0 0,-8 0 0,-2 0 0,-5 0 659,9 0-659,0 0 338,-37 0-338,6 0 0,-8 0 0,0 0 1050,-8 0-1050,-9 0 0,-11 0 0,4 0 0,-3 0 0,0 0 0,-1 0 0,1 0 0,-1 0 0,2 0 0,1 0 0,-10 0 0,0 0 0,0 0 0,-1 0 0,1 0 0,10 0 0,-1 0 0,-13 0 0,13 0 0,1 0 0,-10 0 0,15 0 0,20 0 0,20 0 0,15 0 0,0 0 0,0 0 0,1 0 0,-1 0 0,-15 0 0,-5 0 0,1 0 0,-28 0 0,8 0 0,-18-1 0,-7 2 0,2 7 0,-1 0 0,1-6 0,0 0 0,-1 6 0,5 0 0,3-8 0,4 0 0,16 0 0,32 0 0,-9 0 0,9 0 0,3 0 0,-8 0 0,1 0 0,6 0 0,2 0 0,0 0 0,-1 0 0,-7-2 0,-1 4 0,-1 5 0,-1 1 0,10-4 0,0 12 0,1-1 0,-1-11 0,-16 12 0,-19-16 0,-19 0 0,-16 0 0,9 0 0,1 0 0,-15 0 0,15 0 0,-1 0 0,-9 0 0,16 0 0,3 0 0,16 0 0,16 0 0,-13 0 0,29 0 0,-13 0 0,1 16 0,-4-12 0,-1 11 0,-11-15 0,-4 0 0,-19 0 0,-17 0 0,1 0 0,0 0 0,0 0 0,-1 0 0,1 0 0,10 0 0,-1 0 0,-13 0 0,12 0 0,3 0 0,4 0 0,5 0 0,15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28/1/2026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28/1/2026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28/1/2026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28/1/2026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28/1/2026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28/1/2026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28/1/2026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28/1/2026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28/1/2026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28/1/2026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28/1/2026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28/1/2026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28/1/2026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35B3B-97F8-53B4-0820-5D841418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457199"/>
            <a:ext cx="4494652" cy="3465177"/>
          </a:xfrm>
        </p:spPr>
        <p:txBody>
          <a:bodyPr anchor="b">
            <a:normAutofit/>
          </a:bodyPr>
          <a:lstStyle/>
          <a:p>
            <a:pPr algn="l"/>
            <a:r>
              <a:rPr lang="en-CA" sz="4400">
                <a:solidFill>
                  <a:srgbClr val="FFFFFF"/>
                </a:solidFill>
              </a:rPr>
              <a:t>Chapter 3</a:t>
            </a:r>
            <a:br>
              <a:rPr lang="en-CA" sz="4400">
                <a:solidFill>
                  <a:srgbClr val="FFFFFF"/>
                </a:solidFill>
              </a:rPr>
            </a:br>
            <a:r>
              <a:rPr lang="en-CA" sz="4400">
                <a:solidFill>
                  <a:srgbClr val="FFFFFF"/>
                </a:solidFill>
              </a:rPr>
              <a:t>Functions (and simple loops)</a:t>
            </a:r>
            <a:endParaRPr lang="en-AU" sz="4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724C6-6D98-F980-728B-C2BA02D79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499" y="4745318"/>
            <a:ext cx="4506605" cy="1266530"/>
          </a:xfrm>
        </p:spPr>
        <p:txBody>
          <a:bodyPr>
            <a:normAutofit/>
          </a:bodyPr>
          <a:lstStyle/>
          <a:p>
            <a:pPr algn="l"/>
            <a:r>
              <a:rPr lang="en-CA" sz="2000">
                <a:solidFill>
                  <a:srgbClr val="FFFFFF"/>
                </a:solidFill>
              </a:rPr>
              <a:t>CMPT 120-D2 Spring 2026</a:t>
            </a:r>
            <a:endParaRPr lang="en-AU" sz="200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11242-B5A3-D371-4A7A-C8E9982D7CD5}"/>
              </a:ext>
            </a:extLst>
          </p:cNvPr>
          <p:cNvSpPr txBox="1"/>
          <p:nvPr/>
        </p:nvSpPr>
        <p:spPr>
          <a:xfrm>
            <a:off x="6860453" y="866125"/>
            <a:ext cx="51618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/>
              <a:t>Notes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 b="1"/>
              <a:t>Assignment 2 </a:t>
            </a:r>
            <a:r>
              <a:rPr lang="en-CA" sz="2400"/>
              <a:t>due next week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/>
              <a:t>Don’t start too late!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/>
              <a:t>Take advantage of TA office hours this week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CA" sz="2400"/>
              <a:t>Start </a:t>
            </a:r>
            <a:r>
              <a:rPr lang="en-CA" sz="2400" b="1"/>
              <a:t>turtle graphics </a:t>
            </a:r>
            <a:r>
              <a:rPr lang="en-CA" sz="2400"/>
              <a:t>--- it’s fun and the assignment is about it</a:t>
            </a:r>
          </a:p>
        </p:txBody>
      </p:sp>
    </p:spTree>
    <p:extLst>
      <p:ext uri="{BB962C8B-B14F-4D97-AF65-F5344CB8AC3E}">
        <p14:creationId xmlns:p14="http://schemas.microsoft.com/office/powerpoint/2010/main" val="311315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Functions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595407" y="283521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function is a “black box” that takes some input and returns some output.</a:t>
            </a:r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16F0E4-20B1-98C5-E278-646C060BCF28}"/>
              </a:ext>
            </a:extLst>
          </p:cNvPr>
          <p:cNvGrpSpPr/>
          <p:nvPr/>
        </p:nvGrpSpPr>
        <p:grpSpPr>
          <a:xfrm>
            <a:off x="512837" y="1853182"/>
            <a:ext cx="2341154" cy="3553354"/>
            <a:chOff x="512837" y="1813077"/>
            <a:chExt cx="2341154" cy="355335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CB041-437A-DDC4-FD22-B5E3515334BD}"/>
                </a:ext>
              </a:extLst>
            </p:cNvPr>
            <p:cNvSpPr txBox="1"/>
            <p:nvPr/>
          </p:nvSpPr>
          <p:spPr>
            <a:xfrm>
              <a:off x="512837" y="3083159"/>
              <a:ext cx="234115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Function</a:t>
              </a:r>
              <a:endParaRPr lang="en-AU" sz="440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798CF0-1C3E-1382-CB58-57AF961422F3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 flipH="1">
              <a:off x="1683414" y="2274742"/>
              <a:ext cx="1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689EAB-6BB3-0BF6-C2FD-8CDCA9E69CF6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>
              <a:off x="1683414" y="3852600"/>
              <a:ext cx="1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260181-C68A-8B14-17BB-4F979BCA3981}"/>
                </a:ext>
              </a:extLst>
            </p:cNvPr>
            <p:cNvSpPr txBox="1"/>
            <p:nvPr/>
          </p:nvSpPr>
          <p:spPr>
            <a:xfrm>
              <a:off x="1244031" y="1813077"/>
              <a:ext cx="878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/>
                <a:t>Input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968467-A8EC-8296-8852-32D585D8625F}"/>
                </a:ext>
              </a:extLst>
            </p:cNvPr>
            <p:cNvSpPr txBox="1"/>
            <p:nvPr/>
          </p:nvSpPr>
          <p:spPr>
            <a:xfrm>
              <a:off x="1120600" y="4904766"/>
              <a:ext cx="1125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892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Functions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595407" y="283521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function is a “black box” that takes some input and returns some output.</a:t>
            </a:r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16F0E4-20B1-98C5-E278-646C060BCF28}"/>
              </a:ext>
            </a:extLst>
          </p:cNvPr>
          <p:cNvGrpSpPr/>
          <p:nvPr/>
        </p:nvGrpSpPr>
        <p:grpSpPr>
          <a:xfrm>
            <a:off x="512837" y="1853182"/>
            <a:ext cx="2341154" cy="3553354"/>
            <a:chOff x="512837" y="1813077"/>
            <a:chExt cx="2341154" cy="355335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CB041-437A-DDC4-FD22-B5E3515334BD}"/>
                </a:ext>
              </a:extLst>
            </p:cNvPr>
            <p:cNvSpPr txBox="1"/>
            <p:nvPr/>
          </p:nvSpPr>
          <p:spPr>
            <a:xfrm>
              <a:off x="512837" y="3083159"/>
              <a:ext cx="234115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Function</a:t>
              </a:r>
              <a:endParaRPr lang="en-AU" sz="440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798CF0-1C3E-1382-CB58-57AF961422F3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 flipH="1">
              <a:off x="1683414" y="2274742"/>
              <a:ext cx="1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689EAB-6BB3-0BF6-C2FD-8CDCA9E69CF6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>
              <a:off x="1683414" y="3852600"/>
              <a:ext cx="1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260181-C68A-8B14-17BB-4F979BCA3981}"/>
                </a:ext>
              </a:extLst>
            </p:cNvPr>
            <p:cNvSpPr txBox="1"/>
            <p:nvPr/>
          </p:nvSpPr>
          <p:spPr>
            <a:xfrm>
              <a:off x="1244031" y="1813077"/>
              <a:ext cx="878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/>
                <a:t>Input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968467-A8EC-8296-8852-32D585D8625F}"/>
                </a:ext>
              </a:extLst>
            </p:cNvPr>
            <p:cNvSpPr txBox="1"/>
            <p:nvPr/>
          </p:nvSpPr>
          <p:spPr>
            <a:xfrm>
              <a:off x="1120600" y="4904766"/>
              <a:ext cx="1125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/>
                <a:t>Output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93A7F6-F98A-6AA1-D97B-80C284FBF584}"/>
              </a:ext>
            </a:extLst>
          </p:cNvPr>
          <p:cNvGrpSpPr/>
          <p:nvPr/>
        </p:nvGrpSpPr>
        <p:grpSpPr>
          <a:xfrm>
            <a:off x="3987127" y="1853182"/>
            <a:ext cx="2570127" cy="3553354"/>
            <a:chOff x="3835200" y="1893288"/>
            <a:chExt cx="2570127" cy="355335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9A6DA8-8D5B-A029-741D-B0509D62955A}"/>
                </a:ext>
              </a:extLst>
            </p:cNvPr>
            <p:cNvSpPr txBox="1"/>
            <p:nvPr/>
          </p:nvSpPr>
          <p:spPr>
            <a:xfrm>
              <a:off x="3835200" y="3163370"/>
              <a:ext cx="2570127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4400" err="1"/>
                <a:t>math.sqrt</a:t>
              </a:r>
              <a:endParaRPr lang="en-AU" sz="440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19293E5-3F00-1B65-0F67-77F6AD9964D5}"/>
                </a:ext>
              </a:extLst>
            </p:cNvPr>
            <p:cNvCxnSpPr>
              <a:cxnSpLocks/>
              <a:stCxn id="30" idx="2"/>
              <a:endCxn id="27" idx="0"/>
            </p:cNvCxnSpPr>
            <p:nvPr/>
          </p:nvCxnSpPr>
          <p:spPr>
            <a:xfrm>
              <a:off x="5120262" y="2354953"/>
              <a:ext cx="2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191187C-9177-409C-7E9F-543B4BB44486}"/>
                </a:ext>
              </a:extLst>
            </p:cNvPr>
            <p:cNvCxnSpPr>
              <a:cxnSpLocks/>
              <a:stCxn id="27" idx="2"/>
              <a:endCxn id="31" idx="0"/>
            </p:cNvCxnSpPr>
            <p:nvPr/>
          </p:nvCxnSpPr>
          <p:spPr>
            <a:xfrm flipH="1">
              <a:off x="5120262" y="3932811"/>
              <a:ext cx="2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A47144-7308-0F52-D792-A2DB2E15C34D}"/>
                </a:ext>
              </a:extLst>
            </p:cNvPr>
            <p:cNvSpPr txBox="1"/>
            <p:nvPr/>
          </p:nvSpPr>
          <p:spPr>
            <a:xfrm>
              <a:off x="4945374" y="1893288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2400"/>
                <a:t>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E7DFEC-28D0-40F7-6E60-C1137785F05A}"/>
                </a:ext>
              </a:extLst>
            </p:cNvPr>
            <p:cNvSpPr txBox="1"/>
            <p:nvPr/>
          </p:nvSpPr>
          <p:spPr>
            <a:xfrm>
              <a:off x="4945374" y="4984977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240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1805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Functions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595407" y="283521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function is a “black box” that takes some input and returns some output.</a:t>
            </a:r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16F0E4-20B1-98C5-E278-646C060BCF28}"/>
              </a:ext>
            </a:extLst>
          </p:cNvPr>
          <p:cNvGrpSpPr/>
          <p:nvPr/>
        </p:nvGrpSpPr>
        <p:grpSpPr>
          <a:xfrm>
            <a:off x="512837" y="1853182"/>
            <a:ext cx="2341154" cy="3553354"/>
            <a:chOff x="512837" y="1813077"/>
            <a:chExt cx="2341154" cy="355335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CB041-437A-DDC4-FD22-B5E3515334BD}"/>
                </a:ext>
              </a:extLst>
            </p:cNvPr>
            <p:cNvSpPr txBox="1"/>
            <p:nvPr/>
          </p:nvSpPr>
          <p:spPr>
            <a:xfrm>
              <a:off x="512837" y="3083159"/>
              <a:ext cx="2341154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Function</a:t>
              </a:r>
              <a:endParaRPr lang="en-AU" sz="440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798CF0-1C3E-1382-CB58-57AF961422F3}"/>
                </a:ext>
              </a:extLst>
            </p:cNvPr>
            <p:cNvCxnSpPr>
              <a:cxnSpLocks/>
              <a:stCxn id="8" idx="2"/>
              <a:endCxn id="13" idx="0"/>
            </p:cNvCxnSpPr>
            <p:nvPr/>
          </p:nvCxnSpPr>
          <p:spPr>
            <a:xfrm flipH="1">
              <a:off x="1683414" y="2274742"/>
              <a:ext cx="1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B689EAB-6BB3-0BF6-C2FD-8CDCA9E69CF6}"/>
                </a:ext>
              </a:extLst>
            </p:cNvPr>
            <p:cNvCxnSpPr>
              <a:cxnSpLocks/>
              <a:stCxn id="13" idx="2"/>
              <a:endCxn id="10" idx="0"/>
            </p:cNvCxnSpPr>
            <p:nvPr/>
          </p:nvCxnSpPr>
          <p:spPr>
            <a:xfrm>
              <a:off x="1683414" y="3852600"/>
              <a:ext cx="1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260181-C68A-8B14-17BB-4F979BCA3981}"/>
                </a:ext>
              </a:extLst>
            </p:cNvPr>
            <p:cNvSpPr txBox="1"/>
            <p:nvPr/>
          </p:nvSpPr>
          <p:spPr>
            <a:xfrm>
              <a:off x="1244031" y="1813077"/>
              <a:ext cx="878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/>
                <a:t>Input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968467-A8EC-8296-8852-32D585D8625F}"/>
                </a:ext>
              </a:extLst>
            </p:cNvPr>
            <p:cNvSpPr txBox="1"/>
            <p:nvPr/>
          </p:nvSpPr>
          <p:spPr>
            <a:xfrm>
              <a:off x="1120600" y="4904766"/>
              <a:ext cx="1125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/>
                <a:t>Output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A4327C5-EFFA-DC23-EC97-E2CA64DCED48}"/>
              </a:ext>
            </a:extLst>
          </p:cNvPr>
          <p:cNvSpPr txBox="1"/>
          <p:nvPr/>
        </p:nvSpPr>
        <p:spPr>
          <a:xfrm>
            <a:off x="7690389" y="3245139"/>
            <a:ext cx="3983976" cy="7694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sz="4400"/>
              <a:t>x = </a:t>
            </a:r>
            <a:r>
              <a:rPr lang="en-CA" sz="4400" err="1"/>
              <a:t>math.sqrt</a:t>
            </a:r>
            <a:r>
              <a:rPr lang="en-CA" sz="4400"/>
              <a:t>(4)</a:t>
            </a:r>
            <a:endParaRPr lang="en-AU" sz="44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E93A7F6-F98A-6AA1-D97B-80C284FBF584}"/>
              </a:ext>
            </a:extLst>
          </p:cNvPr>
          <p:cNvGrpSpPr/>
          <p:nvPr/>
        </p:nvGrpSpPr>
        <p:grpSpPr>
          <a:xfrm>
            <a:off x="3987127" y="1853182"/>
            <a:ext cx="2570127" cy="3553354"/>
            <a:chOff x="3835200" y="1893288"/>
            <a:chExt cx="2570127" cy="355335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9A6DA8-8D5B-A029-741D-B0509D62955A}"/>
                </a:ext>
              </a:extLst>
            </p:cNvPr>
            <p:cNvSpPr txBox="1"/>
            <p:nvPr/>
          </p:nvSpPr>
          <p:spPr>
            <a:xfrm>
              <a:off x="3835200" y="3163370"/>
              <a:ext cx="2570127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4400" err="1"/>
                <a:t>math.sqrt</a:t>
              </a:r>
              <a:endParaRPr lang="en-AU" sz="440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19293E5-3F00-1B65-0F67-77F6AD9964D5}"/>
                </a:ext>
              </a:extLst>
            </p:cNvPr>
            <p:cNvCxnSpPr>
              <a:cxnSpLocks/>
              <a:stCxn id="30" idx="2"/>
              <a:endCxn id="27" idx="0"/>
            </p:cNvCxnSpPr>
            <p:nvPr/>
          </p:nvCxnSpPr>
          <p:spPr>
            <a:xfrm>
              <a:off x="5120262" y="2354953"/>
              <a:ext cx="2" cy="8084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191187C-9177-409C-7E9F-543B4BB44486}"/>
                </a:ext>
              </a:extLst>
            </p:cNvPr>
            <p:cNvCxnSpPr>
              <a:cxnSpLocks/>
              <a:stCxn id="27" idx="2"/>
              <a:endCxn id="31" idx="0"/>
            </p:cNvCxnSpPr>
            <p:nvPr/>
          </p:nvCxnSpPr>
          <p:spPr>
            <a:xfrm flipH="1">
              <a:off x="5120262" y="3932811"/>
              <a:ext cx="2" cy="10521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0A47144-7308-0F52-D792-A2DB2E15C34D}"/>
                </a:ext>
              </a:extLst>
            </p:cNvPr>
            <p:cNvSpPr txBox="1"/>
            <p:nvPr/>
          </p:nvSpPr>
          <p:spPr>
            <a:xfrm>
              <a:off x="4945374" y="1893288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2400"/>
                <a:t>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E7DFEC-28D0-40F7-6E60-C1137785F05A}"/>
                </a:ext>
              </a:extLst>
            </p:cNvPr>
            <p:cNvSpPr txBox="1"/>
            <p:nvPr/>
          </p:nvSpPr>
          <p:spPr>
            <a:xfrm>
              <a:off x="4945374" y="4984977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A" sz="240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906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/>
              <a:t>Defining</a:t>
            </a:r>
            <a:br>
              <a:rPr lang="en-CA"/>
            </a:br>
            <a:r>
              <a:rPr lang="en-CA"/>
              <a:t>New Functions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a new function named </a:t>
            </a:r>
            <a:r>
              <a:rPr lang="en-CA" b="1" err="1"/>
              <a:t>print_a_joke</a:t>
            </a:r>
            <a:r>
              <a:rPr lang="en-CA" b="1"/>
              <a:t>()</a:t>
            </a:r>
            <a:r>
              <a:rPr lang="en-CA"/>
              <a:t> that takes no input.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def </a:t>
            </a:r>
            <a:r>
              <a:rPr lang="en-US" sz="2800" err="1">
                <a:latin typeface="Consolas" panose="020B0609020204030204" pitchFamily="49" charset="0"/>
              </a:rPr>
              <a:t>print_a_joke</a:t>
            </a:r>
            <a:r>
              <a:rPr lang="en-US" sz="2800">
                <a:latin typeface="Consolas" panose="020B0609020204030204" pitchFamily="49" charset="0"/>
              </a:rPr>
              <a:t> () 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print("Never mind, it's pointless.")</a:t>
            </a:r>
            <a:endParaRPr lang="en-AU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604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/>
              <a:t>Defining</a:t>
            </a:r>
            <a:br>
              <a:rPr lang="en-CA"/>
            </a:br>
            <a:r>
              <a:rPr lang="en-CA"/>
              <a:t>New Functions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a new function named </a:t>
            </a:r>
            <a:r>
              <a:rPr lang="en-CA" b="1" err="1"/>
              <a:t>print_a_joke</a:t>
            </a:r>
            <a:r>
              <a:rPr lang="en-CA" b="1"/>
              <a:t>()</a:t>
            </a:r>
            <a:r>
              <a:rPr lang="en-CA"/>
              <a:t> that takes no input.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def </a:t>
            </a:r>
            <a:r>
              <a:rPr lang="en-US" sz="2800" err="1">
                <a:latin typeface="Consolas" panose="020B0609020204030204" pitchFamily="49" charset="0"/>
              </a:rPr>
              <a:t>print_a_joke</a:t>
            </a:r>
            <a:r>
              <a:rPr lang="en-US" sz="2800">
                <a:latin typeface="Consolas" panose="020B0609020204030204" pitchFamily="49" charset="0"/>
              </a:rPr>
              <a:t> () 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print("Never mind, it's pointless.")</a:t>
            </a:r>
            <a:endParaRPr lang="en-AU" sz="280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E2FA9-0F50-8D51-0AA9-3546DE25D3BA}"/>
              </a:ext>
            </a:extLst>
          </p:cNvPr>
          <p:cNvSpPr/>
          <p:nvPr/>
        </p:nvSpPr>
        <p:spPr>
          <a:xfrm>
            <a:off x="1519478" y="2602708"/>
            <a:ext cx="4195522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BA4FB-38F3-C735-CAA1-B31E8547C214}"/>
              </a:ext>
            </a:extLst>
          </p:cNvPr>
          <p:cNvSpPr txBox="1"/>
          <p:nvPr/>
        </p:nvSpPr>
        <p:spPr>
          <a:xfrm>
            <a:off x="4109229" y="746419"/>
            <a:ext cx="193663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function header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F6E2F-78CA-E1BC-BE2A-9A5A95604BD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4812632" y="1392750"/>
            <a:ext cx="264917" cy="1075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16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234E3-1D05-A520-BA84-9F124AA4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9E183-ED20-F37B-986C-EEEA7D8A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/>
              <a:t>Defining</a:t>
            </a:r>
            <a:br>
              <a:rPr lang="en-CA"/>
            </a:br>
            <a:r>
              <a:rPr lang="en-CA"/>
              <a:t>New Functions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0B2FF-9B24-92CC-F0E4-0F9B3910B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8786F7-FF53-F35F-69DE-177B4EFEEE92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a new function named </a:t>
            </a:r>
            <a:r>
              <a:rPr lang="en-CA" b="1" err="1"/>
              <a:t>print_a_joke</a:t>
            </a:r>
            <a:r>
              <a:rPr lang="en-CA" b="1"/>
              <a:t>()</a:t>
            </a:r>
            <a:r>
              <a:rPr lang="en-CA"/>
              <a:t> that takes no input.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EF102-C1FE-5DB5-4B96-91BC660C8F91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def </a:t>
            </a:r>
            <a:r>
              <a:rPr lang="en-US" sz="2800" err="1">
                <a:latin typeface="Consolas" panose="020B0609020204030204" pitchFamily="49" charset="0"/>
              </a:rPr>
              <a:t>print_a_joke</a:t>
            </a:r>
            <a:r>
              <a:rPr lang="en-US" sz="2800">
                <a:latin typeface="Consolas" panose="020B0609020204030204" pitchFamily="49" charset="0"/>
              </a:rPr>
              <a:t> () 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print("Never mind, it's pointless.")</a:t>
            </a:r>
            <a:endParaRPr lang="en-AU" sz="2800">
              <a:latin typeface="Consolas" panose="020B060902020403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CB822E-30AB-C9D5-D6C8-A2F1C92ADE34}"/>
              </a:ext>
            </a:extLst>
          </p:cNvPr>
          <p:cNvSpPr/>
          <p:nvPr/>
        </p:nvSpPr>
        <p:spPr>
          <a:xfrm>
            <a:off x="1519478" y="2602708"/>
            <a:ext cx="4195522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921ACF-331D-90FC-7BB3-3FF465608DAE}"/>
              </a:ext>
            </a:extLst>
          </p:cNvPr>
          <p:cNvSpPr txBox="1"/>
          <p:nvPr/>
        </p:nvSpPr>
        <p:spPr>
          <a:xfrm>
            <a:off x="4109229" y="746419"/>
            <a:ext cx="193663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function header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F3D6D3-8F7F-2534-0177-E552562C85C7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4812632" y="1392750"/>
            <a:ext cx="264917" cy="1075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F95F35F-88AF-9657-7C85-797CBBD224BA}"/>
              </a:ext>
            </a:extLst>
          </p:cNvPr>
          <p:cNvSpPr/>
          <p:nvPr/>
        </p:nvSpPr>
        <p:spPr>
          <a:xfrm>
            <a:off x="1519477" y="3060720"/>
            <a:ext cx="8071439" cy="225187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262A56-B719-602D-0016-AE41A1E11EC9}"/>
              </a:ext>
            </a:extLst>
          </p:cNvPr>
          <p:cNvSpPr txBox="1"/>
          <p:nvPr/>
        </p:nvSpPr>
        <p:spPr>
          <a:xfrm>
            <a:off x="7016860" y="1271417"/>
            <a:ext cx="193663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function body</a:t>
            </a:r>
            <a:r>
              <a:rPr lang="en-CA"/>
              <a:t>.</a:t>
            </a:r>
            <a:endParaRPr lang="en-AU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76BCD3F-7F7B-5EC9-A024-6F830269C949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7720263" y="1917748"/>
            <a:ext cx="264917" cy="1075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43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/>
              <a:t>Defining</a:t>
            </a:r>
            <a:br>
              <a:rPr lang="en-CA"/>
            </a:br>
            <a:r>
              <a:rPr lang="en-CA"/>
              <a:t>New Functions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a new function named </a:t>
            </a:r>
            <a:r>
              <a:rPr lang="en-CA" b="1" err="1"/>
              <a:t>print_a_joke</a:t>
            </a:r>
            <a:r>
              <a:rPr lang="en-CA" b="1"/>
              <a:t>()</a:t>
            </a:r>
            <a:r>
              <a:rPr lang="en-CA"/>
              <a:t> that takes no input.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def </a:t>
            </a:r>
            <a:r>
              <a:rPr lang="en-US" sz="2800" err="1">
                <a:latin typeface="Consolas" panose="020B0609020204030204" pitchFamily="49" charset="0"/>
              </a:rPr>
              <a:t>print_a_joke</a:t>
            </a:r>
            <a:r>
              <a:rPr lang="en-US" sz="2800">
                <a:latin typeface="Consolas" panose="020B0609020204030204" pitchFamily="49" charset="0"/>
              </a:rPr>
              <a:t> () 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print("Never mind, it's pointless.")</a:t>
            </a:r>
            <a:endParaRPr lang="en-AU" sz="280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D8A-FC3E-E1AF-A037-B99CA5588DA3}"/>
              </a:ext>
            </a:extLst>
          </p:cNvPr>
          <p:cNvSpPr/>
          <p:nvPr/>
        </p:nvSpPr>
        <p:spPr>
          <a:xfrm>
            <a:off x="1519478" y="2588168"/>
            <a:ext cx="778554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DCE0B-4AD4-D481-DB38-46BF723CA9C9}"/>
              </a:ext>
            </a:extLst>
          </p:cNvPr>
          <p:cNvSpPr txBox="1"/>
          <p:nvPr/>
        </p:nvSpPr>
        <p:spPr>
          <a:xfrm>
            <a:off x="341339" y="5276477"/>
            <a:ext cx="21612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function definition starts with the keyword </a:t>
            </a:r>
            <a:r>
              <a:rPr lang="en-CA" b="1"/>
              <a:t>def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7BE82-F07A-5F76-5A84-6C96AB7450AE}"/>
              </a:ext>
            </a:extLst>
          </p:cNvPr>
          <p:cNvCxnSpPr>
            <a:stCxn id="7" idx="0"/>
          </p:cNvCxnSpPr>
          <p:nvPr/>
        </p:nvCxnSpPr>
        <p:spPr>
          <a:xfrm flipV="1">
            <a:off x="1421954" y="2989847"/>
            <a:ext cx="486801" cy="228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951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/>
              <a:t>Defining</a:t>
            </a:r>
            <a:br>
              <a:rPr lang="en-CA"/>
            </a:br>
            <a:r>
              <a:rPr lang="en-CA"/>
              <a:t>New Functions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a new function named </a:t>
            </a:r>
            <a:r>
              <a:rPr lang="en-CA" b="1" err="1"/>
              <a:t>print_a_joke</a:t>
            </a:r>
            <a:r>
              <a:rPr lang="en-CA" b="1"/>
              <a:t>()</a:t>
            </a:r>
            <a:r>
              <a:rPr lang="en-CA"/>
              <a:t> that takes no input.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def </a:t>
            </a:r>
            <a:r>
              <a:rPr lang="en-US" sz="2800" err="1">
                <a:latin typeface="Consolas" panose="020B0609020204030204" pitchFamily="49" charset="0"/>
              </a:rPr>
              <a:t>print_a_joke</a:t>
            </a:r>
            <a:r>
              <a:rPr lang="en-US" sz="2800">
                <a:latin typeface="Consolas" panose="020B0609020204030204" pitchFamily="49" charset="0"/>
              </a:rPr>
              <a:t> () 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print("Never mind, it's pointless.")</a:t>
            </a:r>
            <a:endParaRPr lang="en-AU" sz="280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D8A-FC3E-E1AF-A037-B99CA5588DA3}"/>
              </a:ext>
            </a:extLst>
          </p:cNvPr>
          <p:cNvSpPr/>
          <p:nvPr/>
        </p:nvSpPr>
        <p:spPr>
          <a:xfrm>
            <a:off x="1519478" y="2588168"/>
            <a:ext cx="778554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DCE0B-4AD4-D481-DB38-46BF723CA9C9}"/>
              </a:ext>
            </a:extLst>
          </p:cNvPr>
          <p:cNvSpPr txBox="1"/>
          <p:nvPr/>
        </p:nvSpPr>
        <p:spPr>
          <a:xfrm>
            <a:off x="341339" y="5276477"/>
            <a:ext cx="21612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function definition starts with the keyword </a:t>
            </a:r>
            <a:r>
              <a:rPr lang="en-CA" b="1"/>
              <a:t>def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7BE82-F07A-5F76-5A84-6C96AB7450AE}"/>
              </a:ext>
            </a:extLst>
          </p:cNvPr>
          <p:cNvCxnSpPr>
            <a:stCxn id="7" idx="0"/>
          </p:cNvCxnSpPr>
          <p:nvPr/>
        </p:nvCxnSpPr>
        <p:spPr>
          <a:xfrm flipV="1">
            <a:off x="1421954" y="2989847"/>
            <a:ext cx="486801" cy="228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E2FA9-0F50-8D51-0AA9-3546DE25D3BA}"/>
              </a:ext>
            </a:extLst>
          </p:cNvPr>
          <p:cNvSpPr/>
          <p:nvPr/>
        </p:nvSpPr>
        <p:spPr>
          <a:xfrm>
            <a:off x="2395555" y="2588168"/>
            <a:ext cx="239301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BA4FB-38F3-C735-CAA1-B31E8547C214}"/>
              </a:ext>
            </a:extLst>
          </p:cNvPr>
          <p:cNvSpPr txBox="1"/>
          <p:nvPr/>
        </p:nvSpPr>
        <p:spPr>
          <a:xfrm>
            <a:off x="4109229" y="746419"/>
            <a:ext cx="21612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After </a:t>
            </a:r>
            <a:r>
              <a:rPr lang="en-CA" b="1"/>
              <a:t>def</a:t>
            </a:r>
            <a:r>
              <a:rPr lang="en-CA"/>
              <a:t> comes the function name.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F6E2F-78CA-E1BC-BE2A-9A5A95604BD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689585" y="1392750"/>
            <a:ext cx="1500259" cy="1142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80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/>
              <a:t>Defining</a:t>
            </a:r>
            <a:br>
              <a:rPr lang="en-CA"/>
            </a:br>
            <a:r>
              <a:rPr lang="en-CA"/>
              <a:t>New Functions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a new function named </a:t>
            </a:r>
            <a:r>
              <a:rPr lang="en-CA" b="1" err="1"/>
              <a:t>print_a_joke</a:t>
            </a:r>
            <a:r>
              <a:rPr lang="en-CA" b="1"/>
              <a:t>()</a:t>
            </a:r>
            <a:r>
              <a:rPr lang="en-CA"/>
              <a:t> that takes no input.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def </a:t>
            </a:r>
            <a:r>
              <a:rPr lang="en-US" sz="2800" err="1">
                <a:latin typeface="Consolas" panose="020B0609020204030204" pitchFamily="49" charset="0"/>
              </a:rPr>
              <a:t>print_a_joke</a:t>
            </a:r>
            <a:r>
              <a:rPr lang="en-US" sz="2800">
                <a:latin typeface="Consolas" panose="020B0609020204030204" pitchFamily="49" charset="0"/>
              </a:rPr>
              <a:t> () 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print("Never mind, it's pointless.")</a:t>
            </a:r>
            <a:endParaRPr lang="en-AU" sz="280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D8A-FC3E-E1AF-A037-B99CA5588DA3}"/>
              </a:ext>
            </a:extLst>
          </p:cNvPr>
          <p:cNvSpPr/>
          <p:nvPr/>
        </p:nvSpPr>
        <p:spPr>
          <a:xfrm>
            <a:off x="1519478" y="2588168"/>
            <a:ext cx="778554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DCE0B-4AD4-D481-DB38-46BF723CA9C9}"/>
              </a:ext>
            </a:extLst>
          </p:cNvPr>
          <p:cNvSpPr txBox="1"/>
          <p:nvPr/>
        </p:nvSpPr>
        <p:spPr>
          <a:xfrm>
            <a:off x="341339" y="5276477"/>
            <a:ext cx="21612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function definition starts with the keyword </a:t>
            </a:r>
            <a:r>
              <a:rPr lang="en-CA" b="1"/>
              <a:t>def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7BE82-F07A-5F76-5A84-6C96AB7450AE}"/>
              </a:ext>
            </a:extLst>
          </p:cNvPr>
          <p:cNvCxnSpPr>
            <a:stCxn id="7" idx="0"/>
          </p:cNvCxnSpPr>
          <p:nvPr/>
        </p:nvCxnSpPr>
        <p:spPr>
          <a:xfrm flipV="1">
            <a:off x="1421954" y="2989847"/>
            <a:ext cx="486801" cy="228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E2FA9-0F50-8D51-0AA9-3546DE25D3BA}"/>
              </a:ext>
            </a:extLst>
          </p:cNvPr>
          <p:cNvSpPr/>
          <p:nvPr/>
        </p:nvSpPr>
        <p:spPr>
          <a:xfrm>
            <a:off x="2395555" y="2588168"/>
            <a:ext cx="239301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A0BFFD-25E5-32A6-03EF-365C22F0EFB4}"/>
              </a:ext>
            </a:extLst>
          </p:cNvPr>
          <p:cNvSpPr/>
          <p:nvPr/>
        </p:nvSpPr>
        <p:spPr>
          <a:xfrm>
            <a:off x="4886091" y="2588168"/>
            <a:ext cx="47999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BA4FB-38F3-C735-CAA1-B31E8547C214}"/>
              </a:ext>
            </a:extLst>
          </p:cNvPr>
          <p:cNvSpPr txBox="1"/>
          <p:nvPr/>
        </p:nvSpPr>
        <p:spPr>
          <a:xfrm>
            <a:off x="4109229" y="746419"/>
            <a:ext cx="21612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After </a:t>
            </a:r>
            <a:r>
              <a:rPr lang="en-CA" b="1"/>
              <a:t>def</a:t>
            </a:r>
            <a:r>
              <a:rPr lang="en-CA"/>
              <a:t> comes the function name.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F6E2F-78CA-E1BC-BE2A-9A5A95604BD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689585" y="1392750"/>
            <a:ext cx="1500259" cy="1142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EBB560C-50DC-8E76-7C51-F8250EE741C9}"/>
              </a:ext>
            </a:extLst>
          </p:cNvPr>
          <p:cNvSpPr txBox="1"/>
          <p:nvPr/>
        </p:nvSpPr>
        <p:spPr>
          <a:xfrm>
            <a:off x="6787627" y="746419"/>
            <a:ext cx="182297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After the name comes the </a:t>
            </a:r>
            <a:r>
              <a:rPr lang="en-CA" b="1"/>
              <a:t>parameter list</a:t>
            </a:r>
            <a:r>
              <a:rPr lang="en-CA"/>
              <a:t>.</a:t>
            </a:r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032F4B-8B17-43F6-40FF-44ECCA26DE88}"/>
              </a:ext>
            </a:extLst>
          </p:cNvPr>
          <p:cNvCxnSpPr>
            <a:cxnSpLocks/>
          </p:cNvCxnSpPr>
          <p:nvPr/>
        </p:nvCxnSpPr>
        <p:spPr>
          <a:xfrm flipH="1">
            <a:off x="5189844" y="1644622"/>
            <a:ext cx="1597783" cy="891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9274E0-0594-8504-821D-DD9095AA9171}"/>
              </a:ext>
            </a:extLst>
          </p:cNvPr>
          <p:cNvSpPr txBox="1"/>
          <p:nvPr/>
        </p:nvSpPr>
        <p:spPr>
          <a:xfrm>
            <a:off x="9097775" y="746419"/>
            <a:ext cx="27432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(</a:t>
            </a:r>
            <a:r>
              <a:rPr lang="en-CA"/>
              <a:t> is an </a:t>
            </a:r>
            <a:r>
              <a:rPr lang="en-CA" b="1"/>
              <a:t>open</a:t>
            </a:r>
            <a:r>
              <a:rPr lang="en-CA"/>
              <a:t> parenthesis</a:t>
            </a:r>
            <a:br>
              <a:rPr lang="en-CA"/>
            </a:br>
            <a:r>
              <a:rPr lang="en-CA" b="1"/>
              <a:t>)</a:t>
            </a:r>
            <a:r>
              <a:rPr lang="en-CA"/>
              <a:t> is a </a:t>
            </a:r>
            <a:r>
              <a:rPr lang="en-CA" b="1"/>
              <a:t>closed</a:t>
            </a:r>
            <a:r>
              <a:rPr lang="en-CA"/>
              <a:t> parenthesis</a:t>
            </a:r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ACA8AA-D02D-2B40-649E-582528B8DD9E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610600" y="1069585"/>
            <a:ext cx="487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8FEEEAD-1F46-E126-4E6A-2BCF89A95167}"/>
                  </a:ext>
                </a:extLst>
              </p14:cNvPr>
              <p14:cNvContentPartPr/>
              <p14:nvPr/>
            </p14:nvContentPartPr>
            <p14:xfrm>
              <a:off x="3408120" y="2942640"/>
              <a:ext cx="3041640" cy="547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8FEEEAD-1F46-E126-4E6A-2BCF89A951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8760" y="2933280"/>
                <a:ext cx="3060360" cy="56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5367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/>
              <a:t>Defining</a:t>
            </a:r>
            <a:br>
              <a:rPr lang="en-CA"/>
            </a:br>
            <a:r>
              <a:rPr lang="en-CA"/>
              <a:t>New Functions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a new function named </a:t>
            </a:r>
            <a:r>
              <a:rPr lang="en-CA" b="1" err="1"/>
              <a:t>print_a_joke</a:t>
            </a:r>
            <a:r>
              <a:rPr lang="en-CA" b="1"/>
              <a:t>()</a:t>
            </a:r>
            <a:r>
              <a:rPr lang="en-CA"/>
              <a:t> that takes no input.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def </a:t>
            </a:r>
            <a:r>
              <a:rPr lang="en-US" sz="2800" err="1">
                <a:latin typeface="Consolas" panose="020B0609020204030204" pitchFamily="49" charset="0"/>
              </a:rPr>
              <a:t>print_a_joke</a:t>
            </a:r>
            <a:r>
              <a:rPr lang="en-US" sz="2800">
                <a:latin typeface="Consolas" panose="020B0609020204030204" pitchFamily="49" charset="0"/>
              </a:rPr>
              <a:t> () 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print("Never mind, it's pointless.")</a:t>
            </a:r>
            <a:endParaRPr lang="en-AU" sz="2800"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5ACD8A-FC3E-E1AF-A037-B99CA5588DA3}"/>
              </a:ext>
            </a:extLst>
          </p:cNvPr>
          <p:cNvSpPr/>
          <p:nvPr/>
        </p:nvSpPr>
        <p:spPr>
          <a:xfrm>
            <a:off x="1519478" y="2588168"/>
            <a:ext cx="778554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DCE0B-4AD4-D481-DB38-46BF723CA9C9}"/>
              </a:ext>
            </a:extLst>
          </p:cNvPr>
          <p:cNvSpPr txBox="1"/>
          <p:nvPr/>
        </p:nvSpPr>
        <p:spPr>
          <a:xfrm>
            <a:off x="341339" y="5276477"/>
            <a:ext cx="216122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function definition starts with the keyword </a:t>
            </a:r>
            <a:r>
              <a:rPr lang="en-CA" b="1"/>
              <a:t>def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47BE82-F07A-5F76-5A84-6C96AB7450AE}"/>
              </a:ext>
            </a:extLst>
          </p:cNvPr>
          <p:cNvCxnSpPr>
            <a:stCxn id="7" idx="0"/>
          </p:cNvCxnSpPr>
          <p:nvPr/>
        </p:nvCxnSpPr>
        <p:spPr>
          <a:xfrm flipV="1">
            <a:off x="1421954" y="2989847"/>
            <a:ext cx="486801" cy="2286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E2FA9-0F50-8D51-0AA9-3546DE25D3BA}"/>
              </a:ext>
            </a:extLst>
          </p:cNvPr>
          <p:cNvSpPr/>
          <p:nvPr/>
        </p:nvSpPr>
        <p:spPr>
          <a:xfrm>
            <a:off x="2395555" y="2588168"/>
            <a:ext cx="239301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A0BFFD-25E5-32A6-03EF-365C22F0EFB4}"/>
              </a:ext>
            </a:extLst>
          </p:cNvPr>
          <p:cNvSpPr/>
          <p:nvPr/>
        </p:nvSpPr>
        <p:spPr>
          <a:xfrm>
            <a:off x="4886091" y="2588168"/>
            <a:ext cx="479993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81EB39-1126-2B52-1A98-53E7C9DD425C}"/>
              </a:ext>
            </a:extLst>
          </p:cNvPr>
          <p:cNvSpPr/>
          <p:nvPr/>
        </p:nvSpPr>
        <p:spPr>
          <a:xfrm>
            <a:off x="5463608" y="2588168"/>
            <a:ext cx="275456" cy="3910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8BA4FB-38F3-C735-CAA1-B31E8547C214}"/>
              </a:ext>
            </a:extLst>
          </p:cNvPr>
          <p:cNvSpPr txBox="1"/>
          <p:nvPr/>
        </p:nvSpPr>
        <p:spPr>
          <a:xfrm>
            <a:off x="4109229" y="746419"/>
            <a:ext cx="21612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After </a:t>
            </a:r>
            <a:r>
              <a:rPr lang="en-CA" b="1"/>
              <a:t>def</a:t>
            </a:r>
            <a:r>
              <a:rPr lang="en-CA"/>
              <a:t> comes the function name.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F6E2F-78CA-E1BC-BE2A-9A5A95604BD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689585" y="1392750"/>
            <a:ext cx="1500259" cy="1142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EBB560C-50DC-8E76-7C51-F8250EE741C9}"/>
              </a:ext>
            </a:extLst>
          </p:cNvPr>
          <p:cNvSpPr txBox="1"/>
          <p:nvPr/>
        </p:nvSpPr>
        <p:spPr>
          <a:xfrm>
            <a:off x="6787627" y="746419"/>
            <a:ext cx="182297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After the name comes the </a:t>
            </a:r>
            <a:r>
              <a:rPr lang="en-CA" b="1"/>
              <a:t>parameter list</a:t>
            </a:r>
            <a:r>
              <a:rPr lang="en-CA"/>
              <a:t>.</a:t>
            </a:r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032F4B-8B17-43F6-40FF-44ECCA26DE88}"/>
              </a:ext>
            </a:extLst>
          </p:cNvPr>
          <p:cNvCxnSpPr>
            <a:cxnSpLocks/>
          </p:cNvCxnSpPr>
          <p:nvPr/>
        </p:nvCxnSpPr>
        <p:spPr>
          <a:xfrm flipH="1">
            <a:off x="5189844" y="1644622"/>
            <a:ext cx="1597783" cy="891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C6F550C-F0F2-5091-8193-ADDABF62B722}"/>
              </a:ext>
            </a:extLst>
          </p:cNvPr>
          <p:cNvSpPr txBox="1"/>
          <p:nvPr/>
        </p:nvSpPr>
        <p:spPr>
          <a:xfrm>
            <a:off x="7209006" y="2126503"/>
            <a:ext cx="199943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After the </a:t>
            </a:r>
            <a:r>
              <a:rPr lang="en-CA" b="1"/>
              <a:t>parameter list </a:t>
            </a:r>
            <a:r>
              <a:rPr lang="en-CA"/>
              <a:t>comes a </a:t>
            </a:r>
            <a:r>
              <a:rPr lang="en-CA" b="1"/>
              <a:t>:</a:t>
            </a:r>
            <a:r>
              <a:rPr lang="en-CA"/>
              <a:t> (colon).</a:t>
            </a:r>
            <a:endParaRPr lang="en-AU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8617EBC-ECAE-C3B5-C838-333188A524A7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5836588" y="2588168"/>
            <a:ext cx="1372418" cy="195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9274E0-0594-8504-821D-DD9095AA9171}"/>
              </a:ext>
            </a:extLst>
          </p:cNvPr>
          <p:cNvSpPr txBox="1"/>
          <p:nvPr/>
        </p:nvSpPr>
        <p:spPr>
          <a:xfrm>
            <a:off x="9097775" y="746419"/>
            <a:ext cx="274320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(</a:t>
            </a:r>
            <a:r>
              <a:rPr lang="en-CA"/>
              <a:t> is an </a:t>
            </a:r>
            <a:r>
              <a:rPr lang="en-CA" b="1"/>
              <a:t>open</a:t>
            </a:r>
            <a:r>
              <a:rPr lang="en-CA"/>
              <a:t> parenthesis</a:t>
            </a:r>
            <a:br>
              <a:rPr lang="en-CA"/>
            </a:br>
            <a:r>
              <a:rPr lang="en-CA" b="1"/>
              <a:t>)</a:t>
            </a:r>
            <a:r>
              <a:rPr lang="en-CA"/>
              <a:t> is a </a:t>
            </a:r>
            <a:r>
              <a:rPr lang="en-CA" b="1"/>
              <a:t>closed</a:t>
            </a:r>
            <a:r>
              <a:rPr lang="en-CA"/>
              <a:t> parenthesis</a:t>
            </a:r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ACA8AA-D02D-2B40-649E-582528B8DD9E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8610600" y="1069585"/>
            <a:ext cx="487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077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98" y="52220"/>
            <a:ext cx="3324282" cy="1325563"/>
          </a:xfrm>
        </p:spPr>
        <p:txBody>
          <a:bodyPr>
            <a:normAutofit fontScale="90000"/>
          </a:bodyPr>
          <a:lstStyle/>
          <a:p>
            <a:r>
              <a:rPr lang="en-CA"/>
              <a:t>Defining</a:t>
            </a:r>
            <a:br>
              <a:rPr lang="en-CA"/>
            </a:br>
            <a:r>
              <a:rPr lang="en-CA"/>
              <a:t>New Functions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393477" y="1545406"/>
            <a:ext cx="29256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a new function named </a:t>
            </a:r>
            <a:r>
              <a:rPr lang="en-CA" b="1" err="1"/>
              <a:t>print_a_joke</a:t>
            </a:r>
            <a:r>
              <a:rPr lang="en-CA" b="1"/>
              <a:t>()</a:t>
            </a:r>
            <a:r>
              <a:rPr lang="en-CA"/>
              <a:t> that takes no input.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1519478" y="2535722"/>
            <a:ext cx="8071440" cy="267765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def </a:t>
            </a:r>
            <a:r>
              <a:rPr lang="en-US" sz="2800" err="1">
                <a:latin typeface="Consolas" panose="020B0609020204030204" pitchFamily="49" charset="0"/>
              </a:rPr>
              <a:t>print_a_joke</a:t>
            </a:r>
            <a:r>
              <a:rPr lang="en-US" sz="2800">
                <a:latin typeface="Consolas" panose="020B0609020204030204" pitchFamily="49" charset="0"/>
              </a:rPr>
              <a:t> () 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print("Never mind, it's pointless.")</a:t>
            </a:r>
            <a:endParaRPr lang="en-AU" sz="2800">
              <a:latin typeface="Consolas" panose="020B0609020204030204" pitchFamily="49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AE80C0-436D-52C6-38FA-8DF421454B21}"/>
              </a:ext>
            </a:extLst>
          </p:cNvPr>
          <p:cNvSpPr/>
          <p:nvPr/>
        </p:nvSpPr>
        <p:spPr>
          <a:xfrm>
            <a:off x="1519477" y="3060720"/>
            <a:ext cx="8071439" cy="225187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A27BCE-E027-26A2-610F-E33D7A61E431}"/>
              </a:ext>
            </a:extLst>
          </p:cNvPr>
          <p:cNvSpPr txBox="1"/>
          <p:nvPr/>
        </p:nvSpPr>
        <p:spPr>
          <a:xfrm>
            <a:off x="6096001" y="1229241"/>
            <a:ext cx="24704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body of a function definition consists of 1 or more statements.</a:t>
            </a:r>
            <a:endParaRPr lang="en-AU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901D27B-AA60-DBFE-FEDC-0BEACA095F92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6894095" y="2152571"/>
            <a:ext cx="437148" cy="855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699A7A-430C-A6AD-69FD-466D12327618}"/>
              </a:ext>
            </a:extLst>
          </p:cNvPr>
          <p:cNvSpPr txBox="1"/>
          <p:nvPr/>
        </p:nvSpPr>
        <p:spPr>
          <a:xfrm>
            <a:off x="9135980" y="1367740"/>
            <a:ext cx="213315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particular function body has 5 print statements.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ECC055-C110-183B-27A6-25DC057B836F}"/>
              </a:ext>
            </a:extLst>
          </p:cNvPr>
          <p:cNvCxnSpPr>
            <a:cxnSpLocks/>
          </p:cNvCxnSpPr>
          <p:nvPr/>
        </p:nvCxnSpPr>
        <p:spPr>
          <a:xfrm flipH="1">
            <a:off x="8746958" y="2291070"/>
            <a:ext cx="389022" cy="716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5634A30-244A-564F-DCD3-C53594054409}"/>
              </a:ext>
            </a:extLst>
          </p:cNvPr>
          <p:cNvSpPr txBox="1"/>
          <p:nvPr/>
        </p:nvSpPr>
        <p:spPr>
          <a:xfrm>
            <a:off x="641686" y="5596529"/>
            <a:ext cx="27432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Important!</a:t>
            </a:r>
            <a:br>
              <a:rPr lang="en-CA"/>
            </a:br>
            <a:r>
              <a:rPr lang="en-CA"/>
              <a:t>The statements in the body of a function must be consistently indented.</a:t>
            </a:r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31410E-36D7-6CAF-063A-4B084FD7DCD5}"/>
              </a:ext>
            </a:extLst>
          </p:cNvPr>
          <p:cNvSpPr/>
          <p:nvPr/>
        </p:nvSpPr>
        <p:spPr>
          <a:xfrm>
            <a:off x="1661106" y="3140242"/>
            <a:ext cx="704360" cy="197317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588662D-71AE-6BC3-90A1-1122058A7402}"/>
              </a:ext>
            </a:extLst>
          </p:cNvPr>
          <p:cNvCxnSpPr>
            <a:cxnSpLocks/>
            <a:stCxn id="20" idx="0"/>
            <a:endCxn id="21" idx="2"/>
          </p:cNvCxnSpPr>
          <p:nvPr/>
        </p:nvCxnSpPr>
        <p:spPr>
          <a:xfrm flipV="1">
            <a:off x="2013286" y="5113421"/>
            <a:ext cx="0" cy="483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525F485-C60F-9B81-0507-E92A5BA7E0B8}"/>
                  </a:ext>
                </a:extLst>
              </p14:cNvPr>
              <p14:cNvContentPartPr/>
              <p14:nvPr/>
            </p14:nvContentPartPr>
            <p14:xfrm>
              <a:off x="1808640" y="2579040"/>
              <a:ext cx="3973320" cy="2980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525F485-C60F-9B81-0507-E92A5BA7E0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9280" y="2569680"/>
                <a:ext cx="3992040" cy="299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2205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13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265837" y="189182"/>
            <a:ext cx="525015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  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7F2C4-3DF9-2880-3655-00E1FC9411E0}"/>
              </a:ext>
            </a:extLst>
          </p:cNvPr>
          <p:cNvSpPr txBox="1"/>
          <p:nvPr/>
        </p:nvSpPr>
        <p:spPr>
          <a:xfrm>
            <a:off x="6651901" y="264481"/>
            <a:ext cx="525015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 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  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34857-1D30-A39C-48ED-29D6B6D09216}"/>
              </a:ext>
            </a:extLst>
          </p:cNvPr>
          <p:cNvSpPr txBox="1"/>
          <p:nvPr/>
        </p:nvSpPr>
        <p:spPr>
          <a:xfrm>
            <a:off x="6651900" y="2244945"/>
            <a:ext cx="525015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   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  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BE0BB-1C8B-ABD3-E5B7-24F724AA2025}"/>
              </a:ext>
            </a:extLst>
          </p:cNvPr>
          <p:cNvSpPr txBox="1"/>
          <p:nvPr/>
        </p:nvSpPr>
        <p:spPr>
          <a:xfrm>
            <a:off x="519111" y="2484930"/>
            <a:ext cx="4743606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D433E-1A37-850C-A3A5-9AD623A473C6}"/>
              </a:ext>
            </a:extLst>
          </p:cNvPr>
          <p:cNvSpPr txBox="1"/>
          <p:nvPr/>
        </p:nvSpPr>
        <p:spPr>
          <a:xfrm>
            <a:off x="392474" y="4537697"/>
            <a:ext cx="4996881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3057A2-2766-1958-27FF-165EA233799A}"/>
              </a:ext>
            </a:extLst>
          </p:cNvPr>
          <p:cNvSpPr txBox="1"/>
          <p:nvPr/>
        </p:nvSpPr>
        <p:spPr>
          <a:xfrm>
            <a:off x="6383867" y="4537697"/>
            <a:ext cx="56280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Which functions are </a:t>
            </a:r>
          </a:p>
          <a:p>
            <a:r>
              <a:rPr lang="en-CA" sz="4800"/>
              <a:t>correctly indented?</a:t>
            </a:r>
            <a:endParaRPr lang="en-AU" sz="48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5A0492-1B02-1A32-7E35-CB46037ECB04}"/>
                  </a:ext>
                </a:extLst>
              </p14:cNvPr>
              <p14:cNvContentPartPr/>
              <p14:nvPr/>
            </p14:nvContentPartPr>
            <p14:xfrm>
              <a:off x="397080" y="569520"/>
              <a:ext cx="6967080" cy="4592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5A0492-1B02-1A32-7E35-CB46037ECB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7720" y="560160"/>
                <a:ext cx="6985800" cy="461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7905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14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E14D8-FE63-BB5F-4767-A4685A7BC3A4}"/>
              </a:ext>
            </a:extLst>
          </p:cNvPr>
          <p:cNvSpPr txBox="1"/>
          <p:nvPr/>
        </p:nvSpPr>
        <p:spPr>
          <a:xfrm>
            <a:off x="265837" y="189182"/>
            <a:ext cx="5250155" cy="17543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  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E7F2C4-3DF9-2880-3655-00E1FC9411E0}"/>
              </a:ext>
            </a:extLst>
          </p:cNvPr>
          <p:cNvSpPr txBox="1"/>
          <p:nvPr/>
        </p:nvSpPr>
        <p:spPr>
          <a:xfrm>
            <a:off x="6651901" y="264481"/>
            <a:ext cx="5250155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 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  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34857-1D30-A39C-48ED-29D6B6D09216}"/>
              </a:ext>
            </a:extLst>
          </p:cNvPr>
          <p:cNvSpPr txBox="1"/>
          <p:nvPr/>
        </p:nvSpPr>
        <p:spPr>
          <a:xfrm>
            <a:off x="6651900" y="2244945"/>
            <a:ext cx="5250155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  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  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   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  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  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BE0BB-1C8B-ABD3-E5B7-24F724AA2025}"/>
              </a:ext>
            </a:extLst>
          </p:cNvPr>
          <p:cNvSpPr txBox="1"/>
          <p:nvPr/>
        </p:nvSpPr>
        <p:spPr>
          <a:xfrm>
            <a:off x="519111" y="2484930"/>
            <a:ext cx="4743606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D433E-1A37-850C-A3A5-9AD623A473C6}"/>
              </a:ext>
            </a:extLst>
          </p:cNvPr>
          <p:cNvSpPr txBox="1"/>
          <p:nvPr/>
        </p:nvSpPr>
        <p:spPr>
          <a:xfrm>
            <a:off x="392474" y="4537697"/>
            <a:ext cx="4996881" cy="175432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</a:t>
            </a:r>
            <a:r>
              <a:rPr lang="en-US" err="1">
                <a:latin typeface="Consolas" panose="020B0609020204030204" pitchFamily="49" charset="0"/>
              </a:rPr>
              <a:t>print_a_joke</a:t>
            </a:r>
            <a:r>
              <a:rPr lang="en-US">
                <a:latin typeface="Consolas" panose="020B0609020204030204" pitchFamily="49" charset="0"/>
              </a:rPr>
              <a:t>():</a:t>
            </a:r>
          </a:p>
          <a:p>
            <a:r>
              <a:rPr lang="en-US">
                <a:latin typeface="Consolas" panose="020B0609020204030204" pitchFamily="49" charset="0"/>
              </a:rPr>
              <a:t> print("Knock knock!")</a:t>
            </a:r>
          </a:p>
          <a:p>
            <a:r>
              <a:rPr lang="en-US">
                <a:latin typeface="Consolas" panose="020B0609020204030204" pitchFamily="49" charset="0"/>
              </a:rPr>
              <a:t> print("Who's there?")</a:t>
            </a:r>
          </a:p>
          <a:p>
            <a:r>
              <a:rPr lang="en-US">
                <a:latin typeface="Consolas" panose="020B0609020204030204" pitchFamily="49" charset="0"/>
              </a:rPr>
              <a:t> print("A broken pencil.")</a:t>
            </a:r>
          </a:p>
          <a:p>
            <a:r>
              <a:rPr lang="en-US">
                <a:latin typeface="Consolas" panose="020B0609020204030204" pitchFamily="49" charset="0"/>
              </a:rPr>
              <a:t> print("A broken pencil who?")</a:t>
            </a:r>
          </a:p>
          <a:p>
            <a:r>
              <a:rPr lang="en-US">
                <a:latin typeface="Consolas" panose="020B0609020204030204" pitchFamily="49" charset="0"/>
              </a:rPr>
              <a:t> print("Never mind, it's pointless.")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304B2A-6E9B-6CB5-BF62-4B69BBED98EE}"/>
              </a:ext>
            </a:extLst>
          </p:cNvPr>
          <p:cNvSpPr txBox="1"/>
          <p:nvPr/>
        </p:nvSpPr>
        <p:spPr>
          <a:xfrm>
            <a:off x="4503168" y="4780678"/>
            <a:ext cx="917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>
                <a:solidFill>
                  <a:srgbClr val="00B050"/>
                </a:solidFill>
              </a:rPr>
              <a:t>Works!</a:t>
            </a:r>
            <a:endParaRPr lang="en-AU" b="1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7F840-2634-EBC0-6D99-5C3A06EAF27B}"/>
              </a:ext>
            </a:extLst>
          </p:cNvPr>
          <p:cNvSpPr txBox="1"/>
          <p:nvPr/>
        </p:nvSpPr>
        <p:spPr>
          <a:xfrm>
            <a:off x="4503168" y="189182"/>
            <a:ext cx="917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>
                <a:solidFill>
                  <a:srgbClr val="00B050"/>
                </a:solidFill>
              </a:rPr>
              <a:t>Works!</a:t>
            </a:r>
            <a:endParaRPr lang="en-AU" b="1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9CB11C-790B-7DEA-5A61-2065C3F98989}"/>
              </a:ext>
            </a:extLst>
          </p:cNvPr>
          <p:cNvSpPr txBox="1"/>
          <p:nvPr/>
        </p:nvSpPr>
        <p:spPr>
          <a:xfrm>
            <a:off x="4503168" y="2553944"/>
            <a:ext cx="89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>
                <a:solidFill>
                  <a:srgbClr val="FF0000"/>
                </a:solidFill>
              </a:rPr>
              <a:t>Syntax</a:t>
            </a:r>
            <a:br>
              <a:rPr lang="en-CA" b="1">
                <a:solidFill>
                  <a:srgbClr val="FF0000"/>
                </a:solidFill>
              </a:rPr>
            </a:br>
            <a:r>
              <a:rPr lang="en-CA" b="1">
                <a:solidFill>
                  <a:srgbClr val="FF0000"/>
                </a:solidFill>
              </a:rPr>
              <a:t>error!</a:t>
            </a:r>
            <a:endParaRPr lang="en-AU" b="1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EAAFE9-B088-C0B2-4DA9-CDDEC4559C74}"/>
              </a:ext>
            </a:extLst>
          </p:cNvPr>
          <p:cNvSpPr txBox="1"/>
          <p:nvPr/>
        </p:nvSpPr>
        <p:spPr>
          <a:xfrm>
            <a:off x="11011234" y="2333811"/>
            <a:ext cx="89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>
                <a:solidFill>
                  <a:srgbClr val="FF0000"/>
                </a:solidFill>
              </a:rPr>
              <a:t>Syntax</a:t>
            </a:r>
            <a:br>
              <a:rPr lang="en-CA" b="1">
                <a:solidFill>
                  <a:srgbClr val="FF0000"/>
                </a:solidFill>
              </a:rPr>
            </a:br>
            <a:r>
              <a:rPr lang="en-CA" b="1">
                <a:solidFill>
                  <a:srgbClr val="FF0000"/>
                </a:solidFill>
              </a:rPr>
              <a:t>error!</a:t>
            </a:r>
            <a:endParaRPr lang="en-AU" b="1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EF1888-4E78-2BE5-6235-42037027A2A9}"/>
              </a:ext>
            </a:extLst>
          </p:cNvPr>
          <p:cNvSpPr txBox="1"/>
          <p:nvPr/>
        </p:nvSpPr>
        <p:spPr>
          <a:xfrm>
            <a:off x="10908389" y="373848"/>
            <a:ext cx="89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>
                <a:solidFill>
                  <a:srgbClr val="FF0000"/>
                </a:solidFill>
              </a:rPr>
              <a:t>Syntax</a:t>
            </a:r>
            <a:br>
              <a:rPr lang="en-CA" b="1">
                <a:solidFill>
                  <a:srgbClr val="FF0000"/>
                </a:solidFill>
              </a:rPr>
            </a:br>
            <a:r>
              <a:rPr lang="en-CA" b="1">
                <a:solidFill>
                  <a:srgbClr val="FF0000"/>
                </a:solidFill>
              </a:rPr>
              <a:t>error!</a:t>
            </a:r>
            <a:endParaRPr lang="en-AU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350B88-78E8-00B5-1070-D7CA485DDE5D}"/>
              </a:ext>
            </a:extLst>
          </p:cNvPr>
          <p:cNvSpPr txBox="1"/>
          <p:nvPr/>
        </p:nvSpPr>
        <p:spPr>
          <a:xfrm>
            <a:off x="6383867" y="4537697"/>
            <a:ext cx="56280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Which functions are </a:t>
            </a:r>
          </a:p>
          <a:p>
            <a:r>
              <a:rPr lang="en-CA" sz="4800"/>
              <a:t>correctly indented?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683567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3CDF7-E6E4-BD9A-07B2-D3CA585D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15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284A6-37BC-F0E3-3E70-0F2FCEA02C14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print(word)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print('-' * 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A9753E-B219-A624-674E-05ABA396D0F3}"/>
              </a:ext>
            </a:extLst>
          </p:cNvPr>
          <p:cNvSpPr txBox="1"/>
          <p:nvPr/>
        </p:nvSpPr>
        <p:spPr>
          <a:xfrm>
            <a:off x="816810" y="634537"/>
            <a:ext cx="22227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Read this function.</a:t>
            </a:r>
            <a:br>
              <a:rPr lang="en-CA"/>
            </a:br>
            <a:r>
              <a:rPr lang="en-CA"/>
              <a:t>What are its parts?</a:t>
            </a:r>
            <a:br>
              <a:rPr lang="en-CA"/>
            </a:br>
            <a:r>
              <a:rPr lang="en-CA"/>
              <a:t>What does it do?</a:t>
            </a:r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8BCBCF-429B-2BEA-8060-E24277374D2B}"/>
                  </a:ext>
                </a:extLst>
              </p14:cNvPr>
              <p14:cNvContentPartPr/>
              <p14:nvPr/>
            </p14:nvContentPartPr>
            <p14:xfrm>
              <a:off x="579960" y="2554920"/>
              <a:ext cx="4677120" cy="1507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8BCBCF-429B-2BEA-8060-E24277374D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0600" y="2545560"/>
                <a:ext cx="4695840" cy="152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3607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3164-CC63-59D4-E608-63A09EC8A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E9732CF-CCC7-9A45-5C3F-AD20710202D3}"/>
              </a:ext>
            </a:extLst>
          </p:cNvPr>
          <p:cNvSpPr txBox="1"/>
          <p:nvPr/>
        </p:nvSpPr>
        <p:spPr>
          <a:xfrm>
            <a:off x="9567334" y="2375748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>
                <a:latin typeface="Consolas" panose="020B0609020204030204" pitchFamily="49" charset="0"/>
              </a:rPr>
              <a:t>-------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9EF9F-816C-9F3D-7B02-52AC2CA5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13AB2-5AD9-06A3-8878-8C7D218D0FE8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 ' + word)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print('-' * 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C6D0A2-D3AC-49A6-FBBC-4A612BACE46E}"/>
              </a:ext>
            </a:extLst>
          </p:cNvPr>
          <p:cNvSpPr txBox="1"/>
          <p:nvPr/>
        </p:nvSpPr>
        <p:spPr>
          <a:xfrm>
            <a:off x="816810" y="634537"/>
            <a:ext cx="22227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Read this function.</a:t>
            </a:r>
            <a:br>
              <a:rPr lang="en-CA"/>
            </a:br>
            <a:r>
              <a:rPr lang="en-CA"/>
              <a:t>What are its parts?</a:t>
            </a:r>
            <a:br>
              <a:rPr lang="en-CA"/>
            </a:br>
            <a:r>
              <a:rPr lang="en-CA"/>
              <a:t>What does it do?</a:t>
            </a:r>
            <a:endParaRPr lang="en-AU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F9D06AD-5EF3-2A90-A988-D057F3436131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374443-272D-F38C-9DF4-586BAC1856D0}"/>
              </a:ext>
            </a:extLst>
          </p:cNvPr>
          <p:cNvSpPr txBox="1"/>
          <p:nvPr/>
        </p:nvSpPr>
        <p:spPr>
          <a:xfrm>
            <a:off x="8612717" y="981054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latin typeface="Consolas" panose="020B0609020204030204" pitchFamily="49" charset="0"/>
              </a:rPr>
              <a:t>underline('Hello')</a:t>
            </a:r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3424091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F6BC7-1478-D455-5451-9EB306C1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E8CCA-75F9-87E7-F15E-745EFA181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17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FC73A-BD70-4F9F-9DF1-3A2D449C19B9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 ' + word)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print('-' * 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4909D-7E95-24DF-593D-2BD363EDAF09}"/>
              </a:ext>
            </a:extLst>
          </p:cNvPr>
          <p:cNvSpPr txBox="1"/>
          <p:nvPr/>
        </p:nvSpPr>
        <p:spPr>
          <a:xfrm>
            <a:off x="9567334" y="2375748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>
                <a:latin typeface="Consolas" panose="020B0609020204030204" pitchFamily="49" charset="0"/>
              </a:rPr>
              <a:t>-------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7E87609-F935-1F92-82C4-CD15FC3605C7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2D554F-171C-7583-FA5B-E977610C61F0}"/>
              </a:ext>
            </a:extLst>
          </p:cNvPr>
          <p:cNvSpPr txBox="1"/>
          <p:nvPr/>
        </p:nvSpPr>
        <p:spPr>
          <a:xfrm>
            <a:off x="8612717" y="981054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latin typeface="Consolas" panose="020B0609020204030204" pitchFamily="49" charset="0"/>
              </a:rPr>
              <a:t>underline('Hello')</a:t>
            </a:r>
            <a:endParaRPr lang="en-AU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7BE95A-2780-A7B8-9D15-B201E799E658}"/>
              </a:ext>
            </a:extLst>
          </p:cNvPr>
          <p:cNvSpPr txBox="1"/>
          <p:nvPr/>
        </p:nvSpPr>
        <p:spPr>
          <a:xfrm>
            <a:off x="6294675" y="2021805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Variable </a:t>
            </a:r>
            <a:r>
              <a:rPr lang="en-CA" b="1"/>
              <a:t>n</a:t>
            </a:r>
            <a:r>
              <a:rPr lang="en-CA"/>
              <a:t> is defined </a:t>
            </a:r>
            <a:r>
              <a:rPr lang="en-CA" b="1"/>
              <a:t>inside</a:t>
            </a:r>
            <a:r>
              <a:rPr lang="en-CA"/>
              <a:t> the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underline</a:t>
            </a:r>
            <a:r>
              <a:rPr lang="en-CA" b="1"/>
              <a:t> </a:t>
            </a:r>
            <a:r>
              <a:rPr lang="en-CA"/>
              <a:t>function.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BE046E-C1FA-75FF-449A-2D4C183CB1C7}"/>
              </a:ext>
            </a:extLst>
          </p:cNvPr>
          <p:cNvSpPr/>
          <p:nvPr/>
        </p:nvSpPr>
        <p:spPr>
          <a:xfrm>
            <a:off x="1330036" y="2611028"/>
            <a:ext cx="39693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16C5AE-06E0-3B88-6AE6-BE84E7EC033E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>
            <a:off x="5299364" y="2621970"/>
            <a:ext cx="995311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988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9C08-6F77-506A-9DF9-FBCA4091D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B1022-B6D5-2A56-0527-A362B2FB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18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32C568-9F9C-0E9B-20B7-1AC8D98B005F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 ' + word)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print('-' * 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1E5070-F8B5-75E7-E2FB-D3FBDEEFDA72}"/>
              </a:ext>
            </a:extLst>
          </p:cNvPr>
          <p:cNvSpPr txBox="1"/>
          <p:nvPr/>
        </p:nvSpPr>
        <p:spPr>
          <a:xfrm>
            <a:off x="9567334" y="2375748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>
                <a:latin typeface="Consolas" panose="020B0609020204030204" pitchFamily="49" charset="0"/>
              </a:rPr>
              <a:t>-------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E2427C9-16EF-A0BF-581F-6F00BD408AF3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62EAF8-4062-14D0-92F7-524935E86B55}"/>
              </a:ext>
            </a:extLst>
          </p:cNvPr>
          <p:cNvSpPr txBox="1"/>
          <p:nvPr/>
        </p:nvSpPr>
        <p:spPr>
          <a:xfrm>
            <a:off x="8612717" y="981054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latin typeface="Consolas" panose="020B0609020204030204" pitchFamily="49" charset="0"/>
              </a:rPr>
              <a:t>underline('Hello')</a:t>
            </a:r>
            <a:endParaRPr lang="en-AU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16299-3045-0E6C-164A-708ABF22C205}"/>
              </a:ext>
            </a:extLst>
          </p:cNvPr>
          <p:cNvSpPr txBox="1"/>
          <p:nvPr/>
        </p:nvSpPr>
        <p:spPr>
          <a:xfrm>
            <a:off x="6294675" y="2021805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Variable </a:t>
            </a:r>
            <a:r>
              <a:rPr lang="en-CA" b="1"/>
              <a:t>n</a:t>
            </a:r>
            <a:r>
              <a:rPr lang="en-CA"/>
              <a:t> is defined </a:t>
            </a:r>
            <a:r>
              <a:rPr lang="en-CA" b="1"/>
              <a:t>inside</a:t>
            </a:r>
            <a:r>
              <a:rPr lang="en-CA"/>
              <a:t> the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underline</a:t>
            </a:r>
            <a:r>
              <a:rPr lang="en-CA" b="1"/>
              <a:t> </a:t>
            </a:r>
            <a:r>
              <a:rPr lang="en-CA"/>
              <a:t>function.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377E2B-8502-E13C-AA34-CE7872F571F0}"/>
              </a:ext>
            </a:extLst>
          </p:cNvPr>
          <p:cNvSpPr/>
          <p:nvPr/>
        </p:nvSpPr>
        <p:spPr>
          <a:xfrm>
            <a:off x="1330036" y="2611028"/>
            <a:ext cx="39693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2B7382-BB61-85F3-68CF-4E36B7F7CDA4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>
            <a:off x="5299364" y="2621970"/>
            <a:ext cx="995311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D1E347E-CD3A-312A-71AE-62991EF2239F}"/>
              </a:ext>
            </a:extLst>
          </p:cNvPr>
          <p:cNvSpPr txBox="1"/>
          <p:nvPr/>
        </p:nvSpPr>
        <p:spPr>
          <a:xfrm>
            <a:off x="7086310" y="3672118"/>
            <a:ext cx="24810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variable defined inside a function is called a </a:t>
            </a:r>
            <a:r>
              <a:rPr lang="en-CA" b="1"/>
              <a:t>local variable</a:t>
            </a:r>
            <a:r>
              <a:rPr lang="en-CA"/>
              <a:t>.</a:t>
            </a:r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0EA874-8107-CEB5-7832-4555B619DB0D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8173435" y="3222134"/>
            <a:ext cx="153387" cy="449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468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5330-3AD3-E646-851A-799B979F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EDA71-E6F9-306E-F344-7161A35C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19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C639E-C9C9-2259-9B1A-DE3F11D1A0FF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 ' + word)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print('-' * 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003066-34E4-0177-5670-176E7793C03C}"/>
              </a:ext>
            </a:extLst>
          </p:cNvPr>
          <p:cNvSpPr txBox="1"/>
          <p:nvPr/>
        </p:nvSpPr>
        <p:spPr>
          <a:xfrm>
            <a:off x="9567334" y="2375748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>
                <a:latin typeface="Consolas" panose="020B0609020204030204" pitchFamily="49" charset="0"/>
              </a:rPr>
              <a:t>-------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8F1A157-6A8B-B711-F52C-79880721128C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A834EF-4F41-A388-16C2-9CD868FE3405}"/>
              </a:ext>
            </a:extLst>
          </p:cNvPr>
          <p:cNvSpPr txBox="1"/>
          <p:nvPr/>
        </p:nvSpPr>
        <p:spPr>
          <a:xfrm>
            <a:off x="8612717" y="981054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latin typeface="Consolas" panose="020B0609020204030204" pitchFamily="49" charset="0"/>
              </a:rPr>
              <a:t>underline('Hello')</a:t>
            </a:r>
            <a:endParaRPr lang="en-AU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C55BE9-8319-50D5-3A51-20220F1A13A7}"/>
              </a:ext>
            </a:extLst>
          </p:cNvPr>
          <p:cNvSpPr txBox="1"/>
          <p:nvPr/>
        </p:nvSpPr>
        <p:spPr>
          <a:xfrm>
            <a:off x="6294675" y="2021805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Variable </a:t>
            </a:r>
            <a:r>
              <a:rPr lang="en-CA" b="1"/>
              <a:t>n</a:t>
            </a:r>
            <a:r>
              <a:rPr lang="en-CA"/>
              <a:t> is defined </a:t>
            </a:r>
            <a:r>
              <a:rPr lang="en-CA" b="1"/>
              <a:t>inside</a:t>
            </a:r>
            <a:r>
              <a:rPr lang="en-CA"/>
              <a:t> the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underline</a:t>
            </a:r>
            <a:r>
              <a:rPr lang="en-CA" b="1"/>
              <a:t> </a:t>
            </a:r>
            <a:r>
              <a:rPr lang="en-CA"/>
              <a:t>function.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8105EB-FE3C-B12F-0022-9339D106F9D0}"/>
              </a:ext>
            </a:extLst>
          </p:cNvPr>
          <p:cNvSpPr/>
          <p:nvPr/>
        </p:nvSpPr>
        <p:spPr>
          <a:xfrm>
            <a:off x="1330036" y="2611028"/>
            <a:ext cx="39693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C13062-A2A5-A802-D57B-116A15536C25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>
            <a:off x="5299364" y="2621970"/>
            <a:ext cx="995311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7C8AD1B-9A57-D84F-1DE8-0C55FF043D90}"/>
              </a:ext>
            </a:extLst>
          </p:cNvPr>
          <p:cNvSpPr txBox="1"/>
          <p:nvPr/>
        </p:nvSpPr>
        <p:spPr>
          <a:xfrm>
            <a:off x="7086310" y="3672118"/>
            <a:ext cx="24810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variable defined inside a function is called a </a:t>
            </a:r>
            <a:r>
              <a:rPr lang="en-CA" b="1"/>
              <a:t>local variable</a:t>
            </a:r>
            <a:r>
              <a:rPr lang="en-CA"/>
              <a:t>.</a:t>
            </a:r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E477E6-769A-913D-EDB5-8157E0FCB392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8173435" y="3222134"/>
            <a:ext cx="153387" cy="449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8612340-EC54-32F1-D45B-EA8A2BE316B4}"/>
              </a:ext>
            </a:extLst>
          </p:cNvPr>
          <p:cNvSpPr txBox="1"/>
          <p:nvPr/>
        </p:nvSpPr>
        <p:spPr>
          <a:xfrm>
            <a:off x="7086310" y="4986253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Local variables only exist inside the function they’re defined.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46F1CE-DBFB-28A5-46FA-8F8AC93B0D91}"/>
              </a:ext>
            </a:extLst>
          </p:cNvPr>
          <p:cNvCxnSpPr>
            <a:stCxn id="9" idx="0"/>
          </p:cNvCxnSpPr>
          <p:nvPr/>
        </p:nvCxnSpPr>
        <p:spPr>
          <a:xfrm flipV="1">
            <a:off x="8326822" y="4595448"/>
            <a:ext cx="0" cy="39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CB4EF3D-790C-C835-087D-CC0B3DBFC0BE}"/>
                  </a:ext>
                </a:extLst>
              </p14:cNvPr>
              <p14:cNvContentPartPr/>
              <p14:nvPr/>
            </p14:nvContentPartPr>
            <p14:xfrm>
              <a:off x="4049280" y="4124160"/>
              <a:ext cx="216000" cy="2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CB4EF3D-790C-C835-087D-CC0B3DBFC0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39920" y="4114800"/>
                <a:ext cx="23472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6231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603CF-0470-BBA5-BAD0-5B46C4B0A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5A1D7-AFD9-598B-1110-EF8F3DFA5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20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770E6-EA68-5D63-91CE-23982775952B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 ' + word)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print('-' * 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7D724B-FA0B-B17F-272A-DEFD28C78296}"/>
              </a:ext>
            </a:extLst>
          </p:cNvPr>
          <p:cNvSpPr txBox="1"/>
          <p:nvPr/>
        </p:nvSpPr>
        <p:spPr>
          <a:xfrm>
            <a:off x="9567334" y="2375748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>
                <a:latin typeface="Consolas" panose="020B0609020204030204" pitchFamily="49" charset="0"/>
              </a:rPr>
              <a:t>-------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670CCE9-9CD2-628F-341F-0956C7F95F8B}"/>
              </a:ext>
            </a:extLst>
          </p:cNvPr>
          <p:cNvSpPr/>
          <p:nvPr/>
        </p:nvSpPr>
        <p:spPr>
          <a:xfrm>
            <a:off x="10066867" y="15578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0BB543-B700-C0ED-B8D4-FDC43482995C}"/>
              </a:ext>
            </a:extLst>
          </p:cNvPr>
          <p:cNvSpPr txBox="1"/>
          <p:nvPr/>
        </p:nvSpPr>
        <p:spPr>
          <a:xfrm>
            <a:off x="8612717" y="981054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>
                <a:latin typeface="Consolas" panose="020B0609020204030204" pitchFamily="49" charset="0"/>
              </a:rPr>
              <a:t>underline('Hello')</a:t>
            </a:r>
            <a:endParaRPr lang="en-AU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EC6605-B564-0F2F-C861-176BCEC76495}"/>
              </a:ext>
            </a:extLst>
          </p:cNvPr>
          <p:cNvSpPr txBox="1"/>
          <p:nvPr/>
        </p:nvSpPr>
        <p:spPr>
          <a:xfrm>
            <a:off x="6294675" y="2021805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Variable </a:t>
            </a:r>
            <a:r>
              <a:rPr lang="en-CA" b="1"/>
              <a:t>n</a:t>
            </a:r>
            <a:r>
              <a:rPr lang="en-CA"/>
              <a:t> is defined </a:t>
            </a:r>
            <a:r>
              <a:rPr lang="en-CA" b="1"/>
              <a:t>inside</a:t>
            </a:r>
            <a:r>
              <a:rPr lang="en-CA"/>
              <a:t> the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underline</a:t>
            </a:r>
            <a:r>
              <a:rPr lang="en-CA" b="1"/>
              <a:t> </a:t>
            </a:r>
            <a:r>
              <a:rPr lang="en-CA"/>
              <a:t>function.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96DB2B-7481-7AF2-EE93-9E47B948137D}"/>
              </a:ext>
            </a:extLst>
          </p:cNvPr>
          <p:cNvSpPr/>
          <p:nvPr/>
        </p:nvSpPr>
        <p:spPr>
          <a:xfrm>
            <a:off x="1330036" y="2611028"/>
            <a:ext cx="39693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446641-1A4B-A517-5E5E-ACC498437250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>
            <a:off x="5299364" y="2621970"/>
            <a:ext cx="995311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397F3E-9D8B-6360-0536-0847DB4F3DB8}"/>
              </a:ext>
            </a:extLst>
          </p:cNvPr>
          <p:cNvSpPr txBox="1"/>
          <p:nvPr/>
        </p:nvSpPr>
        <p:spPr>
          <a:xfrm>
            <a:off x="7086310" y="3672118"/>
            <a:ext cx="24810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variable defined inside a function is called a </a:t>
            </a:r>
            <a:r>
              <a:rPr lang="en-CA" b="1"/>
              <a:t>local variable</a:t>
            </a:r>
            <a:r>
              <a:rPr lang="en-CA"/>
              <a:t>.</a:t>
            </a:r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F9DCB1-2758-BFFA-03A6-5DD6140AA478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8173435" y="3222134"/>
            <a:ext cx="153387" cy="449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9EEE5A-E8FD-4D6C-2956-FB252F17CEFB}"/>
              </a:ext>
            </a:extLst>
          </p:cNvPr>
          <p:cNvSpPr txBox="1"/>
          <p:nvPr/>
        </p:nvSpPr>
        <p:spPr>
          <a:xfrm>
            <a:off x="7086310" y="4986253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Local variables only exist inside the function they’re defined.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33E5AB-F9A1-2536-EAA5-4B3B5E78ECA8}"/>
              </a:ext>
            </a:extLst>
          </p:cNvPr>
          <p:cNvCxnSpPr>
            <a:stCxn id="9" idx="0"/>
          </p:cNvCxnSpPr>
          <p:nvPr/>
        </p:nvCxnSpPr>
        <p:spPr>
          <a:xfrm flipV="1">
            <a:off x="8326822" y="4595448"/>
            <a:ext cx="0" cy="39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3D51CF4-A852-F03C-B5F5-13DC61147F83}"/>
              </a:ext>
            </a:extLst>
          </p:cNvPr>
          <p:cNvSpPr txBox="1"/>
          <p:nvPr/>
        </p:nvSpPr>
        <p:spPr>
          <a:xfrm>
            <a:off x="3384801" y="4984099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We say that the </a:t>
            </a:r>
            <a:r>
              <a:rPr lang="en-CA" b="1"/>
              <a:t>scope</a:t>
            </a:r>
            <a:r>
              <a:rPr lang="en-CA"/>
              <a:t> of a local variable is the function it’s defined in.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0326B1-5391-D477-8E50-31F42067D2DA}"/>
              </a:ext>
            </a:extLst>
          </p:cNvPr>
          <p:cNvCxnSpPr>
            <a:stCxn id="12" idx="3"/>
          </p:cNvCxnSpPr>
          <p:nvPr/>
        </p:nvCxnSpPr>
        <p:spPr>
          <a:xfrm>
            <a:off x="5865825" y="5584264"/>
            <a:ext cx="1220485" cy="2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B2B3945-84E3-4E41-3541-D3F1BDA21295}"/>
                  </a:ext>
                </a:extLst>
              </p14:cNvPr>
              <p14:cNvContentPartPr/>
              <p14:nvPr/>
            </p14:nvContentPartPr>
            <p14:xfrm>
              <a:off x="1116360" y="2706480"/>
              <a:ext cx="297720" cy="1449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B2B3945-84E3-4E41-3541-D3F1BDA212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7000" y="2697120"/>
                <a:ext cx="316440" cy="146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797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BB33-1B14-1CC5-99E4-8A0D0609A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57A21-E604-E29F-19A0-FCA69CB4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42C90-4079-CC54-4105-863C63F52FDC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underline(word):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(word) + 2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 ' + word)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print('-' * 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1A99F2-1753-BB9C-F742-F1F4F75D66A7}"/>
              </a:ext>
            </a:extLst>
          </p:cNvPr>
          <p:cNvSpPr txBox="1"/>
          <p:nvPr/>
        </p:nvSpPr>
        <p:spPr>
          <a:xfrm>
            <a:off x="6294675" y="2021805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Variable </a:t>
            </a:r>
            <a:r>
              <a:rPr lang="en-CA" b="1"/>
              <a:t>n</a:t>
            </a:r>
            <a:r>
              <a:rPr lang="en-CA"/>
              <a:t> is defined </a:t>
            </a:r>
            <a:r>
              <a:rPr lang="en-CA" b="1"/>
              <a:t>inside</a:t>
            </a:r>
            <a:r>
              <a:rPr lang="en-CA"/>
              <a:t> the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underline</a:t>
            </a:r>
            <a:r>
              <a:rPr lang="en-CA" b="1"/>
              <a:t> </a:t>
            </a:r>
            <a:r>
              <a:rPr lang="en-CA"/>
              <a:t>function.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CD6062-5528-ADAA-2D04-41E15D3DF08E}"/>
              </a:ext>
            </a:extLst>
          </p:cNvPr>
          <p:cNvSpPr/>
          <p:nvPr/>
        </p:nvSpPr>
        <p:spPr>
          <a:xfrm>
            <a:off x="1330036" y="2611028"/>
            <a:ext cx="39693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DA23F2-2D61-3461-F96B-1014E953C04C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>
            <a:off x="5299364" y="2621970"/>
            <a:ext cx="995311" cy="215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DE4DFA4-B607-F89D-0EA9-4DF2F98CA9BA}"/>
              </a:ext>
            </a:extLst>
          </p:cNvPr>
          <p:cNvSpPr txBox="1"/>
          <p:nvPr/>
        </p:nvSpPr>
        <p:spPr>
          <a:xfrm>
            <a:off x="7086310" y="3672118"/>
            <a:ext cx="24810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variable defined inside a function is called a </a:t>
            </a:r>
            <a:r>
              <a:rPr lang="en-CA" b="1"/>
              <a:t>local variable</a:t>
            </a:r>
            <a:r>
              <a:rPr lang="en-CA"/>
              <a:t>.</a:t>
            </a:r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E27E6D-AD0C-0376-1FF8-76E6FDE18A54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8173435" y="3222134"/>
            <a:ext cx="153387" cy="449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2DF1BC6-3CDD-8707-EC5B-8EC1BF0B6391}"/>
              </a:ext>
            </a:extLst>
          </p:cNvPr>
          <p:cNvSpPr txBox="1"/>
          <p:nvPr/>
        </p:nvSpPr>
        <p:spPr>
          <a:xfrm>
            <a:off x="7086310" y="4986253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Local variables only exist inside the function they’re defined.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6FECE0-EA1A-BAE5-9B1C-7C7F39018EBE}"/>
              </a:ext>
            </a:extLst>
          </p:cNvPr>
          <p:cNvCxnSpPr>
            <a:stCxn id="9" idx="0"/>
          </p:cNvCxnSpPr>
          <p:nvPr/>
        </p:nvCxnSpPr>
        <p:spPr>
          <a:xfrm flipV="1">
            <a:off x="8326822" y="4595448"/>
            <a:ext cx="0" cy="39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A23E00B-4509-4D68-BB0E-C30B7FF28FF1}"/>
              </a:ext>
            </a:extLst>
          </p:cNvPr>
          <p:cNvSpPr txBox="1"/>
          <p:nvPr/>
        </p:nvSpPr>
        <p:spPr>
          <a:xfrm>
            <a:off x="3384801" y="4984099"/>
            <a:ext cx="248102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We say that the </a:t>
            </a:r>
            <a:r>
              <a:rPr lang="en-CA" b="1"/>
              <a:t>scope</a:t>
            </a:r>
            <a:r>
              <a:rPr lang="en-CA"/>
              <a:t> of a local variable is the function it’s defined in.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09939E-3508-5AA2-CBA7-A01AFC2474E3}"/>
              </a:ext>
            </a:extLst>
          </p:cNvPr>
          <p:cNvCxnSpPr>
            <a:stCxn id="12" idx="3"/>
          </p:cNvCxnSpPr>
          <p:nvPr/>
        </p:nvCxnSpPr>
        <p:spPr>
          <a:xfrm>
            <a:off x="5865825" y="5584264"/>
            <a:ext cx="1220485" cy="2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6D76978-87C6-3844-EC6D-1F5D37D6BB8F}"/>
              </a:ext>
            </a:extLst>
          </p:cNvPr>
          <p:cNvSpPr txBox="1"/>
          <p:nvPr/>
        </p:nvSpPr>
        <p:spPr>
          <a:xfrm>
            <a:off x="9176202" y="2464639"/>
            <a:ext cx="2243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err="1">
                <a:solidFill>
                  <a:srgbClr val="FF0000"/>
                </a:solidFill>
                <a:latin typeface="Consolas" panose="020B0609020204030204" pitchFamily="49" charset="0"/>
              </a:rPr>
              <a:t>NameError</a:t>
            </a:r>
            <a:r>
              <a:rPr lang="en-AU">
                <a:solidFill>
                  <a:srgbClr val="FF0000"/>
                </a:solidFill>
                <a:latin typeface="Consolas" panose="020B0609020204030204" pitchFamily="49" charset="0"/>
              </a:rPr>
              <a:t>: </a:t>
            </a:r>
            <a:br>
              <a:rPr lang="en-AU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AU">
                <a:solidFill>
                  <a:srgbClr val="FF0000"/>
                </a:solidFill>
                <a:latin typeface="Consolas" panose="020B0609020204030204" pitchFamily="49" charset="0"/>
              </a:rPr>
              <a:t>n is not defined</a:t>
            </a:r>
          </a:p>
        </p:txBody>
      </p:sp>
      <p:sp>
        <p:nvSpPr>
          <p:cNvPr id="17" name="Arrow: Down 12">
            <a:extLst>
              <a:ext uri="{FF2B5EF4-FFF2-40B4-BE49-F238E27FC236}">
                <a16:creationId xmlns:a16="http://schemas.microsoft.com/office/drawing/2014/main" id="{94F812CC-51A9-42BB-7F5F-D84003154A79}"/>
              </a:ext>
            </a:extLst>
          </p:cNvPr>
          <p:cNvSpPr/>
          <p:nvPr/>
        </p:nvSpPr>
        <p:spPr>
          <a:xfrm>
            <a:off x="10041142" y="1786467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778CFF-73F2-588D-45A8-1B75C430F6CC}"/>
              </a:ext>
            </a:extLst>
          </p:cNvPr>
          <p:cNvSpPr txBox="1"/>
          <p:nvPr/>
        </p:nvSpPr>
        <p:spPr>
          <a:xfrm>
            <a:off x="8612717" y="981054"/>
            <a:ext cx="3314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underline('Hello')</a:t>
            </a:r>
            <a:br>
              <a:rPr lang="en-US" sz="2000">
                <a:latin typeface="Consolas" panose="020B0609020204030204" pitchFamily="49" charset="0"/>
              </a:rPr>
            </a:br>
            <a:r>
              <a:rPr lang="en-US" sz="2000">
                <a:latin typeface="Consolas" panose="020B0609020204030204" pitchFamily="49" charset="0"/>
              </a:rPr>
              <a:t>print(</a:t>
            </a:r>
            <a:r>
              <a:rPr lang="en-US" sz="2000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sz="2000">
                <a:latin typeface="Consolas" panose="020B0609020204030204" pitchFamily="49" charset="0"/>
              </a:rPr>
              <a:t>)</a:t>
            </a:r>
            <a:endParaRPr lang="en-AU" sz="20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C07CB9B-B47A-02A0-1D75-0A47F96213EE}"/>
                  </a:ext>
                </a:extLst>
              </p14:cNvPr>
              <p14:cNvContentPartPr/>
              <p14:nvPr/>
            </p14:nvContentPartPr>
            <p14:xfrm>
              <a:off x="1466280" y="1041480"/>
              <a:ext cx="8185320" cy="2018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C07CB9B-B47A-02A0-1D75-0A47F96213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6920" y="1032120"/>
                <a:ext cx="8204040" cy="203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8968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332B-77C8-9C8B-DD81-B220A2C1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3EE95-9B00-C874-D05A-B9C7E90DF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22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F9965-6A34-72C4-FE7B-49BA4630C2F1}"/>
              </a:ext>
            </a:extLst>
          </p:cNvPr>
          <p:cNvSpPr txBox="1"/>
          <p:nvPr/>
        </p:nvSpPr>
        <p:spPr>
          <a:xfrm>
            <a:off x="435810" y="2089204"/>
            <a:ext cx="743373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underline(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>
                <a:latin typeface="Consolas" panose="020B0609020204030204" pitchFamily="49" charset="0"/>
              </a:rPr>
              <a:t>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>
                <a:latin typeface="Consolas" panose="020B0609020204030204" pitchFamily="49" charset="0"/>
              </a:rPr>
              <a:t>) + 2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 ' +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>
                <a:latin typeface="Consolas" panose="020B0609020204030204" pitchFamily="49" charset="0"/>
              </a:rPr>
              <a:t>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print('-' * 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B63304-09AB-7EDF-7DFE-6FDD5A569A18}"/>
              </a:ext>
            </a:extLst>
          </p:cNvPr>
          <p:cNvSpPr txBox="1"/>
          <p:nvPr/>
        </p:nvSpPr>
        <p:spPr>
          <a:xfrm>
            <a:off x="2761766" y="323190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Parameters of a function are treated like local variables.</a:t>
            </a:r>
            <a:endParaRPr lang="en-AU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CFA78FB-2743-24F1-6227-E939BF29E756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682470" y="1523519"/>
            <a:ext cx="266075" cy="710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AE23573-7525-28ED-0E2D-D2EEE3F60AA3}"/>
              </a:ext>
            </a:extLst>
          </p:cNvPr>
          <p:cNvSpPr txBox="1"/>
          <p:nvPr/>
        </p:nvSpPr>
        <p:spPr>
          <a:xfrm>
            <a:off x="8777012" y="193020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underline('Hello')</a:t>
            </a:r>
            <a:endParaRPr lang="en-AU" sz="2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810027-EFBA-E0B9-38D0-90E166F9AE63}"/>
              </a:ext>
            </a:extLst>
          </p:cNvPr>
          <p:cNvSpPr txBox="1"/>
          <p:nvPr/>
        </p:nvSpPr>
        <p:spPr>
          <a:xfrm>
            <a:off x="9731629" y="1587714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>
                <a:latin typeface="Consolas" panose="020B0609020204030204" pitchFamily="49" charset="0"/>
              </a:rPr>
              <a:t>-------</a:t>
            </a:r>
          </a:p>
        </p:txBody>
      </p:sp>
      <p:sp>
        <p:nvSpPr>
          <p:cNvPr id="21" name="Arrow: Down 12">
            <a:extLst>
              <a:ext uri="{FF2B5EF4-FFF2-40B4-BE49-F238E27FC236}">
                <a16:creationId xmlns:a16="http://schemas.microsoft.com/office/drawing/2014/main" id="{D5698D8F-E27E-31EA-C37D-5367C367C304}"/>
              </a:ext>
            </a:extLst>
          </p:cNvPr>
          <p:cNvSpPr/>
          <p:nvPr/>
        </p:nvSpPr>
        <p:spPr>
          <a:xfrm>
            <a:off x="10231162" y="769833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6179C37-6CCD-D4C6-08D1-D9CEFCF03F5E}"/>
                  </a:ext>
                </a:extLst>
              </p14:cNvPr>
              <p14:cNvContentPartPr/>
              <p14:nvPr/>
            </p14:nvContentPartPr>
            <p14:xfrm>
              <a:off x="854280" y="2588760"/>
              <a:ext cx="3506400" cy="159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6179C37-6CCD-D4C6-08D1-D9CEFCF03F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4920" y="2579400"/>
                <a:ext cx="3525120" cy="17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8936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562F9-61D3-222B-56FB-11AD5383D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920E3-3BF7-6B38-7747-E35A3CD11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23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BD96D3-6CBF-866F-BA2C-D0A5CF16406E}"/>
              </a:ext>
            </a:extLst>
          </p:cNvPr>
          <p:cNvSpPr txBox="1"/>
          <p:nvPr/>
        </p:nvSpPr>
        <p:spPr>
          <a:xfrm>
            <a:off x="435811" y="2089204"/>
            <a:ext cx="509454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def underline(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>
                <a:latin typeface="Consolas" panose="020B0609020204030204" pitchFamily="49" charset="0"/>
              </a:rPr>
              <a:t>):</a:t>
            </a:r>
          </a:p>
          <a:p>
            <a:r>
              <a:rPr lang="en-US" sz="3200">
                <a:latin typeface="Consolas" panose="020B0609020204030204" pitchFamily="49" charset="0"/>
              </a:rPr>
              <a:t>    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>
                <a:latin typeface="Consolas" panose="020B0609020204030204" pitchFamily="49" charset="0"/>
              </a:rPr>
              <a:t>) + 2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 ' +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word</a:t>
            </a:r>
            <a:r>
              <a:rPr lang="en-US" sz="3200">
                <a:latin typeface="Consolas" panose="020B0609020204030204" pitchFamily="49" charset="0"/>
              </a:rPr>
              <a:t>)</a:t>
            </a:r>
          </a:p>
          <a:p>
            <a:r>
              <a:rPr lang="en-US" sz="3200">
                <a:latin typeface="Consolas" panose="020B0609020204030204" pitchFamily="49" charset="0"/>
              </a:rPr>
              <a:t>    print('-' * 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411A6B-FC07-B8E4-872C-E5405CE951E1}"/>
              </a:ext>
            </a:extLst>
          </p:cNvPr>
          <p:cNvSpPr txBox="1"/>
          <p:nvPr/>
        </p:nvSpPr>
        <p:spPr>
          <a:xfrm>
            <a:off x="2761766" y="323190"/>
            <a:ext cx="18414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Parameters of a function are treated like local variables.</a:t>
            </a:r>
            <a:endParaRPr lang="en-AU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8BDD8C-6A61-50DC-5624-D7E6324DC614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682470" y="1523519"/>
            <a:ext cx="266075" cy="710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83B70D-016B-FAC8-28B6-866D5EAD583E}"/>
              </a:ext>
            </a:extLst>
          </p:cNvPr>
          <p:cNvSpPr txBox="1"/>
          <p:nvPr/>
        </p:nvSpPr>
        <p:spPr>
          <a:xfrm>
            <a:off x="8777012" y="193020"/>
            <a:ext cx="3314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underline('Hello')</a:t>
            </a:r>
            <a:endParaRPr lang="en-AU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E241F-D30D-47CE-F962-F877AA970EC4}"/>
              </a:ext>
            </a:extLst>
          </p:cNvPr>
          <p:cNvSpPr txBox="1"/>
          <p:nvPr/>
        </p:nvSpPr>
        <p:spPr>
          <a:xfrm>
            <a:off x="6116682" y="293089"/>
            <a:ext cx="184140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When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underline</a:t>
            </a:r>
            <a:r>
              <a:rPr lang="en-CA"/>
              <a:t> is called, </a:t>
            </a:r>
            <a:r>
              <a:rPr lang="en-CA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word</a:t>
            </a:r>
            <a:r>
              <a:rPr lang="en-CA"/>
              <a:t> is replaced by </a:t>
            </a:r>
            <a:r>
              <a:rPr lang="en-CA">
                <a:solidFill>
                  <a:srgbClr val="FF0000"/>
                </a:solidFill>
              </a:rPr>
              <a:t>'Hello'</a:t>
            </a:r>
            <a:r>
              <a:rPr lang="en-CA"/>
              <a:t> …</a:t>
            </a:r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0F334-0987-C109-216A-633444BC2B53}"/>
              </a:ext>
            </a:extLst>
          </p:cNvPr>
          <p:cNvSpPr/>
          <p:nvPr/>
        </p:nvSpPr>
        <p:spPr>
          <a:xfrm>
            <a:off x="1330036" y="2611027"/>
            <a:ext cx="3969328" cy="154027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Arrow: Down 12">
            <a:extLst>
              <a:ext uri="{FF2B5EF4-FFF2-40B4-BE49-F238E27FC236}">
                <a16:creationId xmlns:a16="http://schemas.microsoft.com/office/drawing/2014/main" id="{2FCB6A41-E6F8-6608-30C2-5568B8799464}"/>
              </a:ext>
            </a:extLst>
          </p:cNvPr>
          <p:cNvSpPr/>
          <p:nvPr/>
        </p:nvSpPr>
        <p:spPr>
          <a:xfrm rot="16200000">
            <a:off x="5882022" y="3029798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26028-2AC8-A022-A0DF-148EE9C7FED7}"/>
              </a:ext>
            </a:extLst>
          </p:cNvPr>
          <p:cNvSpPr txBox="1"/>
          <p:nvPr/>
        </p:nvSpPr>
        <p:spPr>
          <a:xfrm>
            <a:off x="6789191" y="2596335"/>
            <a:ext cx="50945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n = </a:t>
            </a:r>
            <a:r>
              <a:rPr lang="en-US" sz="3200" err="1">
                <a:latin typeface="Consolas" panose="020B0609020204030204" pitchFamily="49" charset="0"/>
              </a:rPr>
              <a:t>len</a:t>
            </a:r>
            <a:r>
              <a:rPr lang="en-US" sz="3200">
                <a:latin typeface="Consolas" panose="020B0609020204030204" pitchFamily="49" charset="0"/>
              </a:rPr>
              <a:t>(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r>
              <a:rPr lang="en-US" sz="3200">
                <a:latin typeface="Consolas" panose="020B0609020204030204" pitchFamily="49" charset="0"/>
              </a:rPr>
              <a:t>) + 2</a:t>
            </a:r>
          </a:p>
          <a:p>
            <a:r>
              <a:rPr lang="en-US" sz="3200">
                <a:latin typeface="Consolas" panose="020B0609020204030204" pitchFamily="49" charset="0"/>
              </a:rPr>
              <a:t>print(' ' +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'Hello'</a:t>
            </a:r>
            <a:r>
              <a:rPr lang="en-US" sz="3200">
                <a:latin typeface="Consolas" panose="020B0609020204030204" pitchFamily="49" charset="0"/>
              </a:rPr>
              <a:t>)</a:t>
            </a:r>
          </a:p>
          <a:p>
            <a:r>
              <a:rPr lang="en-US" sz="3200">
                <a:latin typeface="Consolas" panose="020B0609020204030204" pitchFamily="49" charset="0"/>
              </a:rPr>
              <a:t>print('-' * n)</a:t>
            </a:r>
            <a:endParaRPr lang="en-AU" sz="320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A1675-9665-0948-B153-74ABFCE8B631}"/>
              </a:ext>
            </a:extLst>
          </p:cNvPr>
          <p:cNvSpPr txBox="1"/>
          <p:nvPr/>
        </p:nvSpPr>
        <p:spPr>
          <a:xfrm>
            <a:off x="9731629" y="1587714"/>
            <a:ext cx="1405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>
                <a:latin typeface="Consolas" panose="020B0609020204030204" pitchFamily="49" charset="0"/>
              </a:rPr>
              <a:t>Hello</a:t>
            </a:r>
          </a:p>
          <a:p>
            <a:pPr algn="ctr"/>
            <a:r>
              <a:rPr lang="en-AU">
                <a:latin typeface="Consolas" panose="020B0609020204030204" pitchFamily="49" charset="0"/>
              </a:rPr>
              <a:t>-----</a:t>
            </a:r>
          </a:p>
        </p:txBody>
      </p:sp>
      <p:sp>
        <p:nvSpPr>
          <p:cNvPr id="11" name="Arrow: Down 12">
            <a:extLst>
              <a:ext uri="{FF2B5EF4-FFF2-40B4-BE49-F238E27FC236}">
                <a16:creationId xmlns:a16="http://schemas.microsoft.com/office/drawing/2014/main" id="{085FF303-7B5D-129D-4FEB-053308B31573}"/>
              </a:ext>
            </a:extLst>
          </p:cNvPr>
          <p:cNvSpPr/>
          <p:nvPr/>
        </p:nvSpPr>
        <p:spPr>
          <a:xfrm>
            <a:off x="10231162" y="769833"/>
            <a:ext cx="279400" cy="7027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578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B846C-0C7C-3E51-2BFB-B21E9EFA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3BB6C-C63F-23BA-B12F-ABF7F2A41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To understand functions it helps to look at more examples … (see notes)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0B0AC-DBFB-BD5B-69A9-7D44EC2E0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2128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01B13-8107-F430-22C6-5E0F82F9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3A32D-63F8-93DE-FCDE-F8E94F38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Repeat Code with for-loop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4037D-F5DF-1052-636E-EFB345859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In Python, a </a:t>
            </a:r>
            <a:r>
              <a:rPr lang="en-US" b="1"/>
              <a:t>for-loop</a:t>
            </a:r>
            <a:r>
              <a:rPr lang="en-US"/>
              <a:t> is a common way to repeat code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C583F-52EE-32E5-B68E-810FC4B0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737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145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9229700" y="840719"/>
            <a:ext cx="263899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works, but if you want to print out 1000 numbers it will get tedious!</a:t>
            </a:r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80D4C9-59BD-266A-9D83-7F3F61AC1A66}"/>
              </a:ext>
            </a:extLst>
          </p:cNvPr>
          <p:cNvSpPr txBox="1"/>
          <p:nvPr/>
        </p:nvSpPr>
        <p:spPr>
          <a:xfrm>
            <a:off x="9886962" y="2231313"/>
            <a:ext cx="21305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print(0)</a:t>
            </a:r>
          </a:p>
          <a:p>
            <a:r>
              <a:rPr lang="en-CA" sz="2800">
                <a:latin typeface="Consolas" panose="020B0609020204030204" pitchFamily="49" charset="0"/>
              </a:rPr>
              <a:t>print(1)</a:t>
            </a:r>
          </a:p>
          <a:p>
            <a:r>
              <a:rPr lang="en-CA" sz="2800">
                <a:latin typeface="Consolas" panose="020B0609020204030204" pitchFamily="49" charset="0"/>
              </a:rPr>
              <a:t>print(2)</a:t>
            </a:r>
          </a:p>
          <a:p>
            <a:r>
              <a:rPr lang="en-CA" sz="2800">
                <a:latin typeface="Consolas" panose="020B0609020204030204" pitchFamily="49" charset="0"/>
              </a:rPr>
              <a:t>print(3)</a:t>
            </a:r>
          </a:p>
        </p:txBody>
      </p:sp>
    </p:spTree>
    <p:extLst>
      <p:ext uri="{BB962C8B-B14F-4D97-AF65-F5344CB8AC3E}">
        <p14:creationId xmlns:p14="http://schemas.microsoft.com/office/powerpoint/2010/main" val="1630335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4757541" y="1358972"/>
            <a:ext cx="191579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prints 0 to 3 using a </a:t>
            </a:r>
            <a:r>
              <a:rPr lang="en-CA" b="1"/>
              <a:t>for-loop</a:t>
            </a:r>
            <a:r>
              <a:rPr lang="en-CA"/>
              <a:t>.</a:t>
            </a:r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F3513E-D4A1-7E73-E0BA-54C8E839069C}"/>
              </a:ext>
            </a:extLst>
          </p:cNvPr>
          <p:cNvSpPr txBox="1"/>
          <p:nvPr/>
        </p:nvSpPr>
        <p:spPr>
          <a:xfrm>
            <a:off x="9886962" y="2231313"/>
            <a:ext cx="21305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print(0)</a:t>
            </a:r>
          </a:p>
          <a:p>
            <a:r>
              <a:rPr lang="en-CA" sz="2800">
                <a:latin typeface="Consolas" panose="020B0609020204030204" pitchFamily="49" charset="0"/>
              </a:rPr>
              <a:t>print(1)</a:t>
            </a:r>
          </a:p>
          <a:p>
            <a:r>
              <a:rPr lang="en-CA" sz="2800">
                <a:latin typeface="Consolas" panose="020B0609020204030204" pitchFamily="49" charset="0"/>
              </a:rPr>
              <a:t>print(2)</a:t>
            </a:r>
          </a:p>
          <a:p>
            <a:r>
              <a:rPr lang="en-CA" sz="2800">
                <a:latin typeface="Consolas" panose="020B0609020204030204" pitchFamily="49" charset="0"/>
              </a:rPr>
              <a:t>print(3)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60CC1F-9B94-4C92-FB72-BCB805506F75}"/>
              </a:ext>
            </a:extLst>
          </p:cNvPr>
          <p:cNvSpPr txBox="1"/>
          <p:nvPr/>
        </p:nvSpPr>
        <p:spPr>
          <a:xfrm>
            <a:off x="4004515" y="2291623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912A51-E484-A98D-2938-5F434E0DA2DA}"/>
              </a:ext>
            </a:extLst>
          </p:cNvPr>
          <p:cNvSpPr txBox="1"/>
          <p:nvPr/>
        </p:nvSpPr>
        <p:spPr>
          <a:xfrm>
            <a:off x="8159431" y="1586029"/>
            <a:ext cx="130666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Prints the same thing</a:t>
            </a:r>
            <a:endParaRPr lang="en-AU"/>
          </a:p>
        </p:txBody>
      </p:sp>
      <p:sp>
        <p:nvSpPr>
          <p:cNvPr id="11" name="Arrow: Left-Right 2">
            <a:extLst>
              <a:ext uri="{FF2B5EF4-FFF2-40B4-BE49-F238E27FC236}">
                <a16:creationId xmlns:a16="http://schemas.microsoft.com/office/drawing/2014/main" id="{5240C71D-8502-B7AD-ADDD-A1826C62E023}"/>
              </a:ext>
            </a:extLst>
          </p:cNvPr>
          <p:cNvSpPr/>
          <p:nvPr/>
        </p:nvSpPr>
        <p:spPr>
          <a:xfrm>
            <a:off x="8225691" y="2530994"/>
            <a:ext cx="1240404" cy="63610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47A5D44-A0D1-C696-4102-EB248C628E79}"/>
                  </a:ext>
                </a:extLst>
              </p14:cNvPr>
              <p14:cNvContentPartPr/>
              <p14:nvPr/>
            </p14:nvContentPartPr>
            <p14:xfrm>
              <a:off x="3949560" y="2082960"/>
              <a:ext cx="4039200" cy="1232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47A5D44-A0D1-C696-4102-EB248C628E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40200" y="2073600"/>
                <a:ext cx="4057920" cy="125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8521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F6DD-B698-7D3D-25A7-C55C016FF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7EDB5-EEB4-52AA-9A09-F4CACFB7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01046-6836-1E8F-43EA-D23025A6617B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68442-84CF-899E-DA6D-280115C6C363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AC5E4C-E5DA-8FA1-7AEC-D7D1B9BDC87A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FECBE9-79CD-6B69-25BF-5C69195E27E5}"/>
              </a:ext>
            </a:extLst>
          </p:cNvPr>
          <p:cNvSpPr txBox="1"/>
          <p:nvPr/>
        </p:nvSpPr>
        <p:spPr>
          <a:xfrm>
            <a:off x="4757541" y="1358972"/>
            <a:ext cx="191579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prints 0 to 3 using a </a:t>
            </a:r>
            <a:r>
              <a:rPr lang="en-CA" b="1"/>
              <a:t>for-loop</a:t>
            </a:r>
            <a:r>
              <a:rPr lang="en-CA"/>
              <a:t>.</a:t>
            </a:r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851EA6-5C2B-4C2F-8A6B-562D55482E16}"/>
              </a:ext>
            </a:extLst>
          </p:cNvPr>
          <p:cNvSpPr txBox="1"/>
          <p:nvPr/>
        </p:nvSpPr>
        <p:spPr>
          <a:xfrm>
            <a:off x="9886962" y="2231313"/>
            <a:ext cx="21305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print(0)</a:t>
            </a:r>
          </a:p>
          <a:p>
            <a:r>
              <a:rPr lang="en-CA" sz="2800">
                <a:latin typeface="Consolas" panose="020B0609020204030204" pitchFamily="49" charset="0"/>
              </a:rPr>
              <a:t>print(1)</a:t>
            </a:r>
          </a:p>
          <a:p>
            <a:r>
              <a:rPr lang="en-CA" sz="2800">
                <a:latin typeface="Consolas" panose="020B0609020204030204" pitchFamily="49" charset="0"/>
              </a:rPr>
              <a:t>print(2)</a:t>
            </a:r>
          </a:p>
          <a:p>
            <a:r>
              <a:rPr lang="en-CA" sz="2800">
                <a:latin typeface="Consolas" panose="020B0609020204030204" pitchFamily="49" charset="0"/>
              </a:rPr>
              <a:t>print(3)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C4462-8A8D-43E4-461F-6A6CA1B21DAD}"/>
              </a:ext>
            </a:extLst>
          </p:cNvPr>
          <p:cNvSpPr txBox="1"/>
          <p:nvPr/>
        </p:nvSpPr>
        <p:spPr>
          <a:xfrm>
            <a:off x="4004515" y="2291623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7234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4707285" y="1057920"/>
            <a:ext cx="190406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br>
              <a:rPr lang="en-CA"/>
            </a:br>
            <a:r>
              <a:rPr lang="en-CA"/>
              <a:t>for-loop</a:t>
            </a:r>
            <a:r>
              <a:rPr lang="en-CA" b="1"/>
              <a:t> header</a:t>
            </a:r>
            <a:r>
              <a:rPr lang="en-CA"/>
              <a:t>.</a:t>
            </a:r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345346-B6E4-646B-4FC5-34E4D72BDD21}"/>
              </a:ext>
            </a:extLst>
          </p:cNvPr>
          <p:cNvSpPr txBox="1"/>
          <p:nvPr/>
        </p:nvSpPr>
        <p:spPr>
          <a:xfrm>
            <a:off x="8806043" y="3848490"/>
            <a:ext cx="190406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br>
              <a:rPr lang="en-CA"/>
            </a:br>
            <a:r>
              <a:rPr lang="en-CA"/>
              <a:t>for-loop</a:t>
            </a:r>
            <a:r>
              <a:rPr lang="en-CA" b="1"/>
              <a:t> body</a:t>
            </a:r>
            <a:r>
              <a:rPr lang="en-CA"/>
              <a:t>.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36547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stCxn id="9" idx="2"/>
          </p:cNvCxnSpPr>
          <p:nvPr/>
        </p:nvCxnSpPr>
        <p:spPr>
          <a:xfrm>
            <a:off x="5659319" y="1704251"/>
            <a:ext cx="274121" cy="734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B76DF-18A0-D9DA-6A8E-5BD4183230D0}"/>
              </a:ext>
            </a:extLst>
          </p:cNvPr>
          <p:cNvSpPr/>
          <p:nvPr/>
        </p:nvSpPr>
        <p:spPr>
          <a:xfrm>
            <a:off x="5347031" y="2999254"/>
            <a:ext cx="3654728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DD2A7F-78C1-0D4B-FB02-FE853711252D}"/>
              </a:ext>
            </a:extLst>
          </p:cNvPr>
          <p:cNvCxnSpPr/>
          <p:nvPr/>
        </p:nvCxnSpPr>
        <p:spPr>
          <a:xfrm flipH="1" flipV="1">
            <a:off x="8405446" y="3452024"/>
            <a:ext cx="400597" cy="396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038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for-loop always starts with the keyword </a:t>
            </a:r>
            <a:r>
              <a:rPr lang="en-CA" b="1"/>
              <a:t>for</a:t>
            </a:r>
            <a:endParaRPr lang="en-AU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177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58CB93-4F46-67C4-89C8-4FD2C1795D33}"/>
              </a:ext>
            </a:extLst>
          </p:cNvPr>
          <p:cNvSpPr/>
          <p:nvPr/>
        </p:nvSpPr>
        <p:spPr>
          <a:xfrm>
            <a:off x="6167649" y="2500020"/>
            <a:ext cx="28590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7BED1-97DD-C3D4-FB79-25BF6B1D70DB}"/>
              </a:ext>
            </a:extLst>
          </p:cNvPr>
          <p:cNvSpPr txBox="1"/>
          <p:nvPr/>
        </p:nvSpPr>
        <p:spPr>
          <a:xfrm>
            <a:off x="3944351" y="90663"/>
            <a:ext cx="2509203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loop variable</a:t>
            </a:r>
            <a:r>
              <a:rPr lang="en-CA"/>
              <a:t>. It can be any variable name you like. </a:t>
            </a:r>
            <a:r>
              <a:rPr lang="en-CA" b="1" err="1"/>
              <a:t>i</a:t>
            </a:r>
            <a:r>
              <a:rPr lang="en-CA"/>
              <a:t> is the traditional variable, short for “index”.</a:t>
            </a:r>
            <a:endParaRPr lang="en-AU" b="1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E92C3-9A77-01FE-EAB1-28C016AC9B9E}"/>
              </a:ext>
            </a:extLst>
          </p:cNvPr>
          <p:cNvCxnSpPr/>
          <p:nvPr/>
        </p:nvCxnSpPr>
        <p:spPr>
          <a:xfrm>
            <a:off x="6242538" y="1844989"/>
            <a:ext cx="68063" cy="61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D2F687F-31D9-B18B-320C-F315FC4EBA7A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for-loop always starts with the keyword </a:t>
            </a:r>
            <a:r>
              <a:rPr lang="en-CA" b="1"/>
              <a:t>for</a:t>
            </a:r>
            <a:endParaRPr lang="en-AU" b="1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F2BC29-496A-D5D0-DEFB-F295596166E8}"/>
              </a:ext>
            </a:extLst>
          </p:cNvPr>
          <p:cNvCxnSpPr>
            <a:cxnSpLocks/>
            <a:stCxn id="32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43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58CB93-4F46-67C4-89C8-4FD2C1795D33}"/>
              </a:ext>
            </a:extLst>
          </p:cNvPr>
          <p:cNvSpPr/>
          <p:nvPr/>
        </p:nvSpPr>
        <p:spPr>
          <a:xfrm>
            <a:off x="6167649" y="2500020"/>
            <a:ext cx="28590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65B9-B755-B74F-42CD-81DDDBA4DF1B}"/>
              </a:ext>
            </a:extLst>
          </p:cNvPr>
          <p:cNvSpPr/>
          <p:nvPr/>
        </p:nvSpPr>
        <p:spPr>
          <a:xfrm>
            <a:off x="6611353" y="2495767"/>
            <a:ext cx="420719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7BED1-97DD-C3D4-FB79-25BF6B1D70DB}"/>
              </a:ext>
            </a:extLst>
          </p:cNvPr>
          <p:cNvSpPr txBox="1"/>
          <p:nvPr/>
        </p:nvSpPr>
        <p:spPr>
          <a:xfrm>
            <a:off x="3944351" y="90663"/>
            <a:ext cx="2509203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loop variable</a:t>
            </a:r>
            <a:r>
              <a:rPr lang="en-CA"/>
              <a:t>. It can be any variable name you like. </a:t>
            </a:r>
            <a:r>
              <a:rPr lang="en-CA" b="1" err="1"/>
              <a:t>i</a:t>
            </a:r>
            <a:r>
              <a:rPr lang="en-CA"/>
              <a:t> is the traditional variable, short for “index”</a:t>
            </a:r>
            <a:endParaRPr lang="en-AU" b="1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E92C3-9A77-01FE-EAB1-28C016AC9B9E}"/>
              </a:ext>
            </a:extLst>
          </p:cNvPr>
          <p:cNvCxnSpPr/>
          <p:nvPr/>
        </p:nvCxnSpPr>
        <p:spPr>
          <a:xfrm>
            <a:off x="6242538" y="1844989"/>
            <a:ext cx="68063" cy="61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7D7CA5-93ED-A584-B49D-0C09AA085AE4}"/>
              </a:ext>
            </a:extLst>
          </p:cNvPr>
          <p:cNvSpPr txBox="1"/>
          <p:nvPr/>
        </p:nvSpPr>
        <p:spPr>
          <a:xfrm>
            <a:off x="6917547" y="621432"/>
            <a:ext cx="190406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keyword </a:t>
            </a:r>
            <a:r>
              <a:rPr lang="en-CA" b="1"/>
              <a:t>in </a:t>
            </a:r>
            <a:r>
              <a:rPr lang="en-CA"/>
              <a:t>always comes after the loop variable.</a:t>
            </a:r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397D1A-6D77-FA15-D598-CA478730CCFE}"/>
              </a:ext>
            </a:extLst>
          </p:cNvPr>
          <p:cNvCxnSpPr/>
          <p:nvPr/>
        </p:nvCxnSpPr>
        <p:spPr>
          <a:xfrm flipH="1">
            <a:off x="6917547" y="1821761"/>
            <a:ext cx="362484" cy="639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2A4C64E-D70F-7ACD-1C89-0A9E100141C0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for-loop always starts with the keyword </a:t>
            </a:r>
            <a:r>
              <a:rPr lang="en-CA" b="1"/>
              <a:t>for</a:t>
            </a:r>
            <a:endParaRPr lang="en-AU" b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18E0AC-94E6-C1D1-B487-F737DA3D865E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10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for-loop always starts with the keyword </a:t>
            </a:r>
            <a:r>
              <a:rPr lang="en-CA" b="1"/>
              <a:t>for</a:t>
            </a:r>
            <a:endParaRPr lang="en-AU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58CB93-4F46-67C4-89C8-4FD2C1795D33}"/>
              </a:ext>
            </a:extLst>
          </p:cNvPr>
          <p:cNvSpPr/>
          <p:nvPr/>
        </p:nvSpPr>
        <p:spPr>
          <a:xfrm>
            <a:off x="6167649" y="2500020"/>
            <a:ext cx="28590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65B9-B755-B74F-42CD-81DDDBA4DF1B}"/>
              </a:ext>
            </a:extLst>
          </p:cNvPr>
          <p:cNvSpPr/>
          <p:nvPr/>
        </p:nvSpPr>
        <p:spPr>
          <a:xfrm>
            <a:off x="6611353" y="2495767"/>
            <a:ext cx="420719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B54298-C28B-391D-D727-AB85F8DD8D9A}"/>
              </a:ext>
            </a:extLst>
          </p:cNvPr>
          <p:cNvSpPr/>
          <p:nvPr/>
        </p:nvSpPr>
        <p:spPr>
          <a:xfrm>
            <a:off x="7189871" y="2495767"/>
            <a:ext cx="155847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7BED1-97DD-C3D4-FB79-25BF6B1D70DB}"/>
              </a:ext>
            </a:extLst>
          </p:cNvPr>
          <p:cNvSpPr txBox="1"/>
          <p:nvPr/>
        </p:nvSpPr>
        <p:spPr>
          <a:xfrm>
            <a:off x="3944351" y="90663"/>
            <a:ext cx="2509203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loop variable</a:t>
            </a:r>
            <a:r>
              <a:rPr lang="en-CA"/>
              <a:t>. It can be any variable name you like. </a:t>
            </a:r>
            <a:r>
              <a:rPr lang="en-CA" b="1" err="1"/>
              <a:t>i</a:t>
            </a:r>
            <a:r>
              <a:rPr lang="en-CA"/>
              <a:t> is the traditional variable, short for “index”</a:t>
            </a:r>
            <a:endParaRPr lang="en-AU" b="1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E92C3-9A77-01FE-EAB1-28C016AC9B9E}"/>
              </a:ext>
            </a:extLst>
          </p:cNvPr>
          <p:cNvCxnSpPr/>
          <p:nvPr/>
        </p:nvCxnSpPr>
        <p:spPr>
          <a:xfrm>
            <a:off x="6242538" y="1844989"/>
            <a:ext cx="68063" cy="61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7D7CA5-93ED-A584-B49D-0C09AA085AE4}"/>
              </a:ext>
            </a:extLst>
          </p:cNvPr>
          <p:cNvSpPr txBox="1"/>
          <p:nvPr/>
        </p:nvSpPr>
        <p:spPr>
          <a:xfrm>
            <a:off x="6917547" y="621432"/>
            <a:ext cx="190406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keyword </a:t>
            </a:r>
            <a:r>
              <a:rPr lang="en-CA" b="1"/>
              <a:t>in </a:t>
            </a:r>
            <a:r>
              <a:rPr lang="en-CA"/>
              <a:t>always comes after the loop variable.</a:t>
            </a:r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397D1A-6D77-FA15-D598-CA478730CCFE}"/>
              </a:ext>
            </a:extLst>
          </p:cNvPr>
          <p:cNvCxnSpPr/>
          <p:nvPr/>
        </p:nvCxnSpPr>
        <p:spPr>
          <a:xfrm flipH="1">
            <a:off x="6917547" y="1821761"/>
            <a:ext cx="362484" cy="639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4812B0E-CB9E-DF8D-9EE2-34112FA71D25}"/>
              </a:ext>
            </a:extLst>
          </p:cNvPr>
          <p:cNvSpPr txBox="1"/>
          <p:nvPr/>
        </p:nvSpPr>
        <p:spPr>
          <a:xfrm>
            <a:off x="8247648" y="3453981"/>
            <a:ext cx="310615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expression makes the loop repeat 4 times. Each time through the loop </a:t>
            </a:r>
            <a:r>
              <a:rPr lang="en-CA" b="1" err="1"/>
              <a:t>i</a:t>
            </a:r>
            <a:r>
              <a:rPr lang="en-CA"/>
              <a:t> gets the value 0, then 1, then 2, …</a:t>
            </a:r>
            <a:endParaRPr lang="en-AU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C3638D-9C67-140E-AD80-010C973E34CA}"/>
              </a:ext>
            </a:extLst>
          </p:cNvPr>
          <p:cNvCxnSpPr/>
          <p:nvPr/>
        </p:nvCxnSpPr>
        <p:spPr>
          <a:xfrm flipH="1" flipV="1">
            <a:off x="8352692" y="2948537"/>
            <a:ext cx="257908" cy="505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B04EE82-C785-BDA0-CB9E-42135606DB3D}"/>
              </a:ext>
            </a:extLst>
          </p:cNvPr>
          <p:cNvSpPr txBox="1"/>
          <p:nvPr/>
        </p:nvSpPr>
        <p:spPr>
          <a:xfrm>
            <a:off x="8301867" y="5043665"/>
            <a:ext cx="299771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 a for-loop, </a:t>
            </a:r>
            <a:r>
              <a:rPr lang="en-CA" b="1"/>
              <a:t>range(n)</a:t>
            </a:r>
            <a:r>
              <a:rPr lang="en-CA"/>
              <a:t> generates the numbers </a:t>
            </a:r>
            <a:br>
              <a:rPr lang="en-CA"/>
            </a:br>
            <a:r>
              <a:rPr lang="en-CA"/>
              <a:t>0, 1, 2, …, n-1.</a:t>
            </a:r>
          </a:p>
          <a:p>
            <a:pPr algn="ctr"/>
            <a:r>
              <a:rPr lang="en-CA"/>
              <a:t>It starts at 0, ends at n-1.</a:t>
            </a:r>
            <a:endParaRPr lang="en-AU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C52110-E750-D052-F04E-920E8C4CE543}"/>
              </a:ext>
            </a:extLst>
          </p:cNvPr>
          <p:cNvCxnSpPr>
            <a:cxnSpLocks/>
            <a:stCxn id="27" idx="0"/>
            <a:endCxn id="24" idx="2"/>
          </p:cNvCxnSpPr>
          <p:nvPr/>
        </p:nvCxnSpPr>
        <p:spPr>
          <a:xfrm flipV="1">
            <a:off x="9800724" y="4654310"/>
            <a:ext cx="0" cy="389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290BB4-3C92-DA12-321B-BDF25F2E5952}"/>
                  </a:ext>
                </a:extLst>
              </p14:cNvPr>
              <p14:cNvContentPartPr/>
              <p14:nvPr/>
            </p14:nvContentPartPr>
            <p14:xfrm>
              <a:off x="6184800" y="2952720"/>
              <a:ext cx="4350240" cy="303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290BB4-3C92-DA12-321B-BDF25F2E59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75440" y="2943360"/>
                <a:ext cx="4368960" cy="305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2517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2992317" y="2833236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for-loop always starts with the keyword </a:t>
            </a:r>
            <a:r>
              <a:rPr lang="en-CA" b="1"/>
              <a:t>for</a:t>
            </a:r>
            <a:endParaRPr lang="en-AU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347033" y="2495767"/>
            <a:ext cx="748967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896385" y="2948537"/>
            <a:ext cx="450646" cy="34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58CB93-4F46-67C4-89C8-4FD2C1795D33}"/>
              </a:ext>
            </a:extLst>
          </p:cNvPr>
          <p:cNvSpPr/>
          <p:nvPr/>
        </p:nvSpPr>
        <p:spPr>
          <a:xfrm>
            <a:off x="6167649" y="2500020"/>
            <a:ext cx="28590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565B9-B755-B74F-42CD-81DDDBA4DF1B}"/>
              </a:ext>
            </a:extLst>
          </p:cNvPr>
          <p:cNvSpPr/>
          <p:nvPr/>
        </p:nvSpPr>
        <p:spPr>
          <a:xfrm>
            <a:off x="6611353" y="2495767"/>
            <a:ext cx="420719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B54298-C28B-391D-D727-AB85F8DD8D9A}"/>
              </a:ext>
            </a:extLst>
          </p:cNvPr>
          <p:cNvSpPr/>
          <p:nvPr/>
        </p:nvSpPr>
        <p:spPr>
          <a:xfrm>
            <a:off x="7189871" y="2495767"/>
            <a:ext cx="155847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7BED1-97DD-C3D4-FB79-25BF6B1D70DB}"/>
              </a:ext>
            </a:extLst>
          </p:cNvPr>
          <p:cNvSpPr txBox="1"/>
          <p:nvPr/>
        </p:nvSpPr>
        <p:spPr>
          <a:xfrm>
            <a:off x="3944351" y="90663"/>
            <a:ext cx="2509203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loop variable</a:t>
            </a:r>
            <a:r>
              <a:rPr lang="en-CA"/>
              <a:t>. It can be any variable name you like. </a:t>
            </a:r>
            <a:r>
              <a:rPr lang="en-CA" b="1" err="1"/>
              <a:t>i</a:t>
            </a:r>
            <a:r>
              <a:rPr lang="en-CA"/>
              <a:t> is the traditional variable, short for “index”</a:t>
            </a:r>
            <a:endParaRPr lang="en-AU" b="1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3E92C3-9A77-01FE-EAB1-28C016AC9B9E}"/>
              </a:ext>
            </a:extLst>
          </p:cNvPr>
          <p:cNvCxnSpPr/>
          <p:nvPr/>
        </p:nvCxnSpPr>
        <p:spPr>
          <a:xfrm>
            <a:off x="6242538" y="1844989"/>
            <a:ext cx="68063" cy="61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7D7CA5-93ED-A584-B49D-0C09AA085AE4}"/>
              </a:ext>
            </a:extLst>
          </p:cNvPr>
          <p:cNvSpPr txBox="1"/>
          <p:nvPr/>
        </p:nvSpPr>
        <p:spPr>
          <a:xfrm>
            <a:off x="6917547" y="621432"/>
            <a:ext cx="190406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keyword </a:t>
            </a:r>
            <a:r>
              <a:rPr lang="en-CA" b="1"/>
              <a:t>in </a:t>
            </a:r>
            <a:r>
              <a:rPr lang="en-CA"/>
              <a:t>always comes after the loop variable.</a:t>
            </a:r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397D1A-6D77-FA15-D598-CA478730CCFE}"/>
              </a:ext>
            </a:extLst>
          </p:cNvPr>
          <p:cNvCxnSpPr/>
          <p:nvPr/>
        </p:nvCxnSpPr>
        <p:spPr>
          <a:xfrm flipH="1">
            <a:off x="6917547" y="1821761"/>
            <a:ext cx="362484" cy="639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4812B0E-CB9E-DF8D-9EE2-34112FA71D25}"/>
              </a:ext>
            </a:extLst>
          </p:cNvPr>
          <p:cNvSpPr txBox="1"/>
          <p:nvPr/>
        </p:nvSpPr>
        <p:spPr>
          <a:xfrm>
            <a:off x="8247648" y="3453981"/>
            <a:ext cx="310615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expression makes the loop repeat 4 times. Each time through the loop </a:t>
            </a:r>
            <a:r>
              <a:rPr lang="en-CA" b="1" err="1"/>
              <a:t>i</a:t>
            </a:r>
            <a:r>
              <a:rPr lang="en-CA"/>
              <a:t> gets the value 0, then 1, then 2, …</a:t>
            </a:r>
            <a:endParaRPr lang="en-AU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C3638D-9C67-140E-AD80-010C973E34CA}"/>
              </a:ext>
            </a:extLst>
          </p:cNvPr>
          <p:cNvCxnSpPr/>
          <p:nvPr/>
        </p:nvCxnSpPr>
        <p:spPr>
          <a:xfrm flipH="1" flipV="1">
            <a:off x="8352692" y="2948537"/>
            <a:ext cx="257908" cy="505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B04EE82-C785-BDA0-CB9E-42135606DB3D}"/>
              </a:ext>
            </a:extLst>
          </p:cNvPr>
          <p:cNvSpPr txBox="1"/>
          <p:nvPr/>
        </p:nvSpPr>
        <p:spPr>
          <a:xfrm>
            <a:off x="8301867" y="5043665"/>
            <a:ext cx="299771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 a for-loop, </a:t>
            </a:r>
            <a:r>
              <a:rPr lang="en-CA" b="1"/>
              <a:t>range(n)</a:t>
            </a:r>
            <a:r>
              <a:rPr lang="en-CA"/>
              <a:t> generates the numbers </a:t>
            </a:r>
            <a:br>
              <a:rPr lang="en-CA"/>
            </a:br>
            <a:r>
              <a:rPr lang="en-CA"/>
              <a:t>0, 1, 2, …, n-1.</a:t>
            </a:r>
          </a:p>
          <a:p>
            <a:pPr algn="ctr"/>
            <a:r>
              <a:rPr lang="en-CA"/>
              <a:t>It starts at 0, ends at n-1.</a:t>
            </a:r>
            <a:endParaRPr lang="en-AU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C52110-E750-D052-F04E-920E8C4CE543}"/>
              </a:ext>
            </a:extLst>
          </p:cNvPr>
          <p:cNvCxnSpPr>
            <a:cxnSpLocks/>
            <a:stCxn id="27" idx="0"/>
            <a:endCxn id="24" idx="2"/>
          </p:cNvCxnSpPr>
          <p:nvPr/>
        </p:nvCxnSpPr>
        <p:spPr>
          <a:xfrm flipV="1">
            <a:off x="9800724" y="4654310"/>
            <a:ext cx="0" cy="389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D99C177-C779-0EF5-1A22-D1EED08E7F18}"/>
              </a:ext>
            </a:extLst>
          </p:cNvPr>
          <p:cNvSpPr/>
          <p:nvPr/>
        </p:nvSpPr>
        <p:spPr>
          <a:xfrm>
            <a:off x="8786599" y="2495767"/>
            <a:ext cx="144611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9B38AB-D32F-D9D3-0F97-BCF9179AC5EA}"/>
              </a:ext>
            </a:extLst>
          </p:cNvPr>
          <p:cNvSpPr txBox="1"/>
          <p:nvPr/>
        </p:nvSpPr>
        <p:spPr>
          <a:xfrm>
            <a:off x="9982200" y="705257"/>
            <a:ext cx="190406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colon :</a:t>
            </a:r>
            <a:r>
              <a:rPr lang="en-CA"/>
              <a:t> marks the end of the for-loop header.</a:t>
            </a:r>
            <a:endParaRPr lang="en-AU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0F4C75-4B25-50D6-31BC-42CF9233E374}"/>
              </a:ext>
            </a:extLst>
          </p:cNvPr>
          <p:cNvCxnSpPr>
            <a:cxnSpLocks/>
          </p:cNvCxnSpPr>
          <p:nvPr/>
        </p:nvCxnSpPr>
        <p:spPr>
          <a:xfrm flipH="1">
            <a:off x="8931210" y="1633012"/>
            <a:ext cx="1045746" cy="842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2106321-4541-A97E-D2ED-96D07A4B415F}"/>
                  </a:ext>
                </a:extLst>
              </p14:cNvPr>
              <p14:cNvContentPartPr/>
              <p14:nvPr/>
            </p14:nvContentPartPr>
            <p14:xfrm>
              <a:off x="8763120" y="3016080"/>
              <a:ext cx="324000" cy="514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2106321-4541-A97E-D2ED-96D07A4B41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53760" y="3006720"/>
                <a:ext cx="342720" cy="7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9914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1807744" y="2768677"/>
            <a:ext cx="363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0</a:t>
            </a:r>
          </a:p>
          <a:p>
            <a:r>
              <a:rPr lang="en-CA"/>
              <a:t>1</a:t>
            </a:r>
          </a:p>
          <a:p>
            <a:r>
              <a:rPr lang="en-CA"/>
              <a:t>2</a:t>
            </a:r>
          </a:p>
          <a:p>
            <a:r>
              <a:rPr lang="en-CA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BFCDF-6664-58E4-01B6-2B626643D7F1}"/>
              </a:ext>
            </a:extLst>
          </p:cNvPr>
          <p:cNvSpPr txBox="1"/>
          <p:nvPr/>
        </p:nvSpPr>
        <p:spPr>
          <a:xfrm>
            <a:off x="713334" y="1704251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Suppose you want to print the numbers 0 to 3.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5347032" y="2460900"/>
            <a:ext cx="40496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range(4):</a:t>
            </a:r>
          </a:p>
          <a:p>
            <a:r>
              <a:rPr lang="en-CA" sz="2800">
                <a:latin typeface="Consolas" panose="020B0609020204030204" pitchFamily="49" charset="0"/>
              </a:rPr>
              <a:t>    print(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6CC19-ECB5-0C67-CA6C-45A07D08376C}"/>
              </a:ext>
            </a:extLst>
          </p:cNvPr>
          <p:cNvSpPr txBox="1"/>
          <p:nvPr/>
        </p:nvSpPr>
        <p:spPr>
          <a:xfrm>
            <a:off x="4569534" y="3969006"/>
            <a:ext cx="244672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statements in the body of a for-loop must be consistently indented at least 1 space.</a:t>
            </a:r>
            <a:endParaRPr lang="en-AU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9AE55-D8CD-B1C4-1710-22D3267721CA}"/>
              </a:ext>
            </a:extLst>
          </p:cNvPr>
          <p:cNvSpPr/>
          <p:nvPr/>
        </p:nvSpPr>
        <p:spPr>
          <a:xfrm>
            <a:off x="5468815" y="2945562"/>
            <a:ext cx="344658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BC43FB-B1C6-C0C0-A609-3A56E1E808D6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792898" y="3288323"/>
            <a:ext cx="185871" cy="680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5F8DC22-C403-199D-D397-D56770794310}"/>
              </a:ext>
            </a:extLst>
          </p:cNvPr>
          <p:cNvSpPr txBox="1"/>
          <p:nvPr/>
        </p:nvSpPr>
        <p:spPr>
          <a:xfrm>
            <a:off x="8045427" y="3969005"/>
            <a:ext cx="2681188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particular body has only one statement. </a:t>
            </a:r>
            <a:br>
              <a:rPr lang="en-CA"/>
            </a:br>
            <a:r>
              <a:rPr lang="en-CA"/>
              <a:t>In general, a for-loop body can have as many statements as you like.</a:t>
            </a:r>
            <a:endParaRPr lang="en-AU" b="1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6C3EA9-8FD6-0550-A4C7-3AE00EB1E161}"/>
              </a:ext>
            </a:extLst>
          </p:cNvPr>
          <p:cNvCxnSpPr>
            <a:stCxn id="17" idx="0"/>
          </p:cNvCxnSpPr>
          <p:nvPr/>
        </p:nvCxnSpPr>
        <p:spPr>
          <a:xfrm flipH="1" flipV="1">
            <a:off x="8915400" y="3442994"/>
            <a:ext cx="470621" cy="526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849A1DA-FE81-AF69-859F-D48291843328}"/>
              </a:ext>
            </a:extLst>
          </p:cNvPr>
          <p:cNvSpPr/>
          <p:nvPr/>
        </p:nvSpPr>
        <p:spPr>
          <a:xfrm>
            <a:off x="5520801" y="3003655"/>
            <a:ext cx="668984" cy="35266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1E3B2A9-1F0C-5D9A-AE88-B1747EA5458B}"/>
                  </a:ext>
                </a:extLst>
              </p14:cNvPr>
              <p14:cNvContentPartPr/>
              <p14:nvPr/>
            </p14:nvContentPartPr>
            <p14:xfrm>
              <a:off x="5435640" y="3556080"/>
              <a:ext cx="749520" cy="12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1E3B2A9-1F0C-5D9A-AE88-B1747EA545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26280" y="3546720"/>
                <a:ext cx="768240" cy="3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84462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6012F-6D16-EA43-0C55-7C4768E2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37</a:t>
            </a:fld>
            <a:endParaRPr lang="en-A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EDB74BC-1BB1-DB9D-7ADC-A2F2A1DD071E}"/>
              </a:ext>
            </a:extLst>
          </p:cNvPr>
          <p:cNvGrpSpPr/>
          <p:nvPr/>
        </p:nvGrpSpPr>
        <p:grpSpPr>
          <a:xfrm>
            <a:off x="345828" y="1335485"/>
            <a:ext cx="5704900" cy="4893060"/>
            <a:chOff x="192506" y="1660800"/>
            <a:chExt cx="5704900" cy="489306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7242D0-BEB4-E6E6-466F-535FA4C36195}"/>
                </a:ext>
              </a:extLst>
            </p:cNvPr>
            <p:cNvSpPr txBox="1"/>
            <p:nvPr/>
          </p:nvSpPr>
          <p:spPr>
            <a:xfrm>
              <a:off x="192506" y="1660800"/>
              <a:ext cx="4049631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>
                  <a:latin typeface="Consolas" panose="020B0609020204030204" pitchFamily="49" charset="0"/>
                </a:rPr>
                <a:t>for </a:t>
              </a:r>
              <a:r>
                <a:rPr lang="en-CA" sz="2800" b="1" err="1">
                  <a:solidFill>
                    <a:srgbClr val="00B050"/>
                  </a:solidFill>
                  <a:latin typeface="Consolas" panose="020B0609020204030204" pitchFamily="49" charset="0"/>
                </a:rPr>
                <a:t>i</a:t>
              </a:r>
              <a:r>
                <a:rPr lang="en-CA" sz="2800">
                  <a:latin typeface="Consolas" panose="020B0609020204030204" pitchFamily="49" charset="0"/>
                </a:rPr>
                <a:t> in range(4):</a:t>
              </a:r>
            </a:p>
            <a:p>
              <a:r>
                <a:rPr lang="en-CA" sz="2800">
                  <a:latin typeface="Consolas" panose="020B0609020204030204" pitchFamily="49" charset="0"/>
                </a:rPr>
                <a:t>    print(</a:t>
              </a:r>
              <a:r>
                <a:rPr lang="en-CA" sz="2800" b="1" err="1">
                  <a:solidFill>
                    <a:srgbClr val="00B050"/>
                  </a:solidFill>
                  <a:latin typeface="Consolas" panose="020B0609020204030204" pitchFamily="49" charset="0"/>
                </a:rPr>
                <a:t>i</a:t>
              </a:r>
              <a:r>
                <a:rPr lang="en-CA" sz="2800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D737CEA-E099-70B4-2196-E52108F344AD}"/>
                </a:ext>
              </a:extLst>
            </p:cNvPr>
            <p:cNvSpPr txBox="1"/>
            <p:nvPr/>
          </p:nvSpPr>
          <p:spPr>
            <a:xfrm>
              <a:off x="192506" y="2973784"/>
              <a:ext cx="4049631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>
                  <a:latin typeface="Consolas" panose="020B0609020204030204" pitchFamily="49" charset="0"/>
                </a:rPr>
                <a:t>for </a:t>
              </a:r>
              <a:r>
                <a:rPr lang="en-CA" sz="2800" b="1">
                  <a:solidFill>
                    <a:srgbClr val="00B050"/>
                  </a:solidFill>
                  <a:latin typeface="Consolas" panose="020B0609020204030204" pitchFamily="49" charset="0"/>
                </a:rPr>
                <a:t>k</a:t>
              </a:r>
              <a:r>
                <a:rPr lang="en-CA" sz="2800">
                  <a:latin typeface="Consolas" panose="020B0609020204030204" pitchFamily="49" charset="0"/>
                </a:rPr>
                <a:t> in range(4):</a:t>
              </a:r>
            </a:p>
            <a:p>
              <a:r>
                <a:rPr lang="en-CA" sz="2800">
                  <a:latin typeface="Consolas" panose="020B0609020204030204" pitchFamily="49" charset="0"/>
                </a:rPr>
                <a:t>    print(</a:t>
              </a:r>
              <a:r>
                <a:rPr lang="en-CA" sz="2800" b="1">
                  <a:solidFill>
                    <a:srgbClr val="00B050"/>
                  </a:solidFill>
                  <a:latin typeface="Consolas" panose="020B0609020204030204" pitchFamily="49" charset="0"/>
                </a:rPr>
                <a:t>k</a:t>
              </a:r>
              <a:r>
                <a:rPr lang="en-CA" sz="2800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885C77-CD61-C764-1F73-B9DC5E03FB6C}"/>
                </a:ext>
              </a:extLst>
            </p:cNvPr>
            <p:cNvSpPr txBox="1"/>
            <p:nvPr/>
          </p:nvSpPr>
          <p:spPr>
            <a:xfrm>
              <a:off x="192506" y="4286768"/>
              <a:ext cx="5704900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>
                  <a:latin typeface="Consolas" panose="020B0609020204030204" pitchFamily="49" charset="0"/>
                </a:rPr>
                <a:t>for </a:t>
              </a:r>
              <a:r>
                <a:rPr lang="en-CA" sz="2800" b="1" err="1">
                  <a:solidFill>
                    <a:srgbClr val="00B050"/>
                  </a:solidFill>
                  <a:latin typeface="Consolas" panose="020B0609020204030204" pitchFamily="49" charset="0"/>
                </a:rPr>
                <a:t>index_value</a:t>
              </a:r>
              <a:r>
                <a:rPr lang="en-CA" sz="2800">
                  <a:latin typeface="Consolas" panose="020B0609020204030204" pitchFamily="49" charset="0"/>
                </a:rPr>
                <a:t> in range(4):</a:t>
              </a:r>
            </a:p>
            <a:p>
              <a:r>
                <a:rPr lang="en-CA" sz="2800">
                  <a:latin typeface="Consolas" panose="020B0609020204030204" pitchFamily="49" charset="0"/>
                </a:rPr>
                <a:t>    print(</a:t>
              </a:r>
              <a:r>
                <a:rPr lang="en-CA" sz="2800" b="1" err="1">
                  <a:solidFill>
                    <a:srgbClr val="00B050"/>
                  </a:solidFill>
                  <a:latin typeface="Consolas" panose="020B0609020204030204" pitchFamily="49" charset="0"/>
                </a:rPr>
                <a:t>index_value</a:t>
              </a:r>
              <a:r>
                <a:rPr lang="en-CA" sz="2800">
                  <a:latin typeface="Consolas" panose="020B0609020204030204" pitchFamily="49" charset="0"/>
                </a:rPr>
                <a:t>)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5FEDCC1-586A-9949-83B0-80B987D6AD30}"/>
                </a:ext>
              </a:extLst>
            </p:cNvPr>
            <p:cNvGrpSpPr/>
            <p:nvPr/>
          </p:nvGrpSpPr>
          <p:grpSpPr>
            <a:xfrm>
              <a:off x="192506" y="5599753"/>
              <a:ext cx="4775148" cy="954107"/>
              <a:chOff x="192506" y="5599753"/>
              <a:chExt cx="4775148" cy="95410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1E2428-FC26-9D41-24DC-AD82336B8A8C}"/>
                  </a:ext>
                </a:extLst>
              </p:cNvPr>
              <p:cNvSpPr txBox="1"/>
              <p:nvPr/>
            </p:nvSpPr>
            <p:spPr>
              <a:xfrm>
                <a:off x="192506" y="5599753"/>
                <a:ext cx="4775148" cy="95410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sz="2800">
                    <a:latin typeface="Consolas" panose="020B0609020204030204" pitchFamily="49" charset="0"/>
                  </a:rPr>
                  <a:t>for </a:t>
                </a:r>
                <a:r>
                  <a:rPr lang="en-CA" sz="2800" b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int</a:t>
                </a:r>
                <a:r>
                  <a:rPr lang="en-CA" sz="2800">
                    <a:latin typeface="Consolas" panose="020B0609020204030204" pitchFamily="49" charset="0"/>
                  </a:rPr>
                  <a:t> in range(4):</a:t>
                </a:r>
              </a:p>
              <a:p>
                <a:r>
                  <a:rPr lang="en-CA" sz="2800">
                    <a:latin typeface="Consolas" panose="020B0609020204030204" pitchFamily="49" charset="0"/>
                  </a:rPr>
                  <a:t>    print(</a:t>
                </a:r>
                <a:r>
                  <a:rPr lang="en-CA" sz="2800" b="1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int</a:t>
                </a:r>
                <a:r>
                  <a:rPr lang="en-CA" sz="2800">
                    <a:latin typeface="Consolas" panose="020B0609020204030204" pitchFamily="49" charset="0"/>
                  </a:rPr>
                  <a:t>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F0B4DD-CB65-A510-3121-A989C19CE432}"/>
                  </a:ext>
                </a:extLst>
              </p:cNvPr>
              <p:cNvSpPr txBox="1"/>
              <p:nvPr/>
            </p:nvSpPr>
            <p:spPr>
              <a:xfrm>
                <a:off x="3878063" y="6076806"/>
                <a:ext cx="770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1">
                    <a:solidFill>
                      <a:srgbClr val="FF0000"/>
                    </a:solidFill>
                  </a:rPr>
                  <a:t>Error!</a:t>
                </a:r>
                <a:endParaRPr lang="en-AU" b="1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503555-4FA9-EB8E-9338-97C862895AD6}"/>
              </a:ext>
            </a:extLst>
          </p:cNvPr>
          <p:cNvGrpSpPr/>
          <p:nvPr/>
        </p:nvGrpSpPr>
        <p:grpSpPr>
          <a:xfrm>
            <a:off x="7091539" y="1221597"/>
            <a:ext cx="4754633" cy="3783622"/>
            <a:chOff x="7091539" y="1221597"/>
            <a:chExt cx="4754633" cy="378362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67262E2-7FE0-F1A7-E27C-339137F07749}"/>
                </a:ext>
              </a:extLst>
            </p:cNvPr>
            <p:cNvSpPr txBox="1"/>
            <p:nvPr/>
          </p:nvSpPr>
          <p:spPr>
            <a:xfrm>
              <a:off x="7091539" y="2636355"/>
              <a:ext cx="4543617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>
                  <a:latin typeface="Consolas" panose="020B0609020204030204" pitchFamily="49" charset="0"/>
                </a:rPr>
                <a:t>for </a:t>
              </a:r>
              <a:r>
                <a:rPr lang="en-CA" sz="2800" err="1">
                  <a:latin typeface="Consolas" panose="020B0609020204030204" pitchFamily="49" charset="0"/>
                </a:rPr>
                <a:t>i</a:t>
              </a:r>
              <a:r>
                <a:rPr lang="en-CA" sz="2800">
                  <a:latin typeface="Consolas" panose="020B0609020204030204" pitchFamily="49" charset="0"/>
                </a:rPr>
                <a:t> in </a:t>
              </a:r>
              <a:r>
                <a:rPr lang="en-CA" sz="2800" b="1">
                  <a:solidFill>
                    <a:srgbClr val="00B050"/>
                  </a:solidFill>
                  <a:latin typeface="Consolas" panose="020B0609020204030204" pitchFamily="49" charset="0"/>
                </a:rPr>
                <a:t>range(0, 4)</a:t>
              </a:r>
              <a:r>
                <a:rPr lang="en-CA" sz="2800">
                  <a:latin typeface="Consolas" panose="020B0609020204030204" pitchFamily="49" charset="0"/>
                </a:rPr>
                <a:t>:</a:t>
              </a:r>
            </a:p>
            <a:p>
              <a:r>
                <a:rPr lang="en-CA" sz="2800">
                  <a:latin typeface="Consolas" panose="020B0609020204030204" pitchFamily="49" charset="0"/>
                </a:rPr>
                <a:t>    print(</a:t>
              </a:r>
              <a:r>
                <a:rPr lang="en-CA" sz="2800" err="1">
                  <a:latin typeface="Consolas" panose="020B0609020204030204" pitchFamily="49" charset="0"/>
                </a:rPr>
                <a:t>i</a:t>
              </a:r>
              <a:r>
                <a:rPr lang="en-CA" sz="2800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B4F958-250E-0A06-A6C2-8F2843E8A6F1}"/>
                </a:ext>
              </a:extLst>
            </p:cNvPr>
            <p:cNvSpPr txBox="1"/>
            <p:nvPr/>
          </p:nvSpPr>
          <p:spPr>
            <a:xfrm>
              <a:off x="7091539" y="1221597"/>
              <a:ext cx="4754633" cy="95410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sz="2800">
                  <a:latin typeface="Consolas" panose="020B0609020204030204" pitchFamily="49" charset="0"/>
                </a:rPr>
                <a:t>for </a:t>
              </a:r>
              <a:r>
                <a:rPr lang="en-CA" sz="2800" err="1">
                  <a:latin typeface="Consolas" panose="020B0609020204030204" pitchFamily="49" charset="0"/>
                </a:rPr>
                <a:t>i</a:t>
              </a:r>
              <a:r>
                <a:rPr lang="en-CA" sz="2800">
                  <a:latin typeface="Consolas" panose="020B0609020204030204" pitchFamily="49" charset="0"/>
                </a:rPr>
                <a:t> in </a:t>
              </a:r>
              <a:r>
                <a:rPr lang="en-CA" sz="2800" b="1">
                  <a:solidFill>
                    <a:srgbClr val="00B050"/>
                  </a:solidFill>
                  <a:latin typeface="Consolas" panose="020B0609020204030204" pitchFamily="49" charset="0"/>
                </a:rPr>
                <a:t>range(3+1)</a:t>
              </a:r>
              <a:r>
                <a:rPr lang="en-CA" sz="2800">
                  <a:latin typeface="Consolas" panose="020B0609020204030204" pitchFamily="49" charset="0"/>
                </a:rPr>
                <a:t>:</a:t>
              </a:r>
            </a:p>
            <a:p>
              <a:r>
                <a:rPr lang="en-CA" sz="2800">
                  <a:latin typeface="Consolas" panose="020B0609020204030204" pitchFamily="49" charset="0"/>
                </a:rPr>
                <a:t>    print(</a:t>
              </a:r>
              <a:r>
                <a:rPr lang="en-CA" sz="2800" err="1">
                  <a:latin typeface="Consolas" panose="020B0609020204030204" pitchFamily="49" charset="0"/>
                </a:rPr>
                <a:t>i</a:t>
              </a:r>
              <a:r>
                <a:rPr lang="en-CA" sz="2800">
                  <a:latin typeface="Consolas" panose="020B0609020204030204" pitchFamily="49" charset="0"/>
                </a:rPr>
                <a:t>)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B0EF7FE-C984-B47B-E891-AFC40AB98A0D}"/>
                </a:ext>
              </a:extLst>
            </p:cNvPr>
            <p:cNvGrpSpPr/>
            <p:nvPr/>
          </p:nvGrpSpPr>
          <p:grpSpPr>
            <a:xfrm>
              <a:off x="7091539" y="4051112"/>
              <a:ext cx="4543617" cy="954107"/>
              <a:chOff x="7091539" y="4051112"/>
              <a:chExt cx="4543617" cy="95410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360E48-CA7D-6CCD-1AA7-E273EE842938}"/>
                  </a:ext>
                </a:extLst>
              </p:cNvPr>
              <p:cNvSpPr txBox="1"/>
              <p:nvPr/>
            </p:nvSpPr>
            <p:spPr>
              <a:xfrm>
                <a:off x="7091539" y="4051112"/>
                <a:ext cx="4543617" cy="954107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sz="2800">
                    <a:latin typeface="Consolas" panose="020B0609020204030204" pitchFamily="49" charset="0"/>
                  </a:rPr>
                  <a:t>for </a:t>
                </a:r>
                <a:r>
                  <a:rPr lang="en-CA" sz="2800" err="1">
                    <a:latin typeface="Consolas" panose="020B0609020204030204" pitchFamily="49" charset="0"/>
                  </a:rPr>
                  <a:t>i</a:t>
                </a:r>
                <a:r>
                  <a:rPr lang="en-CA" sz="2800">
                    <a:latin typeface="Consolas" panose="020B0609020204030204" pitchFamily="49" charset="0"/>
                  </a:rPr>
                  <a:t> in </a:t>
                </a:r>
                <a:r>
                  <a:rPr lang="en-CA" sz="2800" b="1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range(5, 9)</a:t>
                </a:r>
                <a:r>
                  <a:rPr lang="en-CA" sz="2800">
                    <a:latin typeface="Consolas" panose="020B0609020204030204" pitchFamily="49" charset="0"/>
                  </a:rPr>
                  <a:t>:</a:t>
                </a:r>
              </a:p>
              <a:p>
                <a:r>
                  <a:rPr lang="en-CA" sz="2800">
                    <a:latin typeface="Consolas" panose="020B0609020204030204" pitchFamily="49" charset="0"/>
                  </a:rPr>
                  <a:t>    print(i-5)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698A0B-E6B8-FBC0-EBC2-DC53C56EEDB2}"/>
                  </a:ext>
                </a:extLst>
              </p:cNvPr>
              <p:cNvSpPr txBox="1"/>
              <p:nvPr/>
            </p:nvSpPr>
            <p:spPr>
              <a:xfrm>
                <a:off x="10129370" y="4541872"/>
                <a:ext cx="13035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b="1" err="1">
                    <a:solidFill>
                      <a:srgbClr val="00B050"/>
                    </a:solidFill>
                  </a:rPr>
                  <a:t>i</a:t>
                </a:r>
                <a:r>
                  <a:rPr lang="en-CA" b="1">
                    <a:solidFill>
                      <a:srgbClr val="00B050"/>
                    </a:solidFill>
                  </a:rPr>
                  <a:t> = 5, 6, 7, 8</a:t>
                </a:r>
                <a:endParaRPr lang="en-AU" b="1">
                  <a:solidFill>
                    <a:srgbClr val="00B050"/>
                  </a:solidFill>
                </a:endParaRP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8980C93-15F7-BBF3-055E-38AE77ED3433}"/>
              </a:ext>
            </a:extLst>
          </p:cNvPr>
          <p:cNvSpPr txBox="1"/>
          <p:nvPr/>
        </p:nvSpPr>
        <p:spPr>
          <a:xfrm>
            <a:off x="713334" y="176389"/>
            <a:ext cx="263899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Loops in green boxes all print the same thing.</a:t>
            </a:r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8C6875-F21B-F6EE-BC00-69F69F73889C}"/>
                  </a:ext>
                </a:extLst>
              </p14:cNvPr>
              <p14:cNvContentPartPr/>
              <p14:nvPr/>
            </p14:nvContentPartPr>
            <p14:xfrm>
              <a:off x="1231920" y="1758960"/>
              <a:ext cx="9785520" cy="4439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8C6875-F21B-F6EE-BC00-69F69F7388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2560" y="1749600"/>
                <a:ext cx="9804240" cy="445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5848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>
                <a:latin typeface="Consolas" panose="020B0609020204030204" pitchFamily="49" charset="0"/>
              </a:rPr>
              <a:t>        print('*', end='')</a:t>
            </a:r>
            <a:br>
              <a:rPr lang="en-CA" sz="2800">
                <a:latin typeface="Consolas" panose="020B0609020204030204" pitchFamily="49" charset="0"/>
              </a:rPr>
            </a:br>
            <a:r>
              <a:rPr lang="en-CA" sz="280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E26D55-8088-4975-72FE-75C57724F5E2}"/>
              </a:ext>
            </a:extLst>
          </p:cNvPr>
          <p:cNvSpPr txBox="1"/>
          <p:nvPr/>
        </p:nvSpPr>
        <p:spPr>
          <a:xfrm>
            <a:off x="1108188" y="1439018"/>
            <a:ext cx="2638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What does this print?</a:t>
            </a:r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647195D-3C2B-D692-3305-B4714B1CCA13}"/>
                  </a:ext>
                </a:extLst>
              </p14:cNvPr>
              <p14:cNvContentPartPr/>
              <p14:nvPr/>
            </p14:nvContentPartPr>
            <p14:xfrm>
              <a:off x="1219320" y="2831760"/>
              <a:ext cx="2718000" cy="1334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647195D-3C2B-D692-3305-B4714B1CCA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9960" y="2822400"/>
                <a:ext cx="2736720" cy="135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3291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BA45-181E-B689-0BD2-78684E165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5EEE1-DAC1-8F3C-C2EE-40C6ED0C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87C0A-4645-80E0-144D-222B5BF3E386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F1BFBB-D7E5-91C1-EF9F-3576284E0FFD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>
                <a:latin typeface="Consolas" panose="020B0609020204030204" pitchFamily="49" charset="0"/>
              </a:rPr>
              <a:t>        print('*', end='')</a:t>
            </a:r>
            <a:br>
              <a:rPr lang="en-CA" sz="2800">
                <a:latin typeface="Consolas" panose="020B0609020204030204" pitchFamily="49" charset="0"/>
              </a:rPr>
            </a:br>
            <a:r>
              <a:rPr lang="en-CA" sz="280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0C99E8-4CF9-AC8A-A429-787897F5A858}"/>
              </a:ext>
            </a:extLst>
          </p:cNvPr>
          <p:cNvSpPr txBox="1"/>
          <p:nvPr/>
        </p:nvSpPr>
        <p:spPr>
          <a:xfrm>
            <a:off x="1108188" y="1439018"/>
            <a:ext cx="2638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What does this print?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53C44-B34B-B167-98ED-80E1380B9EA8}"/>
              </a:ext>
            </a:extLst>
          </p:cNvPr>
          <p:cNvSpPr txBox="1"/>
          <p:nvPr/>
        </p:nvSpPr>
        <p:spPr>
          <a:xfrm>
            <a:off x="6663860" y="1808350"/>
            <a:ext cx="263899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causes the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/>
              <a:t> statement to </a:t>
            </a:r>
            <a:r>
              <a:rPr lang="en-CA" b="1"/>
              <a:t>not</a:t>
            </a:r>
            <a:r>
              <a:rPr lang="en-CA"/>
              <a:t> put a newline at the end.</a:t>
            </a:r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1CA12A-7BBE-AD2D-4BAD-BA366A9D061B}"/>
              </a:ext>
            </a:extLst>
          </p:cNvPr>
          <p:cNvSpPr/>
          <p:nvPr/>
        </p:nvSpPr>
        <p:spPr>
          <a:xfrm>
            <a:off x="4941787" y="3254463"/>
            <a:ext cx="1251195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54D28B-C600-284A-B939-422DD2B886C6}"/>
              </a:ext>
            </a:extLst>
          </p:cNvPr>
          <p:cNvCxnSpPr>
            <a:cxnSpLocks/>
          </p:cNvCxnSpPr>
          <p:nvPr/>
        </p:nvCxnSpPr>
        <p:spPr>
          <a:xfrm flipH="1">
            <a:off x="6192982" y="2731680"/>
            <a:ext cx="470878" cy="522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4F18F7-A10D-BBB6-1F99-EE0EC08EA377}"/>
              </a:ext>
            </a:extLst>
          </p:cNvPr>
          <p:cNvSpPr txBox="1"/>
          <p:nvPr/>
        </p:nvSpPr>
        <p:spPr>
          <a:xfrm>
            <a:off x="4024866" y="4500521"/>
            <a:ext cx="2638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Prints just a newline.</a:t>
            </a:r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9AED8B-D05D-C0B6-D54F-137788D7015C}"/>
              </a:ext>
            </a:extLst>
          </p:cNvPr>
          <p:cNvSpPr/>
          <p:nvPr/>
        </p:nvSpPr>
        <p:spPr>
          <a:xfrm>
            <a:off x="2039260" y="3709634"/>
            <a:ext cx="1420913" cy="4527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36CE50-BDF9-F858-80B7-1D66C621E69A}"/>
              </a:ext>
            </a:extLst>
          </p:cNvPr>
          <p:cNvCxnSpPr>
            <a:cxnSpLocks/>
          </p:cNvCxnSpPr>
          <p:nvPr/>
        </p:nvCxnSpPr>
        <p:spPr>
          <a:xfrm flipH="1" flipV="1">
            <a:off x="3460173" y="4162404"/>
            <a:ext cx="564693" cy="338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43EA98C-A8FA-DB9F-8D63-D2E3432A5F4F}"/>
                  </a:ext>
                </a:extLst>
              </p14:cNvPr>
              <p14:cNvContentPartPr/>
              <p14:nvPr/>
            </p14:nvContentPartPr>
            <p14:xfrm>
              <a:off x="2330280" y="3378240"/>
              <a:ext cx="546480" cy="248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43EA98C-A8FA-DB9F-8D63-D2E3432A5F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0920" y="3368880"/>
                <a:ext cx="565200" cy="26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02138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287093" y="2551837"/>
            <a:ext cx="6174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3600">
                <a:solidFill>
                  <a:srgbClr val="FF0000"/>
                </a:solidFill>
              </a:rPr>
              <a:t>**</a:t>
            </a:r>
          </a:p>
          <a:p>
            <a:r>
              <a:rPr lang="en-CA" sz="3600">
                <a:solidFill>
                  <a:srgbClr val="FF0000"/>
                </a:solidFill>
              </a:rPr>
              <a:t>**</a:t>
            </a:r>
          </a:p>
          <a:p>
            <a:r>
              <a:rPr lang="en-CA" sz="3600">
                <a:solidFill>
                  <a:srgbClr val="FF0000"/>
                </a:solidFill>
              </a:rPr>
              <a:t>**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>
                <a:latin typeface="Consolas" panose="020B0609020204030204" pitchFamily="49" charset="0"/>
              </a:rPr>
              <a:t>        print('*', end='')</a:t>
            </a:r>
            <a:br>
              <a:rPr lang="en-CA" sz="2800">
                <a:latin typeface="Consolas" panose="020B0609020204030204" pitchFamily="49" charset="0"/>
              </a:rPr>
            </a:br>
            <a:r>
              <a:rPr lang="en-CA" sz="2800">
                <a:latin typeface="Consolas" panose="020B0609020204030204" pitchFamily="49" charset="0"/>
              </a:rPr>
              <a:t>    print()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6FDE8A-869D-C113-8C06-8B6E28C9AE5A}"/>
                  </a:ext>
                </a:extLst>
              </p14:cNvPr>
              <p14:cNvContentPartPr/>
              <p14:nvPr/>
            </p14:nvContentPartPr>
            <p14:xfrm>
              <a:off x="1993680" y="2521080"/>
              <a:ext cx="4464720" cy="1759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6FDE8A-869D-C113-8C06-8B6E28C9AE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4320" y="2511720"/>
                <a:ext cx="4483440" cy="177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43708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5B27D-2319-D939-2283-EB5E133E6FE0}"/>
              </a:ext>
            </a:extLst>
          </p:cNvPr>
          <p:cNvSpPr txBox="1"/>
          <p:nvPr/>
        </p:nvSpPr>
        <p:spPr>
          <a:xfrm>
            <a:off x="287093" y="2551837"/>
            <a:ext cx="6174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3600"/>
              <a:t>**</a:t>
            </a:r>
          </a:p>
          <a:p>
            <a:r>
              <a:rPr lang="en-CA" sz="3600"/>
              <a:t>**</a:t>
            </a:r>
          </a:p>
          <a:p>
            <a:r>
              <a:rPr lang="en-CA" sz="3600"/>
              <a:t>**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>
                <a:latin typeface="Consolas" panose="020B0609020204030204" pitchFamily="49" charset="0"/>
              </a:rPr>
              <a:t>        print('*', end='')</a:t>
            </a:r>
            <a:br>
              <a:rPr lang="en-CA" sz="2800">
                <a:latin typeface="Consolas" panose="020B0609020204030204" pitchFamily="49" charset="0"/>
              </a:rPr>
            </a:br>
            <a:r>
              <a:rPr lang="en-CA" sz="280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339A5C-CD5E-C63B-CB42-E51F4C4C9D38}"/>
              </a:ext>
            </a:extLst>
          </p:cNvPr>
          <p:cNvSpPr txBox="1"/>
          <p:nvPr/>
        </p:nvSpPr>
        <p:spPr>
          <a:xfrm>
            <a:off x="7216141" y="76250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range(2):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BAC03-E02D-738A-7E79-869DE20A1543}"/>
              </a:ext>
            </a:extLst>
          </p:cNvPr>
          <p:cNvSpPr txBox="1"/>
          <p:nvPr/>
        </p:nvSpPr>
        <p:spPr>
          <a:xfrm>
            <a:off x="7216141" y="254298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range(2):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266917-8A66-5CBA-BD59-705FEAF3DF08}"/>
              </a:ext>
            </a:extLst>
          </p:cNvPr>
          <p:cNvSpPr txBox="1"/>
          <p:nvPr/>
        </p:nvSpPr>
        <p:spPr>
          <a:xfrm>
            <a:off x="7216141" y="432346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range(2):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BEAF719F-1CB6-7CAF-179B-220C65D22F5E}"/>
              </a:ext>
            </a:extLst>
          </p:cNvPr>
          <p:cNvSpPr/>
          <p:nvPr/>
        </p:nvSpPr>
        <p:spPr>
          <a:xfrm>
            <a:off x="6493971" y="850790"/>
            <a:ext cx="683812" cy="4673000"/>
          </a:xfrm>
          <a:prstGeom prst="leftBrace">
            <a:avLst>
              <a:gd name="adj1" fmla="val 8333"/>
              <a:gd name="adj2" fmla="val 491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A7CE99-766E-7773-4E98-0778E089E66B}"/>
              </a:ext>
            </a:extLst>
          </p:cNvPr>
          <p:cNvSpPr txBox="1"/>
          <p:nvPr/>
        </p:nvSpPr>
        <p:spPr>
          <a:xfrm>
            <a:off x="4720666" y="1136991"/>
            <a:ext cx="195472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outer loop repeats the inner loop three times.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66128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6AACD-B11A-C512-017F-70BEB10D0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3A82C-9772-3C7E-45BB-7885CF10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B6A8D-D1A1-BFFA-D5EA-4398D4B57BBE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708B3-AF52-CB5F-FABE-D977BD0DA270}"/>
              </a:ext>
            </a:extLst>
          </p:cNvPr>
          <p:cNvSpPr txBox="1"/>
          <p:nvPr/>
        </p:nvSpPr>
        <p:spPr>
          <a:xfrm>
            <a:off x="287093" y="2551837"/>
            <a:ext cx="6174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3600"/>
              <a:t>**</a:t>
            </a:r>
          </a:p>
          <a:p>
            <a:r>
              <a:rPr lang="en-CA" sz="3600"/>
              <a:t>**</a:t>
            </a:r>
          </a:p>
          <a:p>
            <a:r>
              <a:rPr lang="en-CA" sz="3600"/>
              <a:t>**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1EA6F7-D71F-8184-6127-4F9A8CE8431F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>
                <a:latin typeface="Consolas" panose="020B0609020204030204" pitchFamily="49" charset="0"/>
              </a:rPr>
              <a:t>        print('*', end='')</a:t>
            </a:r>
            <a:br>
              <a:rPr lang="en-CA" sz="2800">
                <a:latin typeface="Consolas" panose="020B0609020204030204" pitchFamily="49" charset="0"/>
              </a:rPr>
            </a:br>
            <a:r>
              <a:rPr lang="en-CA" sz="280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8A5010-0401-0478-E1A0-C8E7E02FB193}"/>
              </a:ext>
            </a:extLst>
          </p:cNvPr>
          <p:cNvSpPr txBox="1"/>
          <p:nvPr/>
        </p:nvSpPr>
        <p:spPr>
          <a:xfrm>
            <a:off x="7216141" y="76250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range(2):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CE819C-C62F-9166-461D-C1EDB9DA04A5}"/>
              </a:ext>
            </a:extLst>
          </p:cNvPr>
          <p:cNvSpPr txBox="1"/>
          <p:nvPr/>
        </p:nvSpPr>
        <p:spPr>
          <a:xfrm>
            <a:off x="7216141" y="254298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range(2):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94EDEC-0591-EAC6-FEBB-D3F2032933D0}"/>
              </a:ext>
            </a:extLst>
          </p:cNvPr>
          <p:cNvSpPr txBox="1"/>
          <p:nvPr/>
        </p:nvSpPr>
        <p:spPr>
          <a:xfrm>
            <a:off x="7216141" y="432346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range(2):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58B2BFBA-67CF-3198-F0C2-88119B360B8E}"/>
              </a:ext>
            </a:extLst>
          </p:cNvPr>
          <p:cNvSpPr/>
          <p:nvPr/>
        </p:nvSpPr>
        <p:spPr>
          <a:xfrm>
            <a:off x="6493971" y="850790"/>
            <a:ext cx="683812" cy="4673000"/>
          </a:xfrm>
          <a:prstGeom prst="leftBrace">
            <a:avLst>
              <a:gd name="adj1" fmla="val 8333"/>
              <a:gd name="adj2" fmla="val 491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C020C0-C747-1FAB-C72A-459DE52F9A49}"/>
              </a:ext>
            </a:extLst>
          </p:cNvPr>
          <p:cNvSpPr txBox="1"/>
          <p:nvPr/>
        </p:nvSpPr>
        <p:spPr>
          <a:xfrm>
            <a:off x="4720666" y="1136991"/>
            <a:ext cx="195472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outer loop repeats the inner loop three times.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8C775A-E54E-A85F-3626-D2DFB226A74D}"/>
              </a:ext>
            </a:extLst>
          </p:cNvPr>
          <p:cNvSpPr/>
          <p:nvPr/>
        </p:nvSpPr>
        <p:spPr>
          <a:xfrm>
            <a:off x="1328633" y="2808127"/>
            <a:ext cx="5035097" cy="16404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A8E587-16D6-5621-934C-ED2533FA747C}"/>
              </a:ext>
            </a:extLst>
          </p:cNvPr>
          <p:cNvSpPr txBox="1"/>
          <p:nvPr/>
        </p:nvSpPr>
        <p:spPr>
          <a:xfrm>
            <a:off x="192506" y="4877459"/>
            <a:ext cx="216243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body of the outer for-loop. Note the consistent of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CA"/>
              <a:t> and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/>
              <a:t> indentation.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7348CC-38E6-AA23-BF57-A7DDDB8176F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73725" y="4448604"/>
            <a:ext cx="226190" cy="428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8E50C94-2E1E-9455-1F1C-5A502239909D}"/>
                  </a:ext>
                </a:extLst>
              </p14:cNvPr>
              <p14:cNvContentPartPr/>
              <p14:nvPr/>
            </p14:nvContentPartPr>
            <p14:xfrm>
              <a:off x="1346040" y="2965320"/>
              <a:ext cx="1588680" cy="1149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8E50C94-2E1E-9455-1F1C-5A50223990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6680" y="2955960"/>
                <a:ext cx="1607400" cy="116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09439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609B9-2BAD-18BE-91B4-AB34AED1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AA9C7-23BB-7E82-3522-D06BE5D2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D9BB61-BA21-017F-B19E-DAEE77774E4A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09AD27-BC9F-EFE5-E3EA-C39B5D017ED6}"/>
              </a:ext>
            </a:extLst>
          </p:cNvPr>
          <p:cNvSpPr txBox="1"/>
          <p:nvPr/>
        </p:nvSpPr>
        <p:spPr>
          <a:xfrm>
            <a:off x="287093" y="2551837"/>
            <a:ext cx="6174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A" sz="3600"/>
              <a:t>**</a:t>
            </a:r>
          </a:p>
          <a:p>
            <a:r>
              <a:rPr lang="en-CA" sz="3600"/>
              <a:t>**</a:t>
            </a:r>
          </a:p>
          <a:p>
            <a:r>
              <a:rPr lang="en-CA" sz="3600"/>
              <a:t>**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04E61F-6E9A-3075-5E14-C81B99FE06A0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>
                <a:latin typeface="Consolas" panose="020B0609020204030204" pitchFamily="49" charset="0"/>
              </a:rPr>
              <a:t>    for j in range(2):</a:t>
            </a:r>
          </a:p>
          <a:p>
            <a:r>
              <a:rPr lang="en-CA" sz="2800">
                <a:latin typeface="Consolas" panose="020B0609020204030204" pitchFamily="49" charset="0"/>
              </a:rPr>
              <a:t>        print('*', end='')</a:t>
            </a:r>
            <a:br>
              <a:rPr lang="en-CA" sz="2800">
                <a:latin typeface="Consolas" panose="020B0609020204030204" pitchFamily="49" charset="0"/>
              </a:rPr>
            </a:br>
            <a:r>
              <a:rPr lang="en-CA" sz="280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AABAD2-6835-285F-03BF-ADD06DFD335E}"/>
              </a:ext>
            </a:extLst>
          </p:cNvPr>
          <p:cNvSpPr txBox="1"/>
          <p:nvPr/>
        </p:nvSpPr>
        <p:spPr>
          <a:xfrm>
            <a:off x="7216141" y="76250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range(2):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030DB-4793-B610-2085-024BF8351342}"/>
              </a:ext>
            </a:extLst>
          </p:cNvPr>
          <p:cNvSpPr txBox="1"/>
          <p:nvPr/>
        </p:nvSpPr>
        <p:spPr>
          <a:xfrm>
            <a:off x="7216141" y="254298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range(2):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6F153A-9E88-96C9-257A-3E807BDD40C7}"/>
              </a:ext>
            </a:extLst>
          </p:cNvPr>
          <p:cNvSpPr txBox="1"/>
          <p:nvPr/>
        </p:nvSpPr>
        <p:spPr>
          <a:xfrm>
            <a:off x="7216141" y="432346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range(2):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5303994C-73DF-2F54-6FD3-E926DD158F8F}"/>
              </a:ext>
            </a:extLst>
          </p:cNvPr>
          <p:cNvSpPr/>
          <p:nvPr/>
        </p:nvSpPr>
        <p:spPr>
          <a:xfrm>
            <a:off x="6493971" y="850790"/>
            <a:ext cx="683812" cy="4673000"/>
          </a:xfrm>
          <a:prstGeom prst="leftBrace">
            <a:avLst>
              <a:gd name="adj1" fmla="val 8333"/>
              <a:gd name="adj2" fmla="val 491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6AB4A1-066A-62AE-D08D-C176D2C9A62C}"/>
              </a:ext>
            </a:extLst>
          </p:cNvPr>
          <p:cNvSpPr txBox="1"/>
          <p:nvPr/>
        </p:nvSpPr>
        <p:spPr>
          <a:xfrm>
            <a:off x="4720666" y="1136991"/>
            <a:ext cx="195472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outer loop repeats the inner loop three times.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CFEBB6-7A7D-8F05-CA64-A0FA905D8CB2}"/>
              </a:ext>
            </a:extLst>
          </p:cNvPr>
          <p:cNvSpPr/>
          <p:nvPr/>
        </p:nvSpPr>
        <p:spPr>
          <a:xfrm>
            <a:off x="1328633" y="2808127"/>
            <a:ext cx="5035097" cy="16404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2241F-E20C-A611-1D63-5956145BFE16}"/>
              </a:ext>
            </a:extLst>
          </p:cNvPr>
          <p:cNvSpPr txBox="1"/>
          <p:nvPr/>
        </p:nvSpPr>
        <p:spPr>
          <a:xfrm>
            <a:off x="192506" y="4877459"/>
            <a:ext cx="216243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body of the </a:t>
            </a:r>
            <a:r>
              <a:rPr lang="en-CA" b="1"/>
              <a:t>outer</a:t>
            </a:r>
            <a:r>
              <a:rPr lang="en-CA"/>
              <a:t> for-loop. Note the consistent of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CA"/>
              <a:t> and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CA"/>
              <a:t> indentation.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929765-5E0B-E3F8-5CC7-2BB74AC1A118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273725" y="4448604"/>
            <a:ext cx="226190" cy="428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15FA0C7-5187-99E7-46F5-C062AA23EC2A}"/>
              </a:ext>
            </a:extLst>
          </p:cNvPr>
          <p:cNvSpPr/>
          <p:nvPr/>
        </p:nvSpPr>
        <p:spPr>
          <a:xfrm>
            <a:off x="2142687" y="3236983"/>
            <a:ext cx="4259402" cy="50632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ACCBA8-B4E4-B6D9-4AFB-6BC355F8715C}"/>
              </a:ext>
            </a:extLst>
          </p:cNvPr>
          <p:cNvSpPr txBox="1"/>
          <p:nvPr/>
        </p:nvSpPr>
        <p:spPr>
          <a:xfrm>
            <a:off x="4105343" y="4982345"/>
            <a:ext cx="216243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body of the </a:t>
            </a:r>
            <a:r>
              <a:rPr lang="en-CA" b="1"/>
              <a:t>inner</a:t>
            </a:r>
            <a:r>
              <a:rPr lang="en-CA"/>
              <a:t> for-loop. </a:t>
            </a:r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A47DAA-5BAD-54E3-1CAD-C3619B419EF9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4930346" y="3738430"/>
            <a:ext cx="256216" cy="1243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2978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1F615-5A22-031E-959F-551B12DD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1845F-55F8-9335-3BD4-E2B335EC21B1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561DF-C3CF-D4F0-936F-2C5CD1424934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>
                <a:latin typeface="Consolas" panose="020B0609020204030204" pitchFamily="49" charset="0"/>
              </a:rPr>
              <a:t>    for j in range(</a:t>
            </a:r>
            <a:r>
              <a:rPr lang="en-CA" sz="280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):</a:t>
            </a:r>
          </a:p>
          <a:p>
            <a:r>
              <a:rPr lang="en-CA" sz="2800">
                <a:latin typeface="Consolas" panose="020B0609020204030204" pitchFamily="49" charset="0"/>
              </a:rPr>
              <a:t>        print('*', end='')</a:t>
            </a:r>
            <a:br>
              <a:rPr lang="en-CA" sz="2800">
                <a:latin typeface="Consolas" panose="020B0609020204030204" pitchFamily="49" charset="0"/>
              </a:rPr>
            </a:br>
            <a:r>
              <a:rPr lang="en-CA" sz="280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750C07-B0EC-2D40-5323-A70FEFEFB89F}"/>
              </a:ext>
            </a:extLst>
          </p:cNvPr>
          <p:cNvSpPr txBox="1"/>
          <p:nvPr/>
        </p:nvSpPr>
        <p:spPr>
          <a:xfrm>
            <a:off x="3953143" y="898431"/>
            <a:ext cx="195472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We’ve replaced the 2 with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cs typeface="Consolas" panose="020B0609020204030204" pitchFamily="49" charset="0"/>
              </a:rPr>
              <a:t>, the index variable of the outer loop.</a:t>
            </a:r>
            <a:endParaRPr lang="en-AU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29B846-BB5C-7566-7683-35A0CA0417BA}"/>
              </a:ext>
            </a:extLst>
          </p:cNvPr>
          <p:cNvCxnSpPr>
            <a:stCxn id="2" idx="2"/>
          </p:cNvCxnSpPr>
          <p:nvPr/>
        </p:nvCxnSpPr>
        <p:spPr>
          <a:xfrm>
            <a:off x="4930507" y="2098760"/>
            <a:ext cx="181820" cy="717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0CAD86-E292-1BB2-6491-6A54D614B83F}"/>
              </a:ext>
            </a:extLst>
          </p:cNvPr>
          <p:cNvSpPr txBox="1"/>
          <p:nvPr/>
        </p:nvSpPr>
        <p:spPr>
          <a:xfrm>
            <a:off x="7216141" y="76250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</a:t>
            </a:r>
            <a:r>
              <a:rPr lang="en-CA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F6762-EEFE-BC55-98CA-EE4CF441DD11}"/>
              </a:ext>
            </a:extLst>
          </p:cNvPr>
          <p:cNvSpPr txBox="1"/>
          <p:nvPr/>
        </p:nvSpPr>
        <p:spPr>
          <a:xfrm>
            <a:off x="7216141" y="254298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</a:t>
            </a:r>
            <a:r>
              <a:rPr lang="en-CA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C386E0-E69B-81F0-7A58-4706E19139EB}"/>
              </a:ext>
            </a:extLst>
          </p:cNvPr>
          <p:cNvSpPr txBox="1"/>
          <p:nvPr/>
        </p:nvSpPr>
        <p:spPr>
          <a:xfrm>
            <a:off x="7216141" y="432346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</a:t>
            </a:r>
            <a:r>
              <a:rPr lang="en-CA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91A2D9BE-DC6B-C717-21F9-4CB3025BAD1B}"/>
              </a:ext>
            </a:extLst>
          </p:cNvPr>
          <p:cNvSpPr/>
          <p:nvPr/>
        </p:nvSpPr>
        <p:spPr>
          <a:xfrm>
            <a:off x="6493971" y="850790"/>
            <a:ext cx="683812" cy="4673000"/>
          </a:xfrm>
          <a:prstGeom prst="leftBrace">
            <a:avLst>
              <a:gd name="adj1" fmla="val 8333"/>
              <a:gd name="adj2" fmla="val 491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D936B3-CB1A-3A13-9D86-F19170D34414}"/>
              </a:ext>
            </a:extLst>
          </p:cNvPr>
          <p:cNvSpPr txBox="1"/>
          <p:nvPr/>
        </p:nvSpPr>
        <p:spPr>
          <a:xfrm>
            <a:off x="9004836" y="5433020"/>
            <a:ext cx="195472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Each inner loop has a different range value.</a:t>
            </a:r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79E35DA-0F52-F1C1-C037-0F49E15B327C}"/>
                  </a:ext>
                </a:extLst>
              </p14:cNvPr>
              <p14:cNvContentPartPr/>
              <p14:nvPr/>
            </p14:nvContentPartPr>
            <p14:xfrm>
              <a:off x="2070000" y="787320"/>
              <a:ext cx="9335520" cy="4762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79E35DA-0F52-F1C1-C037-0F49E15B32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0640" y="777960"/>
                <a:ext cx="9354240" cy="478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66058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D488-0162-83DE-CEEC-8B3A5B4B5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EDE39-E91B-447B-120B-6CD5F83A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99371-B39E-F607-329D-E56573BE3190}"/>
              </a:ext>
            </a:extLst>
          </p:cNvPr>
          <p:cNvSpPr txBox="1"/>
          <p:nvPr/>
        </p:nvSpPr>
        <p:spPr>
          <a:xfrm>
            <a:off x="192506" y="144379"/>
            <a:ext cx="26148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Repeating </a:t>
            </a:r>
          </a:p>
          <a:p>
            <a:r>
              <a:rPr lang="en-CA" sz="3200"/>
              <a:t>with for-loops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2212F-03AC-2F1E-E2F0-84CA67CAF8AA}"/>
              </a:ext>
            </a:extLst>
          </p:cNvPr>
          <p:cNvSpPr txBox="1"/>
          <p:nvPr/>
        </p:nvSpPr>
        <p:spPr>
          <a:xfrm>
            <a:off x="1220304" y="2346522"/>
            <a:ext cx="52997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for </a:t>
            </a:r>
            <a:r>
              <a:rPr lang="en-CA" sz="280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 in range(3):</a:t>
            </a:r>
          </a:p>
          <a:p>
            <a:r>
              <a:rPr lang="en-CA" sz="2800">
                <a:latin typeface="Consolas" panose="020B0609020204030204" pitchFamily="49" charset="0"/>
              </a:rPr>
              <a:t>    for j in range(</a:t>
            </a:r>
            <a:r>
              <a:rPr lang="en-CA" sz="280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2800">
                <a:latin typeface="Consolas" panose="020B0609020204030204" pitchFamily="49" charset="0"/>
              </a:rPr>
              <a:t>):</a:t>
            </a:r>
          </a:p>
          <a:p>
            <a:r>
              <a:rPr lang="en-CA" sz="2800">
                <a:latin typeface="Consolas" panose="020B0609020204030204" pitchFamily="49" charset="0"/>
              </a:rPr>
              <a:t>        print('*', end='')</a:t>
            </a:r>
            <a:br>
              <a:rPr lang="en-CA" sz="2800">
                <a:latin typeface="Consolas" panose="020B0609020204030204" pitchFamily="49" charset="0"/>
              </a:rPr>
            </a:br>
            <a:r>
              <a:rPr lang="en-CA" sz="2800">
                <a:latin typeface="Consolas" panose="020B0609020204030204" pitchFamily="49" charset="0"/>
              </a:rPr>
              <a:t>    print()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E362D2-9801-99AD-503B-14C0B798A619}"/>
              </a:ext>
            </a:extLst>
          </p:cNvPr>
          <p:cNvSpPr txBox="1"/>
          <p:nvPr/>
        </p:nvSpPr>
        <p:spPr>
          <a:xfrm>
            <a:off x="7216141" y="76250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</a:t>
            </a:r>
            <a:r>
              <a:rPr lang="en-CA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B0192-AED4-94DC-FB7A-70B19CE83398}"/>
              </a:ext>
            </a:extLst>
          </p:cNvPr>
          <p:cNvSpPr txBox="1"/>
          <p:nvPr/>
        </p:nvSpPr>
        <p:spPr>
          <a:xfrm>
            <a:off x="7216141" y="254298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</a:t>
            </a:r>
            <a:r>
              <a:rPr lang="en-CA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2B867-D7B6-65C7-1DB0-ECC2002B1530}"/>
              </a:ext>
            </a:extLst>
          </p:cNvPr>
          <p:cNvSpPr txBox="1"/>
          <p:nvPr/>
        </p:nvSpPr>
        <p:spPr>
          <a:xfrm>
            <a:off x="7216141" y="4323461"/>
            <a:ext cx="45756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for j in range(</a:t>
            </a:r>
            <a:r>
              <a:rPr lang="en-CA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    print('*', end='')</a:t>
            </a:r>
          </a:p>
          <a:p>
            <a:r>
              <a:rPr lang="en-CA" sz="2400">
                <a:latin typeface="Consolas" panose="020B0609020204030204" pitchFamily="49" charset="0"/>
                <a:cs typeface="Consolas" panose="020B0609020204030204" pitchFamily="49" charset="0"/>
              </a:rPr>
              <a:t>print()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9B504AC9-E57E-FD2B-1ACA-74A21F9502F2}"/>
              </a:ext>
            </a:extLst>
          </p:cNvPr>
          <p:cNvSpPr/>
          <p:nvPr/>
        </p:nvSpPr>
        <p:spPr>
          <a:xfrm>
            <a:off x="6493971" y="850790"/>
            <a:ext cx="683812" cy="4673000"/>
          </a:xfrm>
          <a:prstGeom prst="leftBrace">
            <a:avLst>
              <a:gd name="adj1" fmla="val 8333"/>
              <a:gd name="adj2" fmla="val 491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13F17F-38A8-0B67-996F-E7914C1BC61E}"/>
              </a:ext>
            </a:extLst>
          </p:cNvPr>
          <p:cNvSpPr txBox="1"/>
          <p:nvPr/>
        </p:nvSpPr>
        <p:spPr>
          <a:xfrm>
            <a:off x="9004836" y="5433020"/>
            <a:ext cx="195472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Each inner loop has a different range value.</a:t>
            </a:r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65AA25-5D7A-A43E-106E-1562034FA29C}"/>
              </a:ext>
            </a:extLst>
          </p:cNvPr>
          <p:cNvSpPr txBox="1"/>
          <p:nvPr/>
        </p:nvSpPr>
        <p:spPr>
          <a:xfrm>
            <a:off x="287093" y="2551837"/>
            <a:ext cx="6174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CA" sz="3600"/>
          </a:p>
          <a:p>
            <a:r>
              <a:rPr lang="en-CA" sz="3600">
                <a:solidFill>
                  <a:srgbClr val="FF0000"/>
                </a:solidFill>
              </a:rPr>
              <a:t>*</a:t>
            </a:r>
          </a:p>
          <a:p>
            <a:r>
              <a:rPr lang="en-CA" sz="3600">
                <a:solidFill>
                  <a:srgbClr val="FF0000"/>
                </a:solidFill>
              </a:rPr>
              <a:t>**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DA10D-AA09-E305-3B9A-5A24E42F53AF}"/>
              </a:ext>
            </a:extLst>
          </p:cNvPr>
          <p:cNvSpPr txBox="1"/>
          <p:nvPr/>
        </p:nvSpPr>
        <p:spPr>
          <a:xfrm>
            <a:off x="3953143" y="898431"/>
            <a:ext cx="195472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We’ve replaced the 2 with </a:t>
            </a:r>
            <a:r>
              <a:rPr lang="en-CA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>
                <a:cs typeface="Consolas" panose="020B0609020204030204" pitchFamily="49" charset="0"/>
              </a:rPr>
              <a:t>, the index variable of the outer loop.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5BAE81-871C-E820-0A79-65E7CEDE97C9}"/>
              </a:ext>
            </a:extLst>
          </p:cNvPr>
          <p:cNvCxnSpPr>
            <a:stCxn id="3" idx="2"/>
          </p:cNvCxnSpPr>
          <p:nvPr/>
        </p:nvCxnSpPr>
        <p:spPr>
          <a:xfrm>
            <a:off x="4930507" y="2098760"/>
            <a:ext cx="181820" cy="717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FB4869-66C2-BC1C-CF4B-044896FE3AEA}"/>
                  </a:ext>
                </a:extLst>
              </p14:cNvPr>
              <p14:cNvContentPartPr/>
              <p14:nvPr/>
            </p14:nvContentPartPr>
            <p14:xfrm>
              <a:off x="1333440" y="2856960"/>
              <a:ext cx="3924720" cy="496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FB4869-66C2-BC1C-CF4B-044896FE3A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080" y="2847600"/>
                <a:ext cx="3943440" cy="51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8718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C9C6-0194-A730-5135-8E24D2D9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Example: Multiplication Table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67787-D5EB-D296-A43B-EE6D0E70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1AF5C-AC56-38AE-4ED9-81EA0DA5D37E}"/>
              </a:ext>
            </a:extLst>
          </p:cNvPr>
          <p:cNvSpPr txBox="1"/>
          <p:nvPr/>
        </p:nvSpPr>
        <p:spPr>
          <a:xfrm>
            <a:off x="3302245" y="2169248"/>
            <a:ext cx="6097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>
                <a:latin typeface="Consolas" panose="020B0609020204030204" pitchFamily="49" charset="0"/>
              </a:rPr>
              <a:t>       1   2   3   4   5   6   7   8   9  10 </a:t>
            </a:r>
          </a:p>
          <a:p>
            <a:r>
              <a:rPr lang="en-AU">
                <a:latin typeface="Consolas" panose="020B0609020204030204" pitchFamily="49" charset="0"/>
              </a:rPr>
              <a:t>     ----------------------------------------</a:t>
            </a:r>
          </a:p>
          <a:p>
            <a:r>
              <a:rPr lang="en-AU">
                <a:latin typeface="Consolas" panose="020B0609020204030204" pitchFamily="49" charset="0"/>
              </a:rPr>
              <a:t>  1 |  1   2   3   4   5   6   7   8   9  10 </a:t>
            </a:r>
          </a:p>
          <a:p>
            <a:r>
              <a:rPr lang="en-AU">
                <a:latin typeface="Consolas" panose="020B0609020204030204" pitchFamily="49" charset="0"/>
              </a:rPr>
              <a:t>  2 |  2   4   6   8  10  12  14  16  18  20 </a:t>
            </a:r>
          </a:p>
          <a:p>
            <a:r>
              <a:rPr lang="en-AU">
                <a:latin typeface="Consolas" panose="020B0609020204030204" pitchFamily="49" charset="0"/>
              </a:rPr>
              <a:t>  3 |  3   6   9  12  15  18  21  24  27  30 </a:t>
            </a:r>
          </a:p>
          <a:p>
            <a:r>
              <a:rPr lang="en-AU">
                <a:latin typeface="Consolas" panose="020B0609020204030204" pitchFamily="49" charset="0"/>
              </a:rPr>
              <a:t>  4 |  4   8  12  16  20  24  28  32  36  40 </a:t>
            </a:r>
          </a:p>
          <a:p>
            <a:r>
              <a:rPr lang="en-AU">
                <a:latin typeface="Consolas" panose="020B0609020204030204" pitchFamily="49" charset="0"/>
              </a:rPr>
              <a:t>  5 |  5  10  15  20  25  30  35  40  45  50 </a:t>
            </a:r>
          </a:p>
          <a:p>
            <a:r>
              <a:rPr lang="en-AU">
                <a:latin typeface="Consolas" panose="020B0609020204030204" pitchFamily="49" charset="0"/>
              </a:rPr>
              <a:t>  6 |  6  12  18  24  30  36  42  48  54  60 </a:t>
            </a:r>
          </a:p>
          <a:p>
            <a:r>
              <a:rPr lang="en-AU">
                <a:latin typeface="Consolas" panose="020B0609020204030204" pitchFamily="49" charset="0"/>
              </a:rPr>
              <a:t>  7 |  7  14  21  28  35  42  49  56  63  70 </a:t>
            </a:r>
          </a:p>
          <a:p>
            <a:r>
              <a:rPr lang="en-AU">
                <a:latin typeface="Consolas" panose="020B0609020204030204" pitchFamily="49" charset="0"/>
              </a:rPr>
              <a:t>  8 |  8  16  24  32  40  48  56  64  72  80 </a:t>
            </a:r>
          </a:p>
          <a:p>
            <a:r>
              <a:rPr lang="en-AU">
                <a:latin typeface="Consolas" panose="020B0609020204030204" pitchFamily="49" charset="0"/>
              </a:rPr>
              <a:t>  9 |  9  18  27  36  45  54  63  72  81  90 </a:t>
            </a:r>
          </a:p>
          <a:p>
            <a:r>
              <a:rPr lang="en-AU">
                <a:latin typeface="Consolas" panose="020B0609020204030204" pitchFamily="49" charset="0"/>
              </a:rPr>
              <a:t> 10 | 10  20  30  40  50  60  70  80  90 100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4B63D5-E2DE-22B4-9A5D-F5B3861B5FD6}"/>
              </a:ext>
            </a:extLst>
          </p:cNvPr>
          <p:cNvSpPr txBox="1"/>
          <p:nvPr/>
        </p:nvSpPr>
        <p:spPr>
          <a:xfrm>
            <a:off x="472318" y="1542706"/>
            <a:ext cx="244672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As practice with for-loops, lets build a program that prints a multiplication table like this …</a:t>
            </a:r>
            <a:endParaRPr lang="en-AU" b="1"/>
          </a:p>
        </p:txBody>
      </p:sp>
    </p:spTree>
    <p:extLst>
      <p:ext uri="{BB962C8B-B14F-4D97-AF65-F5344CB8AC3E}">
        <p14:creationId xmlns:p14="http://schemas.microsoft.com/office/powerpoint/2010/main" val="1270752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3489</Words>
  <Application>Microsoft Macintosh PowerPoint</Application>
  <PresentationFormat>Widescreen</PresentationFormat>
  <Paragraphs>589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Aptos Display</vt:lpstr>
      <vt:lpstr>Arial</vt:lpstr>
      <vt:lpstr>Consolas</vt:lpstr>
      <vt:lpstr>Office Theme</vt:lpstr>
      <vt:lpstr>Chapter 3 Functions (and simple loops)</vt:lpstr>
      <vt:lpstr>Functions </vt:lpstr>
      <vt:lpstr>Functions </vt:lpstr>
      <vt:lpstr>Functions </vt:lpstr>
      <vt:lpstr>Defining New Functions</vt:lpstr>
      <vt:lpstr>Defining New Functions</vt:lpstr>
      <vt:lpstr>Defining New Functions</vt:lpstr>
      <vt:lpstr>Defining New Functions</vt:lpstr>
      <vt:lpstr>Defining New Functions</vt:lpstr>
      <vt:lpstr>Defining New Functions</vt:lpstr>
      <vt:lpstr>Defining New Functions</vt:lpstr>
      <vt:lpstr>Defining New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Examples</vt:lpstr>
      <vt:lpstr>Repeat Code with for-loop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Multiplication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2024-09-23T20:53:52Z</cp:lastPrinted>
  <dcterms:created xsi:type="dcterms:W3CDTF">2024-09-15T21:36:40Z</dcterms:created>
  <dcterms:modified xsi:type="dcterms:W3CDTF">2026-01-28T18:31:53Z</dcterms:modified>
</cp:coreProperties>
</file>